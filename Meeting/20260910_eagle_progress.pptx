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1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4d2000e9644bbd" /><Relationship Type="http://schemas.openxmlformats.org/officeDocument/2006/relationships/extended-properties" Target="/docProps/app.xml" Id="R79286b75f7c243ce" /><Relationship Type="http://schemas.openxmlformats.org/officeDocument/2006/relationships/officeDocument" Target="/ppt/presentation.xml" Id="R4e0c393cf67c46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75df07feee475a"/>
  </p:sldMasterIdLst>
  <p:notesMasterIdLst>
    <p:notesMasterId xmlns:r="http://schemas.openxmlformats.org/officeDocument/2006/relationships" r:id="R468035d454344e2a"/>
  </p:notesMasterIdLst>
  <p:sldIdLst>
    <p:sldId xmlns:r="http://schemas.openxmlformats.org/officeDocument/2006/relationships" id="256" r:id="R1c809b9350e24b1e"/>
    <p:sldId xmlns:r="http://schemas.openxmlformats.org/officeDocument/2006/relationships" id="257" r:id="R5fd010f70bda4bf8"/>
    <p:sldId xmlns:r="http://schemas.openxmlformats.org/officeDocument/2006/relationships" id="258" r:id="Rf3d880dfce7f44f5"/>
    <p:sldId xmlns:r="http://schemas.openxmlformats.org/officeDocument/2006/relationships" id="259" r:id="Rebf34e64678c4ce5"/>
    <p:sldId xmlns:r="http://schemas.openxmlformats.org/officeDocument/2006/relationships" id="260" r:id="Rd26ae569652541af"/>
    <p:sldId xmlns:r="http://schemas.openxmlformats.org/officeDocument/2006/relationships" id="261" r:id="Rb08a771e36414060"/>
    <p:sldId xmlns:r="http://schemas.openxmlformats.org/officeDocument/2006/relationships" id="262" r:id="R2377792bf975427d"/>
    <p:sldId xmlns:r="http://schemas.openxmlformats.org/officeDocument/2006/relationships" id="263" r:id="R611ebce3d4fb4bba"/>
    <p:sldId xmlns:r="http://schemas.openxmlformats.org/officeDocument/2006/relationships" id="264" r:id="R2d5e353011c44a2f"/>
    <p:sldId xmlns:r="http://schemas.openxmlformats.org/officeDocument/2006/relationships" id="265" r:id="Ra4f3b94785ce456a"/>
    <p:sldId xmlns:r="http://schemas.openxmlformats.org/officeDocument/2006/relationships" id="266" r:id="Raad1c899945f47d5"/>
    <p:sldId xmlns:r="http://schemas.openxmlformats.org/officeDocument/2006/relationships" id="267" r:id="R0fd0757bcdf244e1"/>
    <p:sldId xmlns:r="http://schemas.openxmlformats.org/officeDocument/2006/relationships" id="268" r:id="Rc8ae9885ec614f3a"/>
    <p:sldId xmlns:r="http://schemas.openxmlformats.org/officeDocument/2006/relationships" id="269" r:id="R33954a7a62664221"/>
    <p:sldId xmlns:r="http://schemas.openxmlformats.org/officeDocument/2006/relationships" id="270" r:id="R42c41ed3116f4300"/>
    <p:sldId xmlns:r="http://schemas.openxmlformats.org/officeDocument/2006/relationships" id="271" r:id="R693a2d1712ca400c"/>
    <p:sldId xmlns:r="http://schemas.openxmlformats.org/officeDocument/2006/relationships" id="272" r:id="R8e182785f37f433b"/>
    <p:sldId xmlns:r="http://schemas.openxmlformats.org/officeDocument/2006/relationships" id="273" r:id="R6956dd0c15ca4300"/>
    <p:sldId xmlns:r="http://schemas.openxmlformats.org/officeDocument/2006/relationships" id="274" r:id="R1e210c35b85740eb"/>
    <p:sldId xmlns:r="http://schemas.openxmlformats.org/officeDocument/2006/relationships" id="275" r:id="Rb739179bf53a4769"/>
    <p:sldId xmlns:r="http://schemas.openxmlformats.org/officeDocument/2006/relationships" id="276" r:id="R02322b4fe60b4cd7"/>
    <p:sldId xmlns:r="http://schemas.openxmlformats.org/officeDocument/2006/relationships" id="277" r:id="R0a6a615e30fc4e33"/>
    <p:sldId xmlns:r="http://schemas.openxmlformats.org/officeDocument/2006/relationships" id="278" r:id="R71d62dea321449e7"/>
    <p:sldId xmlns:r="http://schemas.openxmlformats.org/officeDocument/2006/relationships" id="279" r:id="Ra95f9a2ba2c444b8"/>
    <p:sldId xmlns:r="http://schemas.openxmlformats.org/officeDocument/2006/relationships" id="280" r:id="R04ad522a02754dc0"/>
    <p:sldId xmlns:r="http://schemas.openxmlformats.org/officeDocument/2006/relationships" id="281" r:id="Rb1c81bcb8c044bf6"/>
    <p:sldId xmlns:r="http://schemas.openxmlformats.org/officeDocument/2006/relationships" id="282" r:id="R8740385db21349da"/>
    <p:sldId xmlns:r="http://schemas.openxmlformats.org/officeDocument/2006/relationships" id="283" r:id="R1ae52f5efb4e4d82"/>
    <p:sldId xmlns:r="http://schemas.openxmlformats.org/officeDocument/2006/relationships" id="284" r:id="R1a7f2655d88e4f97"/>
    <p:sldId xmlns:r="http://schemas.openxmlformats.org/officeDocument/2006/relationships" id="285" r:id="Rf21b8ab6544b40cd"/>
    <p:sldId xmlns:r="http://schemas.openxmlformats.org/officeDocument/2006/relationships" id="286" r:id="R1e5bec5744e34526"/>
    <p:sldId xmlns:r="http://schemas.openxmlformats.org/officeDocument/2006/relationships" id="287" r:id="R66d209b41c774104"/>
    <p:sldId xmlns:r="http://schemas.openxmlformats.org/officeDocument/2006/relationships" id="288" r:id="R516d9d172de04ff6"/>
  </p:sldIdLst>
  <p:sldSz cx="15925800" cy="89630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8dc105b2424159" /><Relationship Type="http://schemas.openxmlformats.org/officeDocument/2006/relationships/slideMaster" Target="/ppt/slideMasters/slideMaster1.xml" Id="R9975df07feee475a" /><Relationship Type="http://schemas.openxmlformats.org/officeDocument/2006/relationships/notesMaster" Target="/ppt/notesMasters/notesMaster1.xml" Id="R468035d454344e2a" /><Relationship Type="http://schemas.openxmlformats.org/officeDocument/2006/relationships/presProps" Target="/ppt/presProps.xml" Id="R988be27187254470" /><Relationship Type="http://schemas.openxmlformats.org/officeDocument/2006/relationships/tableStyles" Target="/ppt/tableStyles.xml" Id="R797d4f54cc2142c6" /><Relationship Type="http://schemas.openxmlformats.org/officeDocument/2006/relationships/slide" Target="/ppt/slides/slide1.xml" Id="R1c809b9350e24b1e" /><Relationship Type="http://schemas.openxmlformats.org/officeDocument/2006/relationships/slide" Target="/ppt/slides/slide2.xml" Id="R5fd010f70bda4bf8" /><Relationship Type="http://schemas.openxmlformats.org/officeDocument/2006/relationships/slide" Target="/ppt/slides/slide3.xml" Id="Rf3d880dfce7f44f5" /><Relationship Type="http://schemas.openxmlformats.org/officeDocument/2006/relationships/slide" Target="/ppt/slides/slide4.xml" Id="Rebf34e64678c4ce5" /><Relationship Type="http://schemas.openxmlformats.org/officeDocument/2006/relationships/slide" Target="/ppt/slides/slide5.xml" Id="Rd26ae569652541af" /><Relationship Type="http://schemas.openxmlformats.org/officeDocument/2006/relationships/slide" Target="/ppt/slides/slide6.xml" Id="Rb08a771e36414060" /><Relationship Type="http://schemas.openxmlformats.org/officeDocument/2006/relationships/slide" Target="/ppt/slides/slide7.xml" Id="R2377792bf975427d" /><Relationship Type="http://schemas.openxmlformats.org/officeDocument/2006/relationships/slide" Target="/ppt/slides/slide8.xml" Id="R611ebce3d4fb4bba" /><Relationship Type="http://schemas.openxmlformats.org/officeDocument/2006/relationships/slide" Target="/ppt/slides/slide9.xml" Id="R2d5e353011c44a2f" /><Relationship Type="http://schemas.openxmlformats.org/officeDocument/2006/relationships/slide" Target="/ppt/slides/slide10.xml" Id="Ra4f3b94785ce456a" /><Relationship Type="http://schemas.openxmlformats.org/officeDocument/2006/relationships/slide" Target="/ppt/slides/slide11.xml" Id="Raad1c899945f47d5" /><Relationship Type="http://schemas.openxmlformats.org/officeDocument/2006/relationships/slide" Target="/ppt/slides/slide12.xml" Id="R0fd0757bcdf244e1" /><Relationship Type="http://schemas.openxmlformats.org/officeDocument/2006/relationships/slide" Target="/ppt/slides/slide13.xml" Id="Rc8ae9885ec614f3a" /><Relationship Type="http://schemas.openxmlformats.org/officeDocument/2006/relationships/slide" Target="/ppt/slides/slide14.xml" Id="R33954a7a62664221" /><Relationship Type="http://schemas.openxmlformats.org/officeDocument/2006/relationships/slide" Target="/ppt/slides/slide15.xml" Id="R42c41ed3116f4300" /><Relationship Type="http://schemas.openxmlformats.org/officeDocument/2006/relationships/slide" Target="/ppt/slides/slide16.xml" Id="R693a2d1712ca400c" /><Relationship Type="http://schemas.openxmlformats.org/officeDocument/2006/relationships/slide" Target="/ppt/slides/slide17.xml" Id="R8e182785f37f433b" /><Relationship Type="http://schemas.openxmlformats.org/officeDocument/2006/relationships/slide" Target="/ppt/slides/slide18.xml" Id="R6956dd0c15ca4300" /><Relationship Type="http://schemas.openxmlformats.org/officeDocument/2006/relationships/slide" Target="/ppt/slides/slide19.xml" Id="R1e210c35b85740eb" /><Relationship Type="http://schemas.openxmlformats.org/officeDocument/2006/relationships/slide" Target="/ppt/slides/slide20.xml" Id="Rb739179bf53a4769" /><Relationship Type="http://schemas.openxmlformats.org/officeDocument/2006/relationships/slide" Target="/ppt/slides/slide21.xml" Id="R02322b4fe60b4cd7" /><Relationship Type="http://schemas.openxmlformats.org/officeDocument/2006/relationships/slide" Target="/ppt/slides/slide22.xml" Id="R0a6a615e30fc4e33" /><Relationship Type="http://schemas.openxmlformats.org/officeDocument/2006/relationships/slide" Target="/ppt/slides/slide23.xml" Id="R71d62dea321449e7" /><Relationship Type="http://schemas.openxmlformats.org/officeDocument/2006/relationships/slide" Target="/ppt/slides/slide24.xml" Id="Ra95f9a2ba2c444b8" /><Relationship Type="http://schemas.openxmlformats.org/officeDocument/2006/relationships/slide" Target="/ppt/slides/slide25.xml" Id="R04ad522a02754dc0" /><Relationship Type="http://schemas.openxmlformats.org/officeDocument/2006/relationships/slide" Target="/ppt/slides/slide26.xml" Id="Rb1c81bcb8c044bf6" /><Relationship Type="http://schemas.openxmlformats.org/officeDocument/2006/relationships/slide" Target="/ppt/slides/slide27.xml" Id="R8740385db21349da" /><Relationship Type="http://schemas.openxmlformats.org/officeDocument/2006/relationships/slide" Target="/ppt/slides/slide28.xml" Id="R1ae52f5efb4e4d82" /><Relationship Type="http://schemas.openxmlformats.org/officeDocument/2006/relationships/slide" Target="/ppt/slides/slide29.xml" Id="R1a7f2655d88e4f97" /><Relationship Type="http://schemas.openxmlformats.org/officeDocument/2006/relationships/slide" Target="/ppt/slides/slide30.xml" Id="Rf21b8ab6544b40cd" /><Relationship Type="http://schemas.openxmlformats.org/officeDocument/2006/relationships/slide" Target="/ppt/slides/slide31.xml" Id="R1e5bec5744e34526" /><Relationship Type="http://schemas.openxmlformats.org/officeDocument/2006/relationships/slide" Target="/ppt/slides/slide32.xml" Id="R66d209b41c774104" /><Relationship Type="http://schemas.openxmlformats.org/officeDocument/2006/relationships/slide" Target="/ppt/slides/slide33.xml" Id="R516d9d172de04f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16c25112f4402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PMingLiU"/>
        <a:ea typeface="PMingLiU"/>
        <a:cs typeface="PMingLiU"/>
      </a:majorFont>
      <a:minorFont>
        <a:latin typeface="PMingLiU"/>
        <a:ea typeface="PMingLiU"/>
        <a:cs typeface="PMingLiU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0ba40b9063450f" /><Relationship Type="http://schemas.openxmlformats.org/officeDocument/2006/relationships/notesMaster" Target="/ppt/notesMasters/notesMaster1.xml" Id="R5bca9cb57f0c40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ccafd8fa5549ea" /><Relationship Type="http://schemas.openxmlformats.org/officeDocument/2006/relationships/notesMaster" Target="/ppt/notesMasters/notesMaster1.xml" Id="Rfd708b7b608443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f02c1e4635b4c06" /><Relationship Type="http://schemas.openxmlformats.org/officeDocument/2006/relationships/notesMaster" Target="/ppt/notesMasters/notesMaster1.xml" Id="R2a4192db544749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20e07bba6a4bce" /><Relationship Type="http://schemas.openxmlformats.org/officeDocument/2006/relationships/notesMaster" Target="/ppt/notesMasters/notesMaster1.xml" Id="Recdced1870e648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a5a14b2a9c41e5" /><Relationship Type="http://schemas.openxmlformats.org/officeDocument/2006/relationships/notesMaster" Target="/ppt/notesMasters/notesMaster1.xml" Id="R2a6944e43acc42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a4d888bdcb4f52" /><Relationship Type="http://schemas.openxmlformats.org/officeDocument/2006/relationships/notesMaster" Target="/ppt/notesMasters/notesMaster1.xml" Id="R8d0baa96b7de4df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0b82242b2fe4548" /><Relationship Type="http://schemas.openxmlformats.org/officeDocument/2006/relationships/notesMaster" Target="/ppt/notesMasters/notesMaster1.xml" Id="R398085363cfe49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e9ca297cc84e43" /><Relationship Type="http://schemas.openxmlformats.org/officeDocument/2006/relationships/notesMaster" Target="/ppt/notesMasters/notesMaster1.xml" Id="R6f0f13ad252240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db85cc03264efc" /><Relationship Type="http://schemas.openxmlformats.org/officeDocument/2006/relationships/notesMaster" Target="/ppt/notesMasters/notesMaster1.xml" Id="R777e930dbe1e46e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fc3e13bb8a943fa" /><Relationship Type="http://schemas.openxmlformats.org/officeDocument/2006/relationships/notesMaster" Target="/ppt/notesMasters/notesMaster1.xml" Id="R727255be5dcf4e5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a0c65aec37e4b76" /><Relationship Type="http://schemas.openxmlformats.org/officeDocument/2006/relationships/notesMaster" Target="/ppt/notesMasters/notesMaster1.xml" Id="R51a21910a76243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ae68bf532e3439f" /><Relationship Type="http://schemas.openxmlformats.org/officeDocument/2006/relationships/notesMaster" Target="/ppt/notesMasters/notesMaster1.xml" Id="R6a383b6c4e164ee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283226ab2be4f8b" /><Relationship Type="http://schemas.openxmlformats.org/officeDocument/2006/relationships/notesMaster" Target="/ppt/notesMasters/notesMaster1.xml" Id="R5a75835e5a7c4ae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effdb2feadc4744" /><Relationship Type="http://schemas.openxmlformats.org/officeDocument/2006/relationships/notesMaster" Target="/ppt/notesMasters/notesMaster1.xml" Id="R977ed8af87a740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2e359fc1c0d4c6b" /><Relationship Type="http://schemas.openxmlformats.org/officeDocument/2006/relationships/notesMaster" Target="/ppt/notesMasters/notesMaster1.xml" Id="Rb126f20fe8c4440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4cb9f61f52445db" /><Relationship Type="http://schemas.openxmlformats.org/officeDocument/2006/relationships/notesMaster" Target="/ppt/notesMasters/notesMaster1.xml" Id="Rcc3791c8d45c47e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8b14fbf889149c3" /><Relationship Type="http://schemas.openxmlformats.org/officeDocument/2006/relationships/notesMaster" Target="/ppt/notesMasters/notesMaster1.xml" Id="R0dc6ceecc33143f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0c8e50070d741de" /><Relationship Type="http://schemas.openxmlformats.org/officeDocument/2006/relationships/notesMaster" Target="/ppt/notesMasters/notesMaster1.xml" Id="R78248c391cca44d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e46077b212c43f5" /><Relationship Type="http://schemas.openxmlformats.org/officeDocument/2006/relationships/notesMaster" Target="/ppt/notesMasters/notesMaster1.xml" Id="R655f54f685f5406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e152abbb08b4268" /><Relationship Type="http://schemas.openxmlformats.org/officeDocument/2006/relationships/notesMaster" Target="/ppt/notesMasters/notesMaster1.xml" Id="R7f49e9dc928b432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81bed698d364295" /><Relationship Type="http://schemas.openxmlformats.org/officeDocument/2006/relationships/notesMaster" Target="/ppt/notesMasters/notesMaster1.xml" Id="Rf5be9cef75c74b6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e84473adaef4920" /><Relationship Type="http://schemas.openxmlformats.org/officeDocument/2006/relationships/notesMaster" Target="/ppt/notesMasters/notesMaster1.xml" Id="Rbb60a497dcd34a3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96ef813feb745a2" /><Relationship Type="http://schemas.openxmlformats.org/officeDocument/2006/relationships/notesMaster" Target="/ppt/notesMasters/notesMaster1.xml" Id="Rc1aca4db1f6c4f9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eee42b8b9fb4194" /><Relationship Type="http://schemas.openxmlformats.org/officeDocument/2006/relationships/notesMaster" Target="/ppt/notesMasters/notesMaster1.xml" Id="Rf22b8e3617c847c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2effc68b5124909" /><Relationship Type="http://schemas.openxmlformats.org/officeDocument/2006/relationships/notesMaster" Target="/ppt/notesMasters/notesMaster1.xml" Id="Rc8b284c304544cd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6444034c34b497f" /><Relationship Type="http://schemas.openxmlformats.org/officeDocument/2006/relationships/notesMaster" Target="/ppt/notesMasters/notesMaster1.xml" Id="R003519ac03434bfc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fa2bfdd9a034ccc" /><Relationship Type="http://schemas.openxmlformats.org/officeDocument/2006/relationships/notesMaster" Target="/ppt/notesMasters/notesMaster1.xml" Id="Ra5a0f42b855746a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b80f296652f4ca0" /><Relationship Type="http://schemas.openxmlformats.org/officeDocument/2006/relationships/notesMaster" Target="/ppt/notesMasters/notesMaster1.xml" Id="R116331ce8bea4a7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9555c4140b04046" /><Relationship Type="http://schemas.openxmlformats.org/officeDocument/2006/relationships/notesMaster" Target="/ppt/notesMasters/notesMaster1.xml" Id="Ra64cb0989d034f2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c121e7c7f354033" /><Relationship Type="http://schemas.openxmlformats.org/officeDocument/2006/relationships/notesMaster" Target="/ppt/notesMasters/notesMaster1.xml" Id="R72b0dfd0144b4ce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f06d64958c54106" /><Relationship Type="http://schemas.openxmlformats.org/officeDocument/2006/relationships/notesMaster" Target="/ppt/notesMasters/notesMaster1.xml" Id="R8acbf7708e47487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b8b269207564bf4" /><Relationship Type="http://schemas.openxmlformats.org/officeDocument/2006/relationships/notesMaster" Target="/ppt/notesMasters/notesMaster1.xml" Id="R76482c1ea1594b2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56df0e2a4bd14b7c" /><Relationship Type="http://schemas.openxmlformats.org/officeDocument/2006/relationships/notesMaster" Target="/ppt/notesMasters/notesMaster1.xml" Id="R424b3eee8bb142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報告日期為 2026-09-10；涵蓋的實驗與變更截至 2026-09-07。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Git ec8205e8, fb78df2c, ae5ce53d, c52b1bf4, c133fcb9, aad4aa97, 7e9a4dc6, 084f0d7c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日期為提交日期。09/07 AOS 設定已登錄 run 20260907_123426_587527；本次來源簡報未提供其結果。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Git ae5ce53d, c133fcb9, 7e9a4dc6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09/04 17:14 驗證先出現兩次安全拒絕，之後 c133fcb9 又修正距離判讀與 schema。這份 10/12 結果不可當作最後修補版的重跑成績。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圖以本期 inherited_genotype + llm_generated_policies 配置為準。Generation 0 不呼叫 Java Generator；從後續 offspring 起，交叉與可選 mutation 後一定通過 Generator。保留父代不會使父代 Java 重新生成。靜態模式不更新 credit；AOS reward 不新增 fitness objective。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重製 20260830_eagle_genotype_phenotype.png。三個 genotype component 各自有 parent provenance；mutation 不直接改 inherited Java。新 phenotype 生成成功後，可成為下一代獨立繼承的 Java component。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Meeting/20260830_eagle_initial_policy_experiments.png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歷史原圖條件：Ministral3 8B，population 10，20 generations，Static Strategy/Code 0.5/0.5，Inherited Java，(n+n) → n。Aggregate：Blank -99.916780；Random -94.175199；Worker Rush -61.832558。三组 Final Test 每組 600 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本期三組比例配置均使用 llm_generated_policies。不同 run 的九個 LLM policies 並未固定為相同內容，這是比例比較的混雜因素。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eagle/aos.py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兩種 adaptive reward 都不進入 lexicase 的十個 fitness cases。AOS comparison parent 隨 component provenance 決定。AOS_OPPONENT reward=(improved-regressed)/compared；HEAD2HEAD reward=(wins+0.5*draws)/valid。本期0907配置採 opponent，minimum probability 0.10。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0904 串接驗證與 meta-prompt，slides 1–14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三者都不直接改 inherited_java；後續由 Generator 更新 Java phenotype。Code/Compliance generation-rule delta 恰好新增一条、最多移除一条，最終至多十条；不得寫入具體策略、單位或 API symbol。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各 operator 有自己的 evidence boundary，「固定」是每種 operator 的三個 trial 具有相同根輸入。不同 operator 不代表接收完全相同 payload。反思後未生成新 Java 或重跑對戰。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由原始九頁 trial 狀態彙總：S1/S2/S3 applied；C1/C2 applied、C3 rolled back；B1/B2/B3 applied。合計8/9是本簡報由逐trial結果加總。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策略型態改變本身是允許的；問題是非法機制、矛盾條件與缺乏 evidence grounding。Code Reviewer 對現有 Java 的判讀也含隱含假設。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 20260904_094043_948222_worker_rush_three_reflections。九次 inherited Java hash 相同。基準 180 場、10 opponents、3maps×3rounds×2sides；與0903為不同baseline run，不可視為完全相同量測。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5–7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三次 Strategy 都只改 policy gene，root request set 相同。規則資訊已明列 only Worker builds，模型仍可能違反。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8–14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3, 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Last completed validation: 20260904_171444。3 Strategy children +3 Code children。12 trials 的 inherited Java SHA256=9c4f1643…e668，保持相同。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2–7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Compliance trial2/4 actual_changed_fields=[]。檢查證明狀態轉換与scope，不證明策略強度。Response attempts: Strategy36、Code8、Compliance23，含各角色及重試，非trial數。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8,14; Git c133fcb9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原簡報另列當時測試445 passed、1 skipped；本次未重新執行程式測試，因此不把該數字作為本次驗證結果。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Runs依比例順序為20260904_194420_684640、20260905_092717_344449、20260906_164007_089091。Temperature0.2，initial_policy_temperature0.8。各run九個初始LLM policies不同，比例不是唯一完全受控因素。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GP越高越好；final mean GP為最後選留下的10個survivors平均。最佳GP與Final Test屬於各run選定champion。LLM時間為累積呼叫時間，不是run wall-clock。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3 and native chart cache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三條曲線直接取自0907簡報內嵌圖表，原表僅保留一位小數。G20精確摘要值為-65.41、-53.37、-90.16。每個點是該代選出的10個survivors平均；lexicase依十個opponent cases篩選，GP為報告用aggregate。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slides 2,4; embedded chart data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Final Test W/D/L：20/20/60=258/31/311，33/33/34=223/51/326，40/40/20=1/170/429。每組總數600。勝率為wins/600，分別43.0%、37.17%、0.1667%。不將champion勝率解釋為整個族群平均。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有效policy沿用0907摘要用語，原摘要未展開validator細項。失敗率為本簡報由原始計數換算。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slide5; configs/experiments/0907_aos_opponent/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AOS run index:20260907_123426_587527。只確認run已登錄，未從遠端run讀取進度或結果；不宣稱完成。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0907 後更新：版本時間軸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V1–V3：評估設定與執行索引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V4：每代分成三個階段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V4：模型職責可以分開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V4：反思與修碼可分開追蹤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V4：單模型與雙模型比較設定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V5 整合與本次更新重點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5409f22f9c4c60" /><Relationship Type="http://schemas.openxmlformats.org/officeDocument/2006/relationships/image" Target="/ppt/media/image.png" Id="R5669c44371d74510" /><Relationship Type="http://schemas.openxmlformats.org/officeDocument/2006/relationships/image" Target="/ppt/media/image2.png" Id="R8c73fb9971794a1b" /><Relationship Type="http://schemas.openxmlformats.org/officeDocument/2006/relationships/image" Target="/ppt/media/image3.png" Id="R8a6ddbb5a05946df" /><Relationship Type="http://schemas.openxmlformats.org/officeDocument/2006/relationships/image" Target="/ppt/media/image4.png" Id="Ra4396e4918d1439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9d125a722c47a5" /><Relationship Type="http://schemas.openxmlformats.org/officeDocument/2006/relationships/image" Target="/ppt/media/image5.png" Id="Rd5153a943ab949ed" /><Relationship Type="http://schemas.openxmlformats.org/officeDocument/2006/relationships/image" Target="/ppt/media/image6.png" Id="R3922fadf5b254ccf" /><Relationship Type="http://schemas.openxmlformats.org/officeDocument/2006/relationships/image" Target="/ppt/media/image7.png" Id="R541b321fd9164090" /><Relationship Type="http://schemas.openxmlformats.org/officeDocument/2006/relationships/image" Target="/ppt/media/image8.png" Id="Ra649d74ad3634e1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f3f2c885da476a" /><Relationship Type="http://schemas.openxmlformats.org/officeDocument/2006/relationships/image" Target="/ppt/media/image9.png" Id="R7bb3c6dcb9204fc4" /><Relationship Type="http://schemas.openxmlformats.org/officeDocument/2006/relationships/image" Target="/ppt/media/image10.png" Id="R2ff8c637bd39428d" /><Relationship Type="http://schemas.openxmlformats.org/officeDocument/2006/relationships/image" Target="/ppt/media/image11.png" Id="R773530545df64f17" /><Relationship Type="http://schemas.openxmlformats.org/officeDocument/2006/relationships/image" Target="/ppt/media/image12.png" Id="Rc88e754c57df410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b7a4da0e63417e" /><Relationship Type="http://schemas.openxmlformats.org/officeDocument/2006/relationships/image" Target="/ppt/media/image13.png" Id="R25cf0fed67674896" /><Relationship Type="http://schemas.openxmlformats.org/officeDocument/2006/relationships/image" Target="/ppt/media/image14.png" Id="Rf0bf96b492114237" /><Relationship Type="http://schemas.openxmlformats.org/officeDocument/2006/relationships/image" Target="/ppt/media/image15.png" Id="R71a235864140459d" /><Relationship Type="http://schemas.openxmlformats.org/officeDocument/2006/relationships/image" Target="/ppt/media/image16.png" Id="R7523f3bc00f249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b2569ea0dc4aa8" /><Relationship Type="http://schemas.openxmlformats.org/officeDocument/2006/relationships/image" Target="/ppt/media/image.png" Id="Rf94ed1561a3a4839" /><Relationship Type="http://schemas.openxmlformats.org/officeDocument/2006/relationships/image" Target="/ppt/media/image2.png" Id="Rb95ec03a5c4e4c33" /><Relationship Type="http://schemas.openxmlformats.org/officeDocument/2006/relationships/image" Target="/ppt/media/image3.png" Id="R123a4b58d4f348aa" /><Relationship Type="http://schemas.openxmlformats.org/officeDocument/2006/relationships/image" Target="/ppt/media/image4.png" Id="R26400494673643a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afa17f9a624303" /><Relationship Type="http://schemas.openxmlformats.org/officeDocument/2006/relationships/image" Target="/ppt/media/image17.png" Id="Rf461563ee3bc4b04" /><Relationship Type="http://schemas.openxmlformats.org/officeDocument/2006/relationships/image" Target="/ppt/media/image18.png" Id="R70f509c59f534403" /><Relationship Type="http://schemas.openxmlformats.org/officeDocument/2006/relationships/image" Target="/ppt/media/image19.png" Id="Rbee2a0ec4fe54ccc" /><Relationship Type="http://schemas.openxmlformats.org/officeDocument/2006/relationships/image" Target="/ppt/media/image20.png" Id="Rc49d3f8e2fd2434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681b103cdd43fb" /><Relationship Type="http://schemas.openxmlformats.org/officeDocument/2006/relationships/image" Target="/ppt/media/image21.png" Id="R84aa78bc1e184e72" /><Relationship Type="http://schemas.openxmlformats.org/officeDocument/2006/relationships/image" Target="/ppt/media/image22.png" Id="Rbc5b2254c93b43bf" /><Relationship Type="http://schemas.openxmlformats.org/officeDocument/2006/relationships/image" Target="/ppt/media/image23.png" Id="R779c38d539d24380" /><Relationship Type="http://schemas.openxmlformats.org/officeDocument/2006/relationships/image" Target="/ppt/media/image24.png" Id="R48de81f3c4aa416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3e7733a8bf46e6" /><Relationship Type="http://schemas.openxmlformats.org/officeDocument/2006/relationships/image" Target="/ppt/media/image25.png" Id="R96937ebec77b4458" /><Relationship Type="http://schemas.openxmlformats.org/officeDocument/2006/relationships/image" Target="/ppt/media/image26.png" Id="Ra871cc295a524b85" /><Relationship Type="http://schemas.openxmlformats.org/officeDocument/2006/relationships/image" Target="/ppt/media/image27.png" Id="R066a7c2dc2954e7a" /><Relationship Type="http://schemas.openxmlformats.org/officeDocument/2006/relationships/image" Target="/ppt/media/image28.png" Id="Rf16a81e98241410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19071b49424eb0" /><Relationship Type="http://schemas.openxmlformats.org/officeDocument/2006/relationships/image" Target="/ppt/media/image25.png" Id="R816f3f5074df423a" /><Relationship Type="http://schemas.openxmlformats.org/officeDocument/2006/relationships/image" Target="/ppt/media/image26.png" Id="R51de19ed395b4189" /><Relationship Type="http://schemas.openxmlformats.org/officeDocument/2006/relationships/image" Target="/ppt/media/image27.png" Id="Rdb4fe6c67ed04c9c" /><Relationship Type="http://schemas.openxmlformats.org/officeDocument/2006/relationships/image" Target="/ppt/media/image28.png" Id="Rca250152a5ed48e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8baddafe864478" /><Relationship Type="http://schemas.openxmlformats.org/officeDocument/2006/relationships/image" Target="/ppt/media/image5.png" Id="R3305b0b83ff649ac" /><Relationship Type="http://schemas.openxmlformats.org/officeDocument/2006/relationships/image" Target="/ppt/media/image6.png" Id="R626803faf52148dd" /><Relationship Type="http://schemas.openxmlformats.org/officeDocument/2006/relationships/image" Target="/ppt/media/image7.png" Id="R3734c279a3a94c4e" /><Relationship Type="http://schemas.openxmlformats.org/officeDocument/2006/relationships/image" Target="/ppt/media/image8.png" Id="R5a151437e871470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58d7098db54b6a" /><Relationship Type="http://schemas.openxmlformats.org/officeDocument/2006/relationships/image" Target="/ppt/media/image25.png" Id="R6a3c731bd85d4a91" /><Relationship Type="http://schemas.openxmlformats.org/officeDocument/2006/relationships/image" Target="/ppt/media/image26.png" Id="R3e875f241d984c29" /><Relationship Type="http://schemas.openxmlformats.org/officeDocument/2006/relationships/image" Target="/ppt/media/image27.png" Id="R21814f6633b648e0" /><Relationship Type="http://schemas.openxmlformats.org/officeDocument/2006/relationships/image" Target="/ppt/media/image28.png" Id="Rf32196206b8541c7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0eb21942664104" /><Relationship Type="http://schemas.openxmlformats.org/officeDocument/2006/relationships/image" Target="/ppt/media/image17.png" Id="R6cae218386384f13" /><Relationship Type="http://schemas.openxmlformats.org/officeDocument/2006/relationships/image" Target="/ppt/media/image18.png" Id="R24f9df11839a47ed" /><Relationship Type="http://schemas.openxmlformats.org/officeDocument/2006/relationships/image" Target="/ppt/media/image19.png" Id="R7a8a5cfb76ec453f" /><Relationship Type="http://schemas.openxmlformats.org/officeDocument/2006/relationships/image" Target="/ppt/media/image20.png" Id="Re0c4444f866841be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99931189784c65" /><Relationship Type="http://schemas.openxmlformats.org/officeDocument/2006/relationships/image" Target="/ppt/media/image25.png" Id="R32202bc6803a46d3" /><Relationship Type="http://schemas.openxmlformats.org/officeDocument/2006/relationships/image" Target="/ppt/media/image26.png" Id="R14fcbe472a37402a" /><Relationship Type="http://schemas.openxmlformats.org/officeDocument/2006/relationships/image" Target="/ppt/media/image27.png" Id="R9efe73ab21e54e1f" /><Relationship Type="http://schemas.openxmlformats.org/officeDocument/2006/relationships/image" Target="/ppt/media/image28.png" Id="Rae42a146917f4566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30ba7eb9b945df" /><Relationship Type="http://schemas.openxmlformats.org/officeDocument/2006/relationships/image" Target="/ppt/media/image17.png" Id="R91c7f9137ccb4815" /><Relationship Type="http://schemas.openxmlformats.org/officeDocument/2006/relationships/image" Target="/ppt/media/image18.png" Id="R0193fbc9641c4191" /><Relationship Type="http://schemas.openxmlformats.org/officeDocument/2006/relationships/image" Target="/ppt/media/image19.png" Id="R441455913b3a4844" /><Relationship Type="http://schemas.openxmlformats.org/officeDocument/2006/relationships/image" Target="/ppt/media/image20.png" Id="R70ba7fc4d46f4b89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c2bdd3ebe04e87" /><Relationship Type="http://schemas.openxmlformats.org/officeDocument/2006/relationships/image" Target="/ppt/media/image25.png" Id="Recb183567d0647f6" /><Relationship Type="http://schemas.openxmlformats.org/officeDocument/2006/relationships/image" Target="/ppt/media/image26.png" Id="R85f8f71179e14d19" /><Relationship Type="http://schemas.openxmlformats.org/officeDocument/2006/relationships/image" Target="/ppt/media/image27.png" Id="R5f6a8d02be584120" /><Relationship Type="http://schemas.openxmlformats.org/officeDocument/2006/relationships/image" Target="/ppt/media/image28.png" Id="R5a24ba1b35ee4aa7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56222b0d2240ac" /><Relationship Type="http://schemas.openxmlformats.org/officeDocument/2006/relationships/image" Target="/ppt/media/image9.png" Id="Re4ed22b21fbd48d9" /><Relationship Type="http://schemas.openxmlformats.org/officeDocument/2006/relationships/image" Target="/ppt/media/image10.png" Id="R8f96d9e959be4178" /><Relationship Type="http://schemas.openxmlformats.org/officeDocument/2006/relationships/image" Target="/ppt/media/image11.png" Id="R061a69c7fe8f41cc" /><Relationship Type="http://schemas.openxmlformats.org/officeDocument/2006/relationships/image" Target="/ppt/media/image12.png" Id="R8f53c305cd354883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e9db43d5e3432b" /><Relationship Type="http://schemas.openxmlformats.org/officeDocument/2006/relationships/image" Target="/ppt/media/image21.png" Id="Rd5a67e7e55064dea" /><Relationship Type="http://schemas.openxmlformats.org/officeDocument/2006/relationships/image" Target="/ppt/media/image22.png" Id="Rbabccabda5e54324" /><Relationship Type="http://schemas.openxmlformats.org/officeDocument/2006/relationships/image" Target="/ppt/media/image23.png" Id="R359d2d402e114aac" /><Relationship Type="http://schemas.openxmlformats.org/officeDocument/2006/relationships/image" Target="/ppt/media/image24.png" Id="R6a920538563845d8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fdea621c8f417d" /><Relationship Type="http://schemas.openxmlformats.org/officeDocument/2006/relationships/image" Target="/ppt/media/image17.png" Id="Rb4e457c8b1264996" /><Relationship Type="http://schemas.openxmlformats.org/officeDocument/2006/relationships/image" Target="/ppt/media/image18.png" Id="Rf33a2cd7c85c4420" /><Relationship Type="http://schemas.openxmlformats.org/officeDocument/2006/relationships/image" Target="/ppt/media/image19.png" Id="R7dd513e53c664c42" /><Relationship Type="http://schemas.openxmlformats.org/officeDocument/2006/relationships/image" Target="/ppt/media/image20.png" Id="Re3c78d9bf2204c19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20109004944e29" /><Relationship Type="http://schemas.openxmlformats.org/officeDocument/2006/relationships/image" Target="/ppt/media/image9.png" Id="R44d5e94dbd7e4ee7" /><Relationship Type="http://schemas.openxmlformats.org/officeDocument/2006/relationships/image" Target="/ppt/media/image10.png" Id="Rfe3122a431bf4e5d" /><Relationship Type="http://schemas.openxmlformats.org/officeDocument/2006/relationships/image" Target="/ppt/media/image11.png" Id="R112e76f2d69641d0" /><Relationship Type="http://schemas.openxmlformats.org/officeDocument/2006/relationships/image" Target="/ppt/media/image12.png" Id="R5b0196c3633f484c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a1c54b5e0e43c9" /><Relationship Type="http://schemas.openxmlformats.org/officeDocument/2006/relationships/image" Target="/ppt/media/image25.png" Id="R6bc9beff63ee4bdf" /><Relationship Type="http://schemas.openxmlformats.org/officeDocument/2006/relationships/image" Target="/ppt/media/image26.png" Id="Rd649caee988b4537" /><Relationship Type="http://schemas.openxmlformats.org/officeDocument/2006/relationships/image" Target="/ppt/media/image27.png" Id="Rfbd63fab3fcc4f60" /><Relationship Type="http://schemas.openxmlformats.org/officeDocument/2006/relationships/image" Target="/ppt/media/image28.png" Id="R7d5ed7f0a9544209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d0f2c2adb14015" /><Relationship Type="http://schemas.openxmlformats.org/officeDocument/2006/relationships/image" Target="/ppt/media/image.png" Id="Re55f65c291b349ec" /><Relationship Type="http://schemas.openxmlformats.org/officeDocument/2006/relationships/image" Target="/ppt/media/image2.png" Id="Rf765a4a1d7d94ec7" /><Relationship Type="http://schemas.openxmlformats.org/officeDocument/2006/relationships/image" Target="/ppt/media/image3.png" Id="R24162ab62a904cea" /><Relationship Type="http://schemas.openxmlformats.org/officeDocument/2006/relationships/image" Target="/ppt/media/image4.png" Id="Rbf8fa640ee394621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b9cf40bf66403e" /><Relationship Type="http://schemas.openxmlformats.org/officeDocument/2006/relationships/image" Target="/ppt/media/image.png" Id="R3722b547f683487f" /><Relationship Type="http://schemas.openxmlformats.org/officeDocument/2006/relationships/image" Target="/ppt/media/image2.png" Id="Rff829503c4874d64" /><Relationship Type="http://schemas.openxmlformats.org/officeDocument/2006/relationships/image" Target="/ppt/media/image3.png" Id="R20556a1815784a11" /><Relationship Type="http://schemas.openxmlformats.org/officeDocument/2006/relationships/image" Target="/ppt/media/image4.png" Id="R1da30a0bc11e431f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9c3c088f1944d9" /><Relationship Type="http://schemas.openxmlformats.org/officeDocument/2006/relationships/image" Target="/ppt/media/image.png" Id="R1cd0877e725c4054" /><Relationship Type="http://schemas.openxmlformats.org/officeDocument/2006/relationships/image" Target="/ppt/media/image2.png" Id="R18b2ba795ef6417b" /><Relationship Type="http://schemas.openxmlformats.org/officeDocument/2006/relationships/image" Target="/ppt/media/image3.png" Id="R1ff66a9565984583" /><Relationship Type="http://schemas.openxmlformats.org/officeDocument/2006/relationships/image" Target="/ppt/media/image4.png" Id="Rb58ecac4171141ff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53916148b9423e" /><Relationship Type="http://schemas.openxmlformats.org/officeDocument/2006/relationships/image" Target="/ppt/media/image17.png" Id="Rf3ffd388fad94799" /><Relationship Type="http://schemas.openxmlformats.org/officeDocument/2006/relationships/image" Target="/ppt/media/image18.png" Id="Rcc160ecbdcbf4d92" /><Relationship Type="http://schemas.openxmlformats.org/officeDocument/2006/relationships/image" Target="/ppt/media/image19.png" Id="R1548e71a49744782" /><Relationship Type="http://schemas.openxmlformats.org/officeDocument/2006/relationships/image" Target="/ppt/media/image20.png" Id="R29e26824c3544b1c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995061251d4d97" /><Relationship Type="http://schemas.openxmlformats.org/officeDocument/2006/relationships/image" Target="/ppt/media/image9.png" Id="R4d9a34bf356b4787" /><Relationship Type="http://schemas.openxmlformats.org/officeDocument/2006/relationships/image" Target="/ppt/media/image10.png" Id="Redff983d751b4fa4" /><Relationship Type="http://schemas.openxmlformats.org/officeDocument/2006/relationships/image" Target="/ppt/media/image11.png" Id="Rf28378d188e24010" /><Relationship Type="http://schemas.openxmlformats.org/officeDocument/2006/relationships/image" Target="/ppt/media/image12.png" Id="Rbe237905ea084d89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f50b7030e848d9" /><Relationship Type="http://schemas.openxmlformats.org/officeDocument/2006/relationships/image" Target="/ppt/media/image9.png" Id="Rfc245f6174c545ca" /><Relationship Type="http://schemas.openxmlformats.org/officeDocument/2006/relationships/image" Target="/ppt/media/image10.png" Id="Ra6ed3863960e499a" /><Relationship Type="http://schemas.openxmlformats.org/officeDocument/2006/relationships/image" Target="/ppt/media/image11.png" Id="R116787dadf9a4994" /><Relationship Type="http://schemas.openxmlformats.org/officeDocument/2006/relationships/image" Target="/ppt/media/image12.png" Id="R6d55ea6cf0b848d0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366c90991d45a4" /><Relationship Type="http://schemas.openxmlformats.org/officeDocument/2006/relationships/image" Target="/ppt/media/image5.png" Id="Rb76b211828c14435" /><Relationship Type="http://schemas.openxmlformats.org/officeDocument/2006/relationships/image" Target="/ppt/media/image6.png" Id="R88e050f247834f78" /><Relationship Type="http://schemas.openxmlformats.org/officeDocument/2006/relationships/image" Target="/ppt/media/image7.png" Id="R505602f9bb434956" /><Relationship Type="http://schemas.openxmlformats.org/officeDocument/2006/relationships/image" Target="/ppt/media/image8.png" Id="R5103ca6fe5f24437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cf6cf3a1f14723" /><Relationship Type="http://schemas.openxmlformats.org/officeDocument/2006/relationships/image" Target="/ppt/media/image9.png" Id="Ra1dc3ef4a4ad4a72" /><Relationship Type="http://schemas.openxmlformats.org/officeDocument/2006/relationships/image" Target="/ppt/media/image10.png" Id="R96d5775556bd4fc6" /><Relationship Type="http://schemas.openxmlformats.org/officeDocument/2006/relationships/image" Target="/ppt/media/image11.png" Id="Rce2c670634f74631" /><Relationship Type="http://schemas.openxmlformats.org/officeDocument/2006/relationships/image" Target="/ppt/media/image12.png" Id="Rb3588002e82f4563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bbf77a658b478c" /><Relationship Type="http://schemas.openxmlformats.org/officeDocument/2006/relationships/image" Target="/ppt/media/image25.png" Id="R132bc83c5abb450c" /><Relationship Type="http://schemas.openxmlformats.org/officeDocument/2006/relationships/image" Target="/ppt/media/image26.png" Id="Rd75101875ebf4e1e" /><Relationship Type="http://schemas.openxmlformats.org/officeDocument/2006/relationships/image" Target="/ppt/media/image27.png" Id="R1f280db12f5e4f85" /><Relationship Type="http://schemas.openxmlformats.org/officeDocument/2006/relationships/image" Target="/ppt/media/image28.png" Id="Re9bf6f7923ac4260" /></Relationships>
</file>

<file path=ppt/slideLayouts/_rels/slideLayout3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385d91d2f441bf" /><Relationship Type="http://schemas.openxmlformats.org/officeDocument/2006/relationships/image" Target="/ppt/media/image9.png" Id="R27d3ca2594d54d95" /><Relationship Type="http://schemas.openxmlformats.org/officeDocument/2006/relationships/image" Target="/ppt/media/image10.png" Id="R2e69e5bc5a854a3c" /><Relationship Type="http://schemas.openxmlformats.org/officeDocument/2006/relationships/image" Target="/ppt/media/image11.png" Id="R502c6a04937146be" /><Relationship Type="http://schemas.openxmlformats.org/officeDocument/2006/relationships/image" Target="/ppt/media/image12.png" Id="R771f9b4a76ab4298" /></Relationships>
</file>

<file path=ppt/slideLayouts/_rels/slideLayout3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1878d9dab3487c" /><Relationship Type="http://schemas.openxmlformats.org/officeDocument/2006/relationships/image" Target="/ppt/media/image9.png" Id="Rf17587ce0ff24b85" /><Relationship Type="http://schemas.openxmlformats.org/officeDocument/2006/relationships/image" Target="/ppt/media/image10.png" Id="R002e609c70e84227" /><Relationship Type="http://schemas.openxmlformats.org/officeDocument/2006/relationships/image" Target="/ppt/media/image11.png" Id="R2628a4dd96ce4fcf" /><Relationship Type="http://schemas.openxmlformats.org/officeDocument/2006/relationships/image" Target="/ppt/media/image12.png" Id="Ra7da2bb142b74af1" /></Relationships>
</file>

<file path=ppt/slideLayouts/_rels/slideLayout3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f293ddf88249b5" /><Relationship Type="http://schemas.openxmlformats.org/officeDocument/2006/relationships/image" Target="/ppt/media/image9.png" Id="R295f931a322f4ac8" /><Relationship Type="http://schemas.openxmlformats.org/officeDocument/2006/relationships/image" Target="/ppt/media/image10.png" Id="Rdd1dc0ee5c2b4056" /><Relationship Type="http://schemas.openxmlformats.org/officeDocument/2006/relationships/image" Target="/ppt/media/image11.png" Id="Rc75467e8641a415f" /><Relationship Type="http://schemas.openxmlformats.org/officeDocument/2006/relationships/image" Target="/ppt/media/image12.png" Id="R1cab81e9802044d7" /></Relationships>
</file>

<file path=ppt/slideLayouts/_rels/slideLayout3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2d8666cea948f1" /><Relationship Type="http://schemas.openxmlformats.org/officeDocument/2006/relationships/image" Target="/ppt/media/image9.png" Id="R49e760569dc04d40" /><Relationship Type="http://schemas.openxmlformats.org/officeDocument/2006/relationships/image" Target="/ppt/media/image10.png" Id="Rede024fc736344ff" /><Relationship Type="http://schemas.openxmlformats.org/officeDocument/2006/relationships/image" Target="/ppt/media/image11.png" Id="R66080b20c4064b34" /><Relationship Type="http://schemas.openxmlformats.org/officeDocument/2006/relationships/image" Target="/ppt/media/image12.png" Id="R8c624cbc3ab74e27" /></Relationships>
</file>

<file path=ppt/slideLayouts/slideLayout1.xml><?xml version="1.0" encoding="utf-8"?>
<p:sldLayout xmlns:p="http://schemas.openxmlformats.org/presentationml/2006/main" preserve="1">
  <p:cSld name="01 EAGLE 研究進展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9c44371d74510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73fb9971794a1b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ddbb5a05946df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396e4918d1439d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4A6F3-BC74-4396-85E6-8B2AFB95F2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832AD8-1DCE-4396-A74A-3073949F87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0F7BA8-CA3A-45C0-AAE6-82A55CF7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E10EB-A631-4BC3-84B6-92EB11CB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D53214-B676-4F83-BBBA-E98A3FA05E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1250" y="3390900"/>
            <a:ext cx="111633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[核心研究方向]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4896F-8F3A-45F3-B056-CC034206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05375"/>
            <a:ext cx="6781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D6AC45-70FA-494E-A3FF-4FCD1CDD504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33750" y="5381625"/>
            <a:ext cx="9258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5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[報告人]　[單位／研究群]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BD6833-7419-448B-8F9F-14E2A9B9577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810000" y="6334125"/>
            <a:ext cx="830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2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[日期]　[會議名稱]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02 這段時間改了什麼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153a943ab949ed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2fadf5b254ccf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b321fd9164090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49d74ad3634e16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32816-541A-4FD7-9945-4432329648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DFB72-60B0-4498-868D-2D5E29B25A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F3C89B-4CA6-4B04-938D-F76BA295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55EA6-3A7E-4AD1-A21F-16D7E900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C6BADA-3F37-4273-9F1C-E5723D1D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9432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FB2D5-17DC-4CD0-AA41-B537C6497BC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6DE37-710C-4A99-B6A4-CFEEA6219B4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暖白與植物邊飾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A0DB6C-7069-46E9-BDEF-31A83376EEB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邊飾留在四角，中央內容區保留呼吸空間。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38B0D-4CB8-43B9-A615-4F13173B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0576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A70346-68DF-41C6-9E52-FDE0A409DC1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7F3678-DD78-4ACF-836C-7004026A647F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酒紅標題與襯線字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BE5F6F-BCA4-461C-A743-E2EDB2F6617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標題置中；內文以清楚的層級和對齊呈現。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1E768D-58B1-45C4-B78A-30E860D9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1720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DE609C-D5C8-4300-B802-EFCB0DBE2B9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7E525E-7470-4AAC-9103-C85C46E80F67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玫瑰色框線與編號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65FD0-C9C3-4559-9357-F006A461CABF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同一列卡片等寬；流程依編號與箭頭閱讀。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1BBA0D-1CB8-408B-A738-09C7B83B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628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DAF313-CAEB-45B6-B2F2-37F3D9BB8F5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A28D8-7F13-42B7-8B0E-6DA317958AD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金色只標記重點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31F9DA-0182-41E5-9963-A1F8A23C1DBF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每頁集中強調一個差異、目前方案或主要發現。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520320-F75F-4B62-80CE-ABB49893AA5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複製合適頁面，或在「新增投影片／版面配置」選擇本模板的版型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03 09/04 改版的核心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b3c6dcb9204fc4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8c637bd39428d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3530545df64f17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8e754c57df410d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45448-F248-443D-8FD5-7F85155535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214592-79BF-4611-BDC6-0B78C1CCBFF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D219B-F740-4C90-B91F-3110F842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9B095-7723-447E-8DCC-2326A87A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A5FF9-9AA0-4E03-A04B-41679AEA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FAE663-F849-4C81-B244-F2693C46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AF408-8078-4702-8778-B5C632070B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43CD1D-BBA2-4DF7-9BF3-E0DA3BF74CA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E9E35-86C8-4282-890B-799181D2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D2AAF0-ACAB-44D9-82E9-C8FD6BE3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C1C049-B397-45A0-8AC9-B812BE87C9B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884EC5-5230-408A-BDB7-D288EF6D3BA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240893-94C2-4BA0-A028-FAB3BEEC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4EBC05-3C0F-417A-9500-D2AD73D28B1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04 EAGLE 目前完整流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cf0fed67674896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bf96b492114237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a235864140459d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23f3bc00f2495d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548FB-AFA8-4B79-A3DC-480976CA4E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[完整流程]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4FB02-EB5A-4369-865F-51482D4AD4B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[流程起點、終點與適用範圍]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CA6FC4-9690-4E8D-A906-781E9048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C9FDDD-75FB-4040-9008-710B73D5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3BC57-1AB9-431C-B50B-09CA102F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E6DFB0-ADF5-4B7A-A614-A13C4CFB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0A215B-C5BB-4EE0-8572-F0C51FD7F99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526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21556-DBF0-422F-A228-372FB8A1354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1334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1]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948B87-8368-4596-979F-A667C893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1A4028-2D17-4F1C-A5A0-5D5EEC3FF8B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287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37B32-5B1C-4F71-8056-FF29C322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BC4653-DC56-4C80-A5A3-158CDFDA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4367C5-77F8-4D8B-96F8-B760EBBB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1DD774-195A-4ED7-8B4B-C657A4FAFAC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674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E938F5-5A12-451A-8DBE-30ACA894163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48482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2]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D9D9FD-B5E0-429B-ACFE-444B6B9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A28708-E3C6-48B8-8578-0E757437002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49434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E5C81F-02BD-462F-9DE2-70495C49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D7C565-555C-4C97-B4F1-3413AF47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1F170D-6B49-4107-BA9D-23B110B6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49B031-A7D3-4F79-9D98-1BD43AFD9DD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7821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AE955-CA15-461D-8AAE-EC275566D6D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85629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3]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A4A9C9-D824-483F-BDD7-C2CFEED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F050BC-45BB-4DDE-BFBE-60A24D3662FA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86582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DCC642-7F77-4CCD-92BC-577C503C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B51841-6DC3-4CA5-AB18-1C9916C4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03AB0F-7C72-4D9D-B198-2C602B99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835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A7C279-9116-4353-BE5C-7F4E65E5EC5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34969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8F46B5-DE03-4D37-8CD9-A649D10AB5FD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2777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4]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A1C189-79D8-4901-B37B-6DA7424A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F37966-4A19-4F28-BD0A-DC8C3E4B0C7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23729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CACD98-2D83-4C8F-A705-55DBD2D2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1E9CEB-EF31-4E81-A766-E9192628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835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A778E1-C782-4F89-8519-5F5993FBBA2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34969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FCA37C-F264-402A-8B52-BC8FDCBE76B5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2777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5]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4CDBC7-49F0-42B3-8106-F6B3696E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C12073-B3CD-4DE5-A6FC-F2A2C009133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23729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B3177A-1113-4D0F-8244-645D4997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67B9F9-B0BD-4B83-BD1E-E158E595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38A02A-3963-4488-BCC6-575BA8683D0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97821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C59BCD-B6E3-4B7A-B9D4-B99E89A00F4A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85629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6]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89084FA-FF8D-463B-B2AC-28A0A8FA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C96A83-5F02-4FBB-BC16-2D05E947D6D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86582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9E5FED-C346-44F7-8CB1-2506D6D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873A29B-562F-4FAE-9360-8D269CB4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F3A0DD-3238-4946-B65F-4824892A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0159380-70ED-4BD2-8890-81C432F3A25D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0674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5573B41-00EB-4B92-B223-48359ECEF34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48482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7]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7EACD16-D59B-4110-83D0-AD3401ED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281270A-7EB1-4F39-8B22-9A7C131EBE6F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49434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E16A449-1DC6-4610-A9FF-8A9D3BFE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099B1D5-4074-4ED4-8050-8756E3F9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1361A68-F823-46F2-AAFD-8D6584A2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BDE3DD6-B3D2-4802-84BF-E4F1A3349CFA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23526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8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DE97390-21A5-4EE5-B86F-3470687F5965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11334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[步驟 8]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1FFF25C-39CA-4595-9274-36633F9D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FB66C9D-8A2C-4E4B-8572-ECB92B8C7F27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12287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[輸出]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5A0B27C-ACFE-4A85-86BA-4D44D71B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125DC20-1147-4944-879E-2047436C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257800"/>
            <a:ext cx="219075" cy="4000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5.xml><?xml version="1.0" encoding="utf-8"?>
<p:sldLayout xmlns:p="http://schemas.openxmlformats.org/presentationml/2006/main" preserve="1">
  <p:cSld name="05 EAGLE 演化的對象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4ed1561a3a4839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ec03a5c4e4c33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3a4b58d4f348aa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00494673643a6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AC663-D814-4510-805E-2087AE9274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F4AA3-4E08-4118-AF02-1D7B7E1EF82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A6F759-F0FA-4C6A-8E0A-18CA3B3F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9BA69-C5CE-4D0E-BD4E-529F208A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6.xml><?xml version="1.0" encoding="utf-8"?>
<p:sldLayout xmlns:p="http://schemas.openxmlformats.org/presentationml/2006/main" preserve="1">
  <p:cSld name="06 初始 Policy 的歷史比較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1563ee3bc4b04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f509c59f534403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e2a0ec4fe54ccc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d3f8e2fd24344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38134-1976-46DD-A7E6-EDA4A58B3B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33441-3664-4370-A62D-6D00FE39CAA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CC7614-8DEF-4C18-A37A-4E4638DB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B70AF-94F3-4043-B72F-B98EE2F5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A9F989-32DF-426D-8D9D-B7448CC3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45BDB-71E1-44CF-85E5-CC7B35E5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D36BF-991C-401F-9741-39BF192AA8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F2F817-F964-4A4F-8208-EDF11F077AF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1FC83A-2579-4C50-80AF-0A36AAFC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E9783-3056-4AE4-9B44-B9CEEA3205E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1F8F79-BC8F-4D40-A956-2B6CE046E2A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5C114-FB06-4CCB-818B-70F99577BF4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498982-9758-45ED-B71C-12176D45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D87FD6-38B9-4D34-9CA6-7E20C96B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749F45-8250-4843-A5B5-3A73892C2C6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E6C05E-260E-4705-B382-D0C7EAA97F6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EDF59F-A513-4914-B3A2-72EAD040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F8FE90-87FA-42FD-9D1F-AA57C794695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700F85-90F6-408D-885C-254D4902DAE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8BC0D6-5A99-49F6-966C-DE8890DE635F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64CF15-F4D5-4EBE-9946-527474EF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3D1DFA-3EFE-4356-B84B-29B99876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D7DFF2-0928-42CA-96F8-533F990071D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219D96-FED1-4024-B23D-1CA8330D9AD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67EA62-2569-4653-8671-0550C836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771D87-7079-4FF7-997F-994208BFAAA3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D172D0-2363-4B28-8941-06576E15B78E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24DB55-BD02-4063-9BAB-55EAAC3DEBB2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3E7598-4436-4A4E-8825-EC231BB9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EA3182-8FD1-4634-8B26-41959C1578CA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D7AB89-50BD-4910-AC95-67E421DC058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07 本期的初始族群配置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aa78bc1e184e72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5b2254c93b43bf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c38d539d24380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e81f3c4aa4166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CD8E5-CD52-49E4-A691-35A3159E2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[輸入、轉換與輸出]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3D942-C4D4-44BA-AB39-D0B9C691F2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[物件定義與責任邊界]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56103-BF87-4EAE-BCE5-5C17CC1E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FCC1D3-69A0-44F6-BB3D-24941562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4143D-9AFE-41CC-B234-3F32AE6E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6286500" cy="3810000"/>
          </a:xfrm>
          <a:prstGeom xmlns:a="http://schemas.openxmlformats.org/drawingml/2006/main" prst="roundRect">
            <a:avLst>
              <a:gd name="adj" fmla="val 40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2E5FB4-322A-408D-B890-DAA55E5D03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[輸入結構]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3C8CF9-17F3-472A-8817-64C98C99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86225"/>
            <a:ext cx="575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D057A-4058-45CA-B2AF-D213CF172D1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A]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B]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C]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52AA94-1070-4960-B659-33B6A813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476500" cy="3810000"/>
          </a:xfrm>
          <a:prstGeom xmlns:a="http://schemas.openxmlformats.org/drawingml/2006/main" prst="roundRect">
            <a:avLst>
              <a:gd name="adj" fmla="val 615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9CB65-B638-4A68-8FF6-6FE6556679D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[轉換機制]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6328A6-A0B8-4B9B-9B1F-7977431F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86225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1D5568-1243-43F0-B7EE-1035AD8E579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[規則／方法]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[處理邏輯]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53DAF1-4D23-4C52-95D4-47EEBDE9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000375"/>
            <a:ext cx="3219450" cy="3810000"/>
          </a:xfrm>
          <a:prstGeom xmlns:a="http://schemas.openxmlformats.org/drawingml/2006/main" prst="roundRect">
            <a:avLst>
              <a:gd name="adj" fmla="val 473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C11157-1CD1-421F-9223-DC855ECB8A58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[輸出結果]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578643-56E2-4E31-A4A4-3F5FC5B8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2450" y="4086225"/>
            <a:ext cx="2686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C71965-6D1D-4F9D-B8D5-26AB2C4A075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[產物]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[驗證方式]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605D74-2923-415C-849B-ECEC315A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D64AE4-B9D5-40A5-9906-5FFE7E84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A97126-9FEB-472F-BF33-0F7F70E3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439025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9F91C6-0485-47CD-9DD9-5DFE97433444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[關鍵邊界：哪些內容會改變、哪些會保留]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08 三種 Operator 選擇模式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937ebec77b4458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71cc295a524b85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a7c2dc2954e7a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a81e982414102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E9DBE-0EB8-4A6B-9773-D2F8AB8896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A0772-712E-4BFA-B8FA-BA8C83AD523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FC71AA-6612-4032-BC2E-18D775CB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BE6529-1735-4C2F-A8DA-6CD4A8BE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9CC111-212A-4FE9-8506-6AD6AC5E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98A69B-ECCB-494A-8EEE-E9A0D500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900D52-A8F8-457B-B5E8-1EC65DB8AC0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874A2-5AD8-449B-984B-C4893E6F9FC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3D500-3C1F-485A-B90B-08B51D2F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8CD9EA-C683-4391-B2B0-EA6FF8BE2142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6E62A-E523-4E25-8EF2-8F293A2E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FB7E26-10B9-4F39-8E4E-65E4E35EF1E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EEE26-0122-46D7-AF6D-553EC56D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D43F6C-1DAA-4064-98CD-F5A6B0D2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F641B2-530D-40E9-A5B7-F0589EB0DCA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355013-8EB5-482B-8E91-52983E64207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A5AE8D-EB13-4F67-A736-C275EA10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994104-DC18-4439-B69B-B00667928A86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FD4E64-EAF6-4B41-8A91-7513D4ED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D98853-1BF9-4F0E-8550-2B60CF5DF03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B73512-FF5D-4A9E-A4B7-CEF3BBDA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3D9EBB-77AE-4987-A836-BB394DBF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3A26B4-F89B-47A6-AAEA-9B5D11F30257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0AACD6-D0F1-4040-8095-6B42205EDC3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EE33BC-ADE7-42E4-A3BB-AE728D90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06C300-72FC-4857-B750-43E4F0BD1CC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95B196-07DB-4E06-8788-7C5104FF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811B73-A2F3-476B-A350-42950C563A41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>
  <p:cSld name="09 三種 Reflection 的責任邊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6f3f5074df423a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de19ed395b4189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4fe6c67ed04c9c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250152a5ed48e9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8EC02B-8C20-4864-898A-5C59020172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E08F0-1B94-4E75-8A5D-5E1ED126CA0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2BFF6-1CC6-4828-8E78-2622AD49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DB85D1-BB62-4233-A14B-518A1038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EBB16-1CC6-422D-98FB-B12D8356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7A7BA2-1599-4F06-B11D-2AF00C2F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1444E8-3B22-4D4A-AA9E-009BCAA15E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88E317-6A85-47B0-A0F5-867BEB5A399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AAC62B-81A8-4578-A298-854ADB51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994D8-EECD-4D3A-B6D0-B874990020E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8DA422-E6EB-4B47-809F-B743DB94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6B2FE4-0FF7-426C-A89F-3574BB05D14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43CA3C-6612-46E5-94C3-C34612F3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BBCE65-EB25-4E8B-8D5A-215AE84D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633A34-6DDB-4FFF-AA0B-EAC734F64AD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00D50-BBA2-4A7F-91C4-7CF44E2A42C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926F2-5D33-4FBB-A382-866D4FCD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1391F1-3887-4445-91BF-A0F785250D3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78AD97-77C0-4203-9740-94F8ED81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1329F2-E385-4F3C-86C1-9374F8A7100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955A8F-9791-4A9D-93B1-C086A14D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A9D5F4-1205-44AA-893A-E1E4548B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1CDC44-AE7C-4DCE-8575-C28ED5752845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1D02A7-8127-4755-B209-51C90801C03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155D2A-4012-4979-B557-1A8B4758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589B5F-813F-4429-AD13-5A63A68B762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DD70AA-314E-40B5-9C8F-891561C9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A3334A-86C0-45F4-B105-79273214AD76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>
  <p:cSld name="10 實驗分成四個階段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05b0b83ff649ac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6803faf52148dd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4c279a3a94c4e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151437e8714709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518C9-D5FA-44AF-BA4E-7B4170FEB5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AE754-F947-4A20-9257-37286B5D7A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9ED10-F876-45E3-A9F2-BDE3DE3C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635AF-E5BA-4B96-AA0F-F35A018A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DE947B-6B9E-4D63-8F11-AACF8046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9432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62F64-7127-4B6A-9C5B-F33EE64AFF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4DA127-53EC-42A5-975E-F13A17BE15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暖白與植物邊飾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70E55D-CA11-4EEA-AFCA-86BBBD966C7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邊飾留在四角，中央內容區保留呼吸空間。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0E0ED-8784-4698-8A25-1031ECEC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0576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0793EC-08AE-4EC3-95C9-5F0AF66E19B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46CFF2-B0E4-4410-A4AA-AB471114DB8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酒紅標題與襯線字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F608F8-B0B6-4B07-906C-A695706A772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標題置中；內文以清楚的層級和對齊呈現。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A7372A-F9DF-459E-8C6A-C2C0387F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1720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A9F0C7-E01A-46DC-B042-1F06E23A37B4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B9BC4A-5F20-4461-B8A0-BD8B0FA5544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玫瑰色框線與編號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4D5BB1-E25A-4D9A-9129-C5D2B769647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同一列卡片等寬；流程依編號與箭頭閱讀。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699C11-3285-492F-BB55-0E11F3D2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628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E2625D-9E05-4567-874F-66DB99E690F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ED2F0E-DE7B-42E9-8BC9-F1C474FF41D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金色只標記重點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BE7F12-ABD7-4B48-B659-C59E591BF30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每頁集中強調一個差異、目前方案或主要發現。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F21862-7323-4059-BA9F-8838BCB06F1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複製合適頁面，或在「新增投影片／版面配置」選擇本模板的版型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>
  <p:cSld name="11 實驗一：同一父代、三種反思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3c731bd85d4a91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875f241d984c29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814f6633b648e0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2196206b8541c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769D4-39BA-4CC2-8304-4F91577F20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51BCF-9F78-4546-9DF2-B0FACC94FB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95F0A5-B318-4D80-A0E2-B8578FAD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16825-E756-4943-B552-AA5F6095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169523-EAD4-4ACA-A469-E93E9BDB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B0926B-4120-4D30-80C9-4E778391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AB6F2-8509-4B89-8F31-9112F450AEC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A6359F-2EB7-466A-BAA4-5A05B039AF4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FABB32-7A92-4EEB-BFD2-283BECAF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94C035-3E44-4468-A34C-8970CA067E9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8BD6C9-4823-4A24-B83F-5B0E2FD3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73B46-7BBF-47B1-845D-053BD7E944F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2F5641-16E5-4B4B-A372-2B9B9333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A9CE6F-3555-4B6F-B044-AE66FBC8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2BF444-9864-4DBD-998A-8E48037F2E2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3DE87-5934-4FBA-820C-F7FC89C868E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8CF47F-910A-4BD8-BA8E-14BE1140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79888F-794C-4C47-9C0C-53D75F37D5A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14A44A-0D7A-46C4-98C3-C4FBC59E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5CD370-1196-4290-A559-BA2E6D126B0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FB11D8-4808-4BAE-B475-A764376E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CBE61D-93C9-4A48-B575-F893F8C5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FDFF24-C939-47B3-B38F-6FB1A3DBB030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FE8BDD-AE94-4059-8108-84848105E746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362CD8-7F15-486B-A9A9-D2DE4B73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83BDD3-7AEC-40C8-9429-46C4E1E884F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642DA0-E7FA-474F-960B-A72C74A2E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2C654A-64A9-4519-83C6-0512711AC7B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>
  <p:cSld name="12 實驗一：8 / 9 次成功套用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e218386384f13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f9df11839a47ed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8a5cfb76ec453f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c4444f866841be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696F0-3565-4D32-8FDD-3A852F24BC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3442A3-AB54-4D73-898B-9D01ED7CE29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DC486F-48B9-49DF-8C9F-2DD2B782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8232E-5849-4B36-AF61-E6BCF695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61144-5021-4AD8-9612-B8A1E3EC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60D0DE-0903-4D94-8BAC-4B075EDD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C9C627-E34B-4F1B-A508-877AD945BB7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A18BA-AFB1-4EB5-8A8C-AA11A6B7DD5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05818D-CCCC-481C-8C5C-2F13C138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F6045E-1538-4682-9F69-7E1F9BDE0E6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42A2A-7C24-4A1D-BBF4-90765E2DB3D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C8489-072E-47AB-83A3-FBDD8ACDFEB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FC9E4A-CF81-4673-8F75-9938B16B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613B72-F858-4450-8D75-6E2C3475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E48A97-5C56-4E6C-98FC-406D45CA4BC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F612C0-0D1D-4E15-9BDF-CDBC5E64AC4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D0E78B-0C8C-4908-9661-1C1389CD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3FABD-72FC-4333-8318-D0016B0560F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DE1751-087F-43F4-8E73-9D803CD9FAA5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ABEA38-9B08-4037-84AB-602448C999C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94B4FD-8D6F-4D08-BF43-3C06FF67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5A5B90-7620-4AC8-A8C3-18B00AFE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BF6ADE-C4EF-4F9E-AA50-A81D76E5049A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6E13E8-4573-40FC-96F3-93024E1783C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25AC1F-0673-4349-9F56-6FB285B5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F22ED5-5659-43FD-A2B7-EFF4A061804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9F004D-5ADD-449B-8A12-75EDBE8DB72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4AF2BE-36A6-4C9F-BFE9-6D6019D783CE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75436D-23B1-44F4-A4C7-08FA4D7C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36A3FB-9BA5-41C3-A8AC-5293B69746DD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A90C20-F2C3-4D13-85C9-38495EA91A1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>
  <p:cSld name="13 實驗一：各次 trial 暴露的問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202bc6803a46d3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fcbe472a37402a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fe73ab21e54e1f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2a146917f4566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9F23B-D2C5-4331-95AA-612F5C7762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014BF-857D-4C28-83CE-B7799484BBB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CA189B-B81A-470C-B4ED-FED5861F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6976B6-88F1-4F2A-93EB-51E5EEFC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316C7-271B-4029-9D55-6F632D88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E02A1-7364-444D-8752-EE9D40BB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E83D5C-E761-43A1-8626-2BC24A4E612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E47639-3368-40B6-BFB9-EE0D4622E2C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03521-AF9E-4ECC-8478-45FCA5C2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C5AF1-E1A9-4548-94C7-3AE73B775AC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3A9B7-A058-4BA9-BD72-545B12FA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947B2C-1A4D-4FD5-B318-F9525DF34A85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FF44E9-831E-41FD-ABA9-2FCF2F7E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BB547B-3846-413C-99C2-CDA72725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ECD1AC-EF64-4329-9038-1F514657CEA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5D4C48-AF43-465D-AEE5-5168C3965EB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80BE85-3E90-4C85-A712-FB035A0A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1D2C81-1AEB-4C74-9EB2-71D6F6683CD5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3DCD29-C53F-4B5A-BC57-912F5E70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9BCE1E-2AD8-4C34-8A7F-53C1A67E92D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8E3D75-4019-4438-AAF7-F759754E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16EFCB-D387-4834-AD97-5CF9D915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48987C-FACF-4466-8DF9-DC5B9BE3CB4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5CDE18-F898-4B5D-A39D-E06810D5E00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D4A024-16A2-47B0-B965-80112B67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C566F9-33E8-4A1F-B484-347B10A1953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0F6F06-56BC-49CB-93FB-5F02E6F0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F7ABE5-2369-413D-B1F9-20D6A46DD69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>
  <p:cSld name="14 實驗二：補規則後仍有錯誤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c7f9137ccb4815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93fbc9641c4191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1455913b3a4844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a7fc4d46f4b89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FD8ABC-2479-4851-8AAA-4350CB6585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CD23CB-CB5A-4793-8BD1-3AE99854EF2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D9CC2-BCE2-4E9B-A59F-13003B6A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E5DEF-0248-445C-A710-C91B9A71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8C8A8-AAF9-473F-B137-1DEB5108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8D400E-037E-4644-9C69-BACE5D59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63389-C72C-4CA6-8786-03178DF5624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6CC17-8774-4773-8742-ACA5D058DEC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E89ECE-29E7-4111-80A2-88760404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D5BA4A-C133-4636-B6EB-F6060B099FD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07FE3-DD96-4D56-9E41-CC916BEFC0E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6AF587-2BBC-4194-B156-3C191829BE5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9235AC-1B99-4AC1-AAF4-85FF0B2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CE8053-D4C4-4B99-9AF8-BB0CACBF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FED7C-B8B3-41BD-9CE7-3D6738E83CD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48D883-E747-43F5-969A-17391BAFD41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120FFB-C359-4CDA-ADC5-76D1B120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561317-97C8-427F-A6D2-FD702A3DBE8C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D77DB5-B14E-488C-B6F6-15F1EC0C051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F17F2B-144D-43D7-AA6C-FCBFABD9CBD6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BB34A3-9DC6-4281-A58B-9686328E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9D1CD9-56AB-4411-8E2A-D5829F6B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D8EAD4-DCD1-4D20-88E3-D00A151D7DB0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BDBF0-2BEF-4BF8-90BD-F0CAA8423C4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DB4E98-E017-430F-8CCC-3B6E3E30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86896A-C2E5-4FC4-BD91-4855272BE9B2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4383F1-2CF0-4483-ACCA-98F401A856A3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626478-3E0A-4275-8BB5-C27B42128223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6A31EE-DF06-4D44-976B-3EB0B6D0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A4C9A0-7CAB-463E-B4E9-02584BB88CE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24D899-FC49-43AF-8C42-B2D7B20C3FA0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>
  <p:cSld name="15 實驗二：Strategy 的三個變體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b183567d0647f6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8f71179e14d19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6a8d02be584120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24ba1b35ee4aa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9CB95-6BCB-424F-B40A-6FCC7A4E47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67CF8D-EEC5-448E-AB2F-DE641C85670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B3B1BF-AF6F-47D1-A2F9-2CC8459A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4CC3E-C45C-49D9-8C30-8E68E67D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181E90-2253-430E-AAED-93CC8E83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5BC476-9000-477F-B18F-03777268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21472E-8A03-4F68-A2D8-9749E9079C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0478C8-2F90-49A3-920E-1AC93764D02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1590D-2705-422E-BCBB-54B90ADE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7E06A-0437-429B-8143-B44EA898391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4FDDD-8C75-4A87-BD32-9B09E914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CB581B-C398-4B68-A38F-28AA9792F69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B95AFA-5FBA-474B-B4F1-CBA84A3D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41E271-0591-4821-B027-8D8F6F23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E0CC13-F6E5-4A5D-9029-B1EA756B739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F0179D-20FC-4FA9-BE29-3EDCC337037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0788D0-DA8F-4C07-BBA0-91414EC5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D796E-974C-417A-BB1B-B07391847A0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D4E2AA-6867-4B86-8B83-9ADE97C9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234246-D03A-4013-AB6B-CD8D8B1E6FE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67D9D4-82C1-44B6-B81A-45A41AE1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AFB9CF-4D05-4875-A2AB-245A4C5E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143D9B-79C6-4022-B3B3-FBC1D6BD5907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77C91F-EB02-4D24-9516-938117198B13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C37E53-3601-4E92-8B28-ECA4A820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8912BF-52F2-4290-BA39-C61AC0E5DED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917EB1-B1B4-4596-A898-C5F44B27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0BF254-1411-4C5B-9B46-A4EECC1471E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>
  <p:cSld name="16 實驗二：Code 與 Balance 的問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ed22b21fbd48d9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6d9e959be4178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1a69c7fe8f41cc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3c305cd354883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FA604-6AC8-4B6D-B667-025AA02572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8334A5-9A9C-4D20-90B8-15B2511DA2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5560C-C406-4CD3-8576-D89D4107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DAA00-C758-49DD-B7EE-BA34237A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7FC1-B7C5-4889-B538-D09B458E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D3E40-F96A-4821-BB26-013FF1E4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03DA23-724D-4D92-9723-6C134808A9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13174C-F036-44F8-BF63-7E92E9286DC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7F70F8-DBBD-4D2C-83B9-93A3A7F9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131594-68CD-4645-9E0A-8C2DE359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0AFB94-4EB2-4084-AE8A-8C724EE880D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91FF36-0C5D-4BD3-BB1E-7D7D26012E8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92920-81EB-4427-84C2-4F0F165D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EA2268-940E-40B8-A21D-2E5B08AF321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>
  <p:cSld name="17 實驗三：用上游子代驗證 Compliance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a67e7e55064dea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bccabda5e54324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9d2d402e114aac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920538563845d8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7AA01-9BED-421D-8845-1551E333D8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[輸入、轉換與輸出]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C4ADA5-4DE0-44F9-B017-30F1EE0FCBC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[物件定義與責任邊界]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3B49A-9B04-4BEB-AD7D-69A277ED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257D99-C641-4C36-B864-A6EEED2B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B52AEC-3AFC-4190-BF66-E48FA9F5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6286500" cy="3810000"/>
          </a:xfrm>
          <a:prstGeom xmlns:a="http://schemas.openxmlformats.org/drawingml/2006/main" prst="roundRect">
            <a:avLst>
              <a:gd name="adj" fmla="val 400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7F6F5-4573-4FF9-AF7F-DC72CAC020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[輸入結構]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B04B1-76A4-4B4A-9773-761E8FE8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86225"/>
            <a:ext cx="575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205C8-34F8-4BC7-B31C-1B61FE56346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A]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B]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[組件 C]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7ADD8A-70C7-4666-80DA-1EEFC82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476500" cy="3810000"/>
          </a:xfrm>
          <a:prstGeom xmlns:a="http://schemas.openxmlformats.org/drawingml/2006/main" prst="roundRect">
            <a:avLst>
              <a:gd name="adj" fmla="val 615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1A669-1C9A-4EFD-8FFD-ED7CA70A698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[轉換機制]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29A2B-9975-4423-B574-9A70E2C5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86225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150737-6D86-460E-86F4-E5FB5654A87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[規則／方法]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[處理邏輯]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DEDEAC-0746-47FB-AD23-F7541B50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000375"/>
            <a:ext cx="3219450" cy="3810000"/>
          </a:xfrm>
          <a:prstGeom xmlns:a="http://schemas.openxmlformats.org/drawingml/2006/main" prst="roundRect">
            <a:avLst>
              <a:gd name="adj" fmla="val 4734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A63A44-78FE-4EE8-BFA4-5CA0DEF07583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[輸出結果]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C0039B-09AC-48C0-98D7-EA23556B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2450" y="4086225"/>
            <a:ext cx="2686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C4830D-C1F9-47E9-872D-675C5ECBED3F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[產物]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[驗證方式]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1FD3CC-B84E-4512-8DA7-EC0BA29E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CB7FA3-0167-4D67-B23E-4217EFA3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13E170-E0C2-40B2-B6D6-1271AEFA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439025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E6F7B4-6CD6-4A09-83D6-0F94A400FFD6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[關鍵邊界：哪些內容會改變、哪些會保留]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>
  <p:cSld name="18 實驗三：10 / 12 次安全套用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457c8b1264996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3a2cd7c85c4420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d513e53c664c42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c78d9bf2204c19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96C2F-1274-45DA-9901-52A85AD134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E9A504-B235-4A83-9C02-9CC86316EE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09635-3748-49DE-AE37-526BFA1B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707CA-8037-42E4-9DFF-CC690D7C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5554E-1BDF-481E-8606-B2BB639C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F32FE-FD70-4869-B642-0135738C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F915AC-23FD-4D5F-9158-7E3A5CC6F71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93994A-8EC5-402C-80A9-127F6DD9889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D1E18-A200-4730-AB38-87699B17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7D412E-6212-417B-A361-C1591DA273E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1D37F4-9161-4C33-B4F7-8C5B38EB557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EAD87-BC33-4E56-815B-888E757F17F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96896-F766-4E5F-A27B-185707D6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FC1C1D-6B52-41E0-80D8-E4A68CC0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27D898-EED6-4B2A-9813-58AC90F36EF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C79102-9106-448D-BBFD-CE8B606E14E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DAD53E-7E1E-4518-A132-D8AD4597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F2A464-1D86-4879-AE95-B7A217A4BB3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395A4-3EF9-4CA3-8806-A3046FEDEB92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068B3B-8513-4138-A341-8E7D3496EAF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3C80D5-36D3-41D8-BA0C-B97E3CF8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CBD09C-EF71-4BF4-97EC-7010AED9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228584-33B5-4167-AD49-413A51688CF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CC270A-04CE-4AFB-ADDA-5BE5EE795CF0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EA7D1E-0BEE-4B72-89E3-80A25547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C75237-3FBF-4437-996D-79D4D4A06F07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B84E47-FF46-466B-B1AB-78E58CC7C2F7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2283B6-CDBC-4B67-BC62-29905601069E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8A12F9-F4CB-40BF-84EC-093A598E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E51991-B61F-401F-9B04-8BA5E2B76A31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F4EF70-847F-4AE3-97DE-8FF9AA06490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>
  <p:cSld name="19 實驗三：兩次拒絕與後續修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5e94dbd7e4ee7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3122a431bf4e5d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2e76f2d69641d0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196c3633f484c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1FE57-F172-4578-867E-87CC7FEBC8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46AAD-68FE-4A59-B371-E995EE8FBD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A67778-AB25-4738-B55D-D00DD64B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87AD4-B6F9-4EE3-B3D2-43002709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66883-20AF-4C2F-BCE2-7F9441ED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B896A-EC00-42CC-95B4-DB066174D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3D851-4E58-47A6-8EB4-97F9724F6D8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A4CDEE-9E87-4D8D-BEB8-34685E224BD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7D226-4A94-4F5E-9BDF-A34C7B56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AFF6C7-28CD-4427-AC45-8D08AD54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2B1DAB-8A3F-4559-AB5F-4C22585B68D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DBFDE8-B891-4966-A5B7-7F722B335D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86C7A9-192E-4AF1-A2A6-0E644222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16E766-F066-407E-8567-662FB727EF5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>
  <p:cSld name="20 實驗四：三種固定比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c9beff63ee4bdf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49caee988b4537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d63fab3fcc4f60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5ed7f0a9544209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24A38-0F51-4380-9B0C-3FE7770B94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59988-783A-4EE8-8A8D-8E2A6161DC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C032E2-4233-48C0-A877-260FB661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5CD556-93A6-41EF-A36D-6FE80B0F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908BDF-12C8-4E04-80CE-8F728AF9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CBCB18-CA05-43DC-BA34-58FE62B1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2D6BB-3625-48C7-A2E5-ED0F2DB52FB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61D8B-0169-42E5-938A-A13CB5DC958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BDB2E0-F129-4FDC-A207-807ECDA5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D3BE1D-683D-4F38-87D7-CEC61175BEA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00598F-8764-403D-878A-E35F8B5D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AB986-BD2E-4574-9758-F10252F4B2C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40169E-7E36-4380-ACE9-DB1570D2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B2DE82-C4F7-4475-B80E-5DC6006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D44C6B-F804-4C03-ADBB-124A58EF729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1E3FD3-45A2-49ED-8EBD-C9098C2EFE89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FA5529-7E94-400C-B085-6C31AA00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BFD4F0-3DE9-43BB-A75B-34F186D3399B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A087DD-E281-4C1D-80E1-5B3F3B44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D2556B-9CC5-4112-A458-D278834AB99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BE5E2E-FC0E-4305-982E-4B06FECB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E3ACBC-9BAC-4955-A9EC-00DED789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BD4EE3-8FFE-44C8-943F-4C2F1163783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8961F8-DC91-4FFD-B2A3-38BD5577DBD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98EC7D-81F5-48EF-BAE7-F1E77AA9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499BE4-C8BD-407A-902F-38D8FF61861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8F88B3-2198-4A41-BD25-542D29E8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698087-CED7-4843-ADDD-9582C71C490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preserve="1">
  <p:cSld name="21 比例實驗的整體結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f65c291b349ec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65a4a1d7d94ec7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162ab62a904cea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8fa640ee394621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7B2A3-2942-4426-B26C-66CB6BC410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AF74FD-BFF7-4A33-9463-4768460B07B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0349C-4AA4-4A86-8AA0-F79A2ED7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7AF4B-5E27-441E-AABE-DBB13AFE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2.xml><?xml version="1.0" encoding="utf-8"?>
<p:sldLayout xmlns:p="http://schemas.openxmlformats.org/presentationml/2006/main" preserve="1">
  <p:cSld name="22 每代生存者的平均 GP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22b547f683487f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29503c4874d64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556a1815784a11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a30a0bc11e431f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444A1-7D15-4A4A-8357-CAD2618ECD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EE363-A78B-40CC-9D63-236A00BE0B0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89450E-99B3-42CB-A574-56CB297F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C51CA-3599-4866-8947-75980E42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3.xml><?xml version="1.0" encoding="utf-8"?>
<p:sldLayout xmlns:p="http://schemas.openxmlformats.org/presentationml/2006/main" preserve="1">
  <p:cSld name="23 600 場 Final Test 的 champion 結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d0877e725c4054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b2ba795ef6417b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f66a9565984583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ecac4171141ff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A92FE7-E03E-4A09-B751-6568B632E9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7C9B60-544C-4142-A685-9384CE8040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F4A7D4-4B1F-4332-8C56-9ADC3A91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56C80A-2B64-40E4-94CB-0582D6A4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4.xml><?xml version="1.0" encoding="utf-8"?>
<p:sldLayout xmlns:p="http://schemas.openxmlformats.org/presentationml/2006/main" preserve="1">
  <p:cSld name="24 可靠度與 LLM 成本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ffd388fad94799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160ecbdcbf4d92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48e71a49744782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e26824c3544b1c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1EEF4-D8CF-4883-9D40-9D3A056A66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19A4A-AB74-421A-9C64-F5A1BF9373C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41240-8C90-4FB7-9CA7-651FB50E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7EF220-8A31-473D-B76D-03236A11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F36C7F-7AD2-4B1B-A998-B92805E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63C4BB-9993-4A14-818D-78DCD526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A26670-7453-40C9-95BB-B6EC0255AC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C42FCE-B078-458E-B149-C295DFF8AA7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F11B6-EC5B-4693-8998-71D9A04A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66D7FD-D75D-454B-A925-3994865A6EF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6962CF-6F33-482C-B8B5-471877B5578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BEBF1D-7D48-4A9B-A97D-B824A0A3E418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CABD07-605D-408C-92D4-49FAE4EB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38E53-E8E4-4D29-A504-56B11ABF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4D7A8F-D503-4002-BBC6-096232A68EC6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5FAD15-2CB9-4BE7-ADBF-5BF490047C7D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8A9D7D-C749-4C55-B75B-650AA32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615635-C758-4111-96D7-886ECEE7359F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2AC40F-BDBB-48B3-95A8-37F4ECCE92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864305-CFE8-4E1C-8E27-56CD48FC259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C7F6B7-235C-4227-8DC5-201E22B0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0AC867-52A1-4533-A4DC-C01B986D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D45094-372B-4C9C-9401-538562EBD6F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CBE7C2-116E-43D9-81F2-ECDC4008435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518398-B000-40D0-9759-D516BB15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1ED21C-A10A-49BA-91DD-7C38066DE934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16FFDC-BA03-4364-9386-D4B9EDE6EFA0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920AA8-1B43-4C9B-96A7-DBB99191709D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6CBD41-16B6-4577-8236-17778753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441F4C-7E38-463C-9CCF-E222D5039F1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0E24A3-6AE8-408E-8865-F4B76E68AF0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[限制、例外或需要進一步驗證的項目]</a:t>
            </a:r>
          </a:p>
        </p:txBody>
      </p:sp>
    </p:spTree>
  </p:cSld>
</p:sldLayout>
</file>

<file path=ppt/slideLayouts/slideLayout25.xml><?xml version="1.0" encoding="utf-8"?>
<p:sldLayout xmlns:p="http://schemas.openxmlformats.org/presentationml/2006/main" preserve="1">
  <p:cSld name="25 09/07 的 AOS 設定與比較限制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9a34bf356b4787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ff983d751b4fa4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378d188e24010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237905ea084d89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C1719-03F6-4004-A9B2-954BC1FC72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658064-7C59-4E3E-B35B-75D974E55A8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4DEEF-BC2E-4E9C-9210-2D3BF592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6B3F01-055B-4903-ABA3-3A85B12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6A8DD-5477-44F2-B3D5-A42E1C4C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90DE9-2F60-4401-8260-BA861A43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E4B67-D5D9-49B0-9942-F9948D378F4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B6958-4CDD-4E01-A159-DD494A56538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508D6-BC50-42A2-90F8-DB3C05D1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BDB53-D5C1-4D9B-A0F8-53E18340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AFD9DE-5155-41BB-871A-4C87927E235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56F6D4-B326-49CF-AE19-593E23A8A208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1259A-59F0-481B-8F8A-D38F9008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452F53-6C58-4835-8DAF-A490707802E1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26.xml><?xml version="1.0" encoding="utf-8"?>
<p:sldLayout xmlns:p="http://schemas.openxmlformats.org/presentationml/2006/main" preserve="1">
  <p:cSld name="26 本次總結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245f6174c545ca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d3863960e499a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6787dadf9a4994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55ea6cf0b848d0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41975-7FDB-44DF-B111-E68635B583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65D19-EBA5-4014-84D5-F82E97A8968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7F3C8-EAFB-498E-AE44-B923F02B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0414D7-4CC1-4EDE-BBE5-00DF27B0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AF53C4-E33F-48D9-8760-26EEA964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FF96C-0876-4101-93CF-E48501E5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D9833-6B13-4D56-9D79-795964243E5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49859E-64B2-43E6-ACA2-E7E2CA5B00F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B280FD-E0D0-4A95-8085-7CB061E7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CEB5A-DD26-4247-8948-CB66E3AA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DD133A-568E-4299-95C4-3531724253E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5119E-4FA1-4CEB-B96E-7BF2CDFB799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9BE94-5B78-45D9-8F92-85861573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18BD8-6623-4750-ADCB-90BCB542853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27.xml><?xml version="1.0" encoding="utf-8"?>
<p:sldLayout xmlns:p="http://schemas.openxmlformats.org/presentationml/2006/main" preserve="1">
  <p:cSld name="27 0907 後更新：版本時間軸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6b211828c14435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e050f247834f78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602f9bb434956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3ca6fe5f2443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CC619-1BDF-475F-80E4-38C5D11790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BD02D-473A-488A-92FF-D927F34345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630E32-FB2D-436D-B439-65B2FB48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9CFD2-0AD3-4F7E-8DB8-0183799F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8.xml><?xml version="1.0" encoding="utf-8"?>
<p:sldLayout xmlns:p="http://schemas.openxmlformats.org/presentationml/2006/main" preserve="1">
  <p:cSld name="28 V1–V3：評估設定與執行索引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dc3ef4a4ad4a72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d5775556bd4fc6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2c670634f74631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588002e82f4563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39E418-D035-41FA-B0CD-73482CC813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88321C-A538-490A-B9D2-B25EACC2212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D76A5-13E2-4C3A-9C55-5E7BDE6E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68B9EE-B5A8-4674-92EC-4BA95A2F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BF22ED-61F9-460E-B65E-408709A7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DAC857-A79B-4695-8B3B-220EC33C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E45948-09BB-46D0-8E17-14BCFC16A73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016ED-60DF-4E9E-A84C-C2BEB97603E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C04720-A05E-49FC-9BC6-0843B6DF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DB83F5-3843-4C83-BFCB-CEE3F965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917F05-879D-4861-93E9-A1E4EB61CA4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9BAAEA-2CD4-404B-9F1E-66B3251345B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52BC90-3761-48B7-B45D-8EA9616C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4C61FB-B406-44A7-95BD-2E89542DC4D1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29.xml><?xml version="1.0" encoding="utf-8"?>
<p:sldLayout xmlns:p="http://schemas.openxmlformats.org/presentationml/2006/main" preserve="1">
  <p:cSld name="29 V4：每代分成三個階段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2bc83c5abb450c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5101875ebf4e1e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280db12f5e4f85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bf6f7923ac4260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809713-DA23-4BDC-81B9-EF87106EB4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858AB-353D-450C-880B-02E5964F7F0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FE3164-B8D3-46DD-A6B3-1F95EAC7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19E57C-A41E-489A-A65A-564A2B16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E610CB-E02D-4F1E-92A5-A52B2CA0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F3F6C3-C139-494A-8471-B611F24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EF4179-FA0A-4355-A693-3AF5D8D06A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2E92C9-D9B7-41D0-A680-041EE6F353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7A55DC-5DDD-40EA-9C2C-292E44138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173E90-E4EB-4DC2-9581-0FD958C94F2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64C862-870B-412F-BDBF-4F5189D8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357ED5-796E-4390-ADF3-963755373E9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0F900A-139A-494A-A98F-0422BA56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53785D-290C-4790-8B7A-A76A357B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0889AC-027D-444D-A7F3-841CB5777DE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367B77-4F3E-4A17-B7FB-1DF5895C48B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8D5306-1E58-4A76-8ED9-2BC3C8C9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874463-BFF3-4E7C-B89E-0165DD6E9A6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70C79D-90E9-4389-8A5D-0BDE6794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D5473A-9D22-4C32-AF95-8C4920436CC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1EFF42-F63D-43BC-823A-31C32623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F7FDC2-13BF-4415-8F9B-80165849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870962-4BF8-492C-97A9-1E7EDF62941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2C24E5-8EF0-4FBE-90F8-6CC51C8D6E3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869552-F060-49DB-A87A-08B2E1BB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162CD6-36A5-430D-A5D3-EEED5B98D69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236760-62EE-4CBD-8C5A-2574B0B4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0F852D-339E-4F86-8522-7137531048B9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[限制與適用情境]</a:t>
            </a:r>
          </a:p>
        </p:txBody>
      </p:sp>
    </p:spTree>
  </p:cSld>
</p:sldLayout>
</file>

<file path=ppt/slideLayouts/slideLayout30.xml><?xml version="1.0" encoding="utf-8"?>
<p:sldLayout xmlns:p="http://schemas.openxmlformats.org/presentationml/2006/main" preserve="1">
  <p:cSld name="30 V4：模型職責可以分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3ca2594d54d95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69e5bc5a854a3c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c6a04937146be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1f9b4a76ab4298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59F8B5-8000-47DC-88FD-F7F161E739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8E42B-43BA-4008-8EC2-0D23CE8D79E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BF71EC-AF94-4275-9BC4-FE0E9FC7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C3C6A-7028-4387-B988-B7624DFF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35AE19-3CD2-4554-AF46-3FB91B4C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F76A29-12D6-4BA9-B467-80B5F4E8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880FF5-172D-4871-AF10-DFB908682AD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68687D-69DD-436B-9ACB-CA7604ED609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922173-ABEF-4078-8EB2-820EC140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40E6C2-9102-46A0-9E58-7C7A0D27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750DF9-91AB-4328-83EA-390D2164E758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D31EC3-F722-41B3-AAAB-AB1560363BD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681E72-0F82-46B3-A388-F41FA8B5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936037-5B6E-43E0-A4DF-3D8150C1F9E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31.xml><?xml version="1.0" encoding="utf-8"?>
<p:sldLayout xmlns:p="http://schemas.openxmlformats.org/presentationml/2006/main" preserve="1">
  <p:cSld name="31 V4：反思與修碼可分開追蹤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7587ce0ff24b85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e609c70e84227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28a4dd96ce4fcf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da2bb142b74af1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53417-5CAD-4026-9CDD-13EC820A15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92FFD-EF53-4DEA-AAA9-7E57F1E8A9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4A1114-4939-43E3-BE00-A3B5D487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9E47C2-F539-4427-8ECC-94F8F40A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553448-B946-4B06-851D-81F85C59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B29631-E192-40F2-B771-00550E16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F1FD3-C531-4C00-B8C5-20C583E216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3E9FC8-F7A4-45ED-A2CA-655F0866426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3AB022-6368-4183-B1B1-8504FD54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B7FBF2-EE36-45B7-A198-66295693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2AA6D3-E851-4D53-8FBE-10641B16D28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94CF8-7046-40A2-9602-A917F0CB8C9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96C8E6-A848-4CE1-A05B-EF95060F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735357-642C-406B-94EA-E8EB5AA00AD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32.xml><?xml version="1.0" encoding="utf-8"?>
<p:sldLayout xmlns:p="http://schemas.openxmlformats.org/presentationml/2006/main" preserve="1">
  <p:cSld name="32 V4：單模型與雙模型比較設定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5f931a322f4ac8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1dc0ee5c2b4056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5467e8641a415f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ab81e9802044d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743AB-6146-4B5E-84E9-C5731A624C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126DC3-A432-4025-A47B-A0A41BB22F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885BE-91B9-4157-9334-CA17FD9B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583679-D382-4B4B-97DC-728900DE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7478E-0C1F-4750-82DD-43F57EFD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0CE016-5A27-4621-B4CA-2676C704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B5CF80-4F58-447C-8B50-B050F1F351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B996C7-83E4-4261-952E-9005ED04ED2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2B8D33-9FCC-4CAF-AB64-0ABDAC99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DDB704-C128-45B9-83ED-C46516D8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1565B-CE33-43E9-975A-9A7DC45A0D18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D0256B-B7CA-4CCD-88DC-0E43D0DEE0D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F9E1DB-62BE-433D-ACC7-65E000AE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EEDA33-ABCC-4833-8590-8291F7D5DDD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Layouts/slideLayout33.xml><?xml version="1.0" encoding="utf-8"?>
<p:sldLayout xmlns:p="http://schemas.openxmlformats.org/presentationml/2006/main" preserve="1">
  <p:cSld name="33 V5 整合與本次更新重點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e760569dc04d40"/>
          <a:stretch xmlns:a="http://schemas.openxmlformats.org/drawingml/2006/main"/>
        </p:blipFill>
        <p:spPr>
          <a:xfrm xmlns:a="http://schemas.openxmlformats.org/drawingml/2006/main">
            <a:off x="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024fc736344ff"/>
          <a:stretch xmlns:a="http://schemas.openxmlformats.org/drawingml/2006/main"/>
        </p:blipFill>
        <p:spPr>
          <a:xfrm xmlns:a="http://schemas.openxmlformats.org/drawingml/2006/main">
            <a:off x="12687300" y="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080b20c4064b34"/>
          <a:stretch xmlns:a="http://schemas.openxmlformats.org/drawingml/2006/main"/>
        </p:blipFill>
        <p:spPr>
          <a:xfrm xmlns:a="http://schemas.openxmlformats.org/drawingml/2006/main">
            <a:off x="0" y="7200900"/>
            <a:ext cx="3238500" cy="1762125"/>
          </a:xfrm>
          <a:prstGeom xmlns:a="http://schemas.openxmlformats.org/drawingml/2006/main" prst="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624cbc3ab74e27"/>
          <a:stretch xmlns:a="http://schemas.openxmlformats.org/drawingml/2006/main"/>
        </p:blipFill>
        <p:spPr>
          <a:xfrm xmlns:a="http://schemas.openxmlformats.org/drawingml/2006/main">
            <a:off x="12687300" y="7200900"/>
            <a:ext cx="3238500" cy="1762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207FD0-04DD-4D57-AD0E-3203DEAEC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5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7BBE7-F153-46F9-A612-7B04A37AE8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665A63-CC7F-422A-A170-8D07B509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EA5475-7BDD-4469-8163-444A89C6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94EA60-FF6A-4F88-85AA-EC64FEDF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D1A664-4E60-4485-A89D-29083A92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0E1FB-FA21-4AC3-93D0-234EA2BD70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2F8FF-5B9F-4340-8143-EE39213B7EF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9207C-3DD0-4DEB-8B35-0948EBEF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5F8A69-519E-4720-AB9F-8E48C562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650965-E52B-4F72-85B7-C68D5504D74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5B4357-1C64-4374-8822-3259B842721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B1BB07-846E-4ABF-856B-A8058595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249C4A-0348-4822-8DA7-B6E03D05001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[本次會議需要取得的決定]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677c257687417c" /><Relationship Type="http://schemas.openxmlformats.org/officeDocument/2006/relationships/slideLayout" Target="/ppt/slideLayouts/slideLayout1.xml" Id="R66bd9ae3c06e42c2" /><Relationship Type="http://schemas.openxmlformats.org/officeDocument/2006/relationships/slideLayout" Target="/ppt/slideLayouts/slideLayout2.xml" Id="Reeb19a25ea7c4ec4" /><Relationship Type="http://schemas.openxmlformats.org/officeDocument/2006/relationships/slideLayout" Target="/ppt/slideLayouts/slideLayout3.xml" Id="R6bdb3b71c6494645" /><Relationship Type="http://schemas.openxmlformats.org/officeDocument/2006/relationships/slideLayout" Target="/ppt/slideLayouts/slideLayout4.xml" Id="R921c4d7fac444c6f" /><Relationship Type="http://schemas.openxmlformats.org/officeDocument/2006/relationships/slideLayout" Target="/ppt/slideLayouts/slideLayout5.xml" Id="R58e7470c7a34448e" /><Relationship Type="http://schemas.openxmlformats.org/officeDocument/2006/relationships/slideLayout" Target="/ppt/slideLayouts/slideLayout6.xml" Id="R4da00e7dbc9246ca" /><Relationship Type="http://schemas.openxmlformats.org/officeDocument/2006/relationships/slideLayout" Target="/ppt/slideLayouts/slideLayout7.xml" Id="Ra5a5d41d70fd417f" /><Relationship Type="http://schemas.openxmlformats.org/officeDocument/2006/relationships/slideLayout" Target="/ppt/slideLayouts/slideLayout8.xml" Id="R9a7dce6e55db434a" /><Relationship Type="http://schemas.openxmlformats.org/officeDocument/2006/relationships/slideLayout" Target="/ppt/slideLayouts/slideLayout9.xml" Id="R0893c2c84ed84ad0" /><Relationship Type="http://schemas.openxmlformats.org/officeDocument/2006/relationships/slideLayout" Target="/ppt/slideLayouts/slideLayout10.xml" Id="Rbbeb1632dd304c94" /><Relationship Type="http://schemas.openxmlformats.org/officeDocument/2006/relationships/slideLayout" Target="/ppt/slideLayouts/slideLayout11.xml" Id="R664812f13df34ba5" /><Relationship Type="http://schemas.openxmlformats.org/officeDocument/2006/relationships/slideLayout" Target="/ppt/slideLayouts/slideLayout12.xml" Id="R29ca9ae782bb48ae" /><Relationship Type="http://schemas.openxmlformats.org/officeDocument/2006/relationships/slideLayout" Target="/ppt/slideLayouts/slideLayout13.xml" Id="R0b353c9800664e94" /><Relationship Type="http://schemas.openxmlformats.org/officeDocument/2006/relationships/slideLayout" Target="/ppt/slideLayouts/slideLayout14.xml" Id="R35c6756749df436f" /><Relationship Type="http://schemas.openxmlformats.org/officeDocument/2006/relationships/slideLayout" Target="/ppt/slideLayouts/slideLayout15.xml" Id="R3e4352801a1048e8" /><Relationship Type="http://schemas.openxmlformats.org/officeDocument/2006/relationships/slideLayout" Target="/ppt/slideLayouts/slideLayout16.xml" Id="Rc8cb32d6f06948a1" /><Relationship Type="http://schemas.openxmlformats.org/officeDocument/2006/relationships/slideLayout" Target="/ppt/slideLayouts/slideLayout17.xml" Id="R92f3b49f345749b7" /><Relationship Type="http://schemas.openxmlformats.org/officeDocument/2006/relationships/slideLayout" Target="/ppt/slideLayouts/slideLayout18.xml" Id="R022a0ca70792464d" /><Relationship Type="http://schemas.openxmlformats.org/officeDocument/2006/relationships/slideLayout" Target="/ppt/slideLayouts/slideLayout19.xml" Id="R8dc3b76b818d4199" /><Relationship Type="http://schemas.openxmlformats.org/officeDocument/2006/relationships/slideLayout" Target="/ppt/slideLayouts/slideLayout20.xml" Id="Rbb84e35e4fca4834" /><Relationship Type="http://schemas.openxmlformats.org/officeDocument/2006/relationships/slideLayout" Target="/ppt/slideLayouts/slideLayout21.xml" Id="R6ceebd26aa4b4e29" /><Relationship Type="http://schemas.openxmlformats.org/officeDocument/2006/relationships/slideLayout" Target="/ppt/slideLayouts/slideLayout22.xml" Id="R257df240558a429c" /><Relationship Type="http://schemas.openxmlformats.org/officeDocument/2006/relationships/slideLayout" Target="/ppt/slideLayouts/slideLayout23.xml" Id="R5bfa2bfe941c4f67" /><Relationship Type="http://schemas.openxmlformats.org/officeDocument/2006/relationships/slideLayout" Target="/ppt/slideLayouts/slideLayout24.xml" Id="Rfec5514bc61f49bb" /><Relationship Type="http://schemas.openxmlformats.org/officeDocument/2006/relationships/slideLayout" Target="/ppt/slideLayouts/slideLayout25.xml" Id="R14fa6210e33d4ee0" /><Relationship Type="http://schemas.openxmlformats.org/officeDocument/2006/relationships/slideLayout" Target="/ppt/slideLayouts/slideLayout26.xml" Id="R22380fad42134dc4" /><Relationship Type="http://schemas.openxmlformats.org/officeDocument/2006/relationships/slideLayout" Target="/ppt/slideLayouts/slideLayout27.xml" Id="R8acb23003e824849" /><Relationship Type="http://schemas.openxmlformats.org/officeDocument/2006/relationships/slideLayout" Target="/ppt/slideLayouts/slideLayout28.xml" Id="R40ddc9f8e90c482d" /><Relationship Type="http://schemas.openxmlformats.org/officeDocument/2006/relationships/slideLayout" Target="/ppt/slideLayouts/slideLayout29.xml" Id="R8fcd54908e3847d0" /><Relationship Type="http://schemas.openxmlformats.org/officeDocument/2006/relationships/slideLayout" Target="/ppt/slideLayouts/slideLayout30.xml" Id="R58306338e93b44da" /><Relationship Type="http://schemas.openxmlformats.org/officeDocument/2006/relationships/slideLayout" Target="/ppt/slideLayouts/slideLayout31.xml" Id="Rd42fcdd5119e489c" /><Relationship Type="http://schemas.openxmlformats.org/officeDocument/2006/relationships/slideLayout" Target="/ppt/slideLayouts/slideLayout32.xml" Id="Rbd82907443404deb" /><Relationship Type="http://schemas.openxmlformats.org/officeDocument/2006/relationships/slideLayout" Target="/ppt/slideLayouts/slideLayout33.xml" Id="R740b454f6c704b51" /></Relationships>
</file>

<file path=ppt/slideMasters/slideMaster1.xml><?xml version="1.0" encoding="utf-8"?>
<p:sldMaster xmlns:p="http://schemas.openxmlformats.org/presentationml/2006/main">
  <p:cSld name="Meeting 0830 Floral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bd9ae3c06e42c2"/>
    <p:sldLayoutId xmlns:r="http://schemas.openxmlformats.org/officeDocument/2006/relationships" id="2147483650" r:id="Reeb19a25ea7c4ec4"/>
    <p:sldLayoutId xmlns:r="http://schemas.openxmlformats.org/officeDocument/2006/relationships" id="2147483651" r:id="R6bdb3b71c6494645"/>
    <p:sldLayoutId xmlns:r="http://schemas.openxmlformats.org/officeDocument/2006/relationships" id="2147483652" r:id="R921c4d7fac444c6f"/>
    <p:sldLayoutId xmlns:r="http://schemas.openxmlformats.org/officeDocument/2006/relationships" id="2147483653" r:id="R58e7470c7a34448e"/>
    <p:sldLayoutId xmlns:r="http://schemas.openxmlformats.org/officeDocument/2006/relationships" id="2147483654" r:id="R4da00e7dbc9246ca"/>
    <p:sldLayoutId xmlns:r="http://schemas.openxmlformats.org/officeDocument/2006/relationships" id="2147483655" r:id="Ra5a5d41d70fd417f"/>
    <p:sldLayoutId xmlns:r="http://schemas.openxmlformats.org/officeDocument/2006/relationships" id="2147483656" r:id="R9a7dce6e55db434a"/>
    <p:sldLayoutId xmlns:r="http://schemas.openxmlformats.org/officeDocument/2006/relationships" id="2147483657" r:id="R0893c2c84ed84ad0"/>
    <p:sldLayoutId xmlns:r="http://schemas.openxmlformats.org/officeDocument/2006/relationships" id="2147483658" r:id="Rbbeb1632dd304c94"/>
    <p:sldLayoutId xmlns:r="http://schemas.openxmlformats.org/officeDocument/2006/relationships" id="2147483659" r:id="R664812f13df34ba5"/>
    <p:sldLayoutId xmlns:r="http://schemas.openxmlformats.org/officeDocument/2006/relationships" id="2147483660" r:id="R29ca9ae782bb48ae"/>
    <p:sldLayoutId xmlns:r="http://schemas.openxmlformats.org/officeDocument/2006/relationships" id="2147483661" r:id="R0b353c9800664e94"/>
    <p:sldLayoutId xmlns:r="http://schemas.openxmlformats.org/officeDocument/2006/relationships" id="2147483662" r:id="R35c6756749df436f"/>
    <p:sldLayoutId xmlns:r="http://schemas.openxmlformats.org/officeDocument/2006/relationships" id="2147483663" r:id="R3e4352801a1048e8"/>
    <p:sldLayoutId xmlns:r="http://schemas.openxmlformats.org/officeDocument/2006/relationships" id="2147483664" r:id="Rc8cb32d6f06948a1"/>
    <p:sldLayoutId xmlns:r="http://schemas.openxmlformats.org/officeDocument/2006/relationships" id="2147483665" r:id="R92f3b49f345749b7"/>
    <p:sldLayoutId xmlns:r="http://schemas.openxmlformats.org/officeDocument/2006/relationships" id="2147483666" r:id="R022a0ca70792464d"/>
    <p:sldLayoutId xmlns:r="http://schemas.openxmlformats.org/officeDocument/2006/relationships" id="2147483667" r:id="R8dc3b76b818d4199"/>
    <p:sldLayoutId xmlns:r="http://schemas.openxmlformats.org/officeDocument/2006/relationships" id="2147483668" r:id="Rbb84e35e4fca4834"/>
    <p:sldLayoutId xmlns:r="http://schemas.openxmlformats.org/officeDocument/2006/relationships" id="2147483669" r:id="R6ceebd26aa4b4e29"/>
    <p:sldLayoutId xmlns:r="http://schemas.openxmlformats.org/officeDocument/2006/relationships" id="2147483670" r:id="R257df240558a429c"/>
    <p:sldLayoutId xmlns:r="http://schemas.openxmlformats.org/officeDocument/2006/relationships" id="2147483671" r:id="R5bfa2bfe941c4f67"/>
    <p:sldLayoutId xmlns:r="http://schemas.openxmlformats.org/officeDocument/2006/relationships" id="2147483672" r:id="Rfec5514bc61f49bb"/>
    <p:sldLayoutId xmlns:r="http://schemas.openxmlformats.org/officeDocument/2006/relationships" id="2147483673" r:id="R14fa6210e33d4ee0"/>
    <p:sldLayoutId xmlns:r="http://schemas.openxmlformats.org/officeDocument/2006/relationships" id="2147483674" r:id="R22380fad42134dc4"/>
    <p:sldLayoutId xmlns:r="http://schemas.openxmlformats.org/officeDocument/2006/relationships" id="2147483675" r:id="R8acb23003e824849"/>
    <p:sldLayoutId xmlns:r="http://schemas.openxmlformats.org/officeDocument/2006/relationships" id="2147483676" r:id="R40ddc9f8e90c482d"/>
    <p:sldLayoutId xmlns:r="http://schemas.openxmlformats.org/officeDocument/2006/relationships" id="2147483677" r:id="R8fcd54908e3847d0"/>
    <p:sldLayoutId xmlns:r="http://schemas.openxmlformats.org/officeDocument/2006/relationships" id="2147483678" r:id="R58306338e93b44da"/>
    <p:sldLayoutId xmlns:r="http://schemas.openxmlformats.org/officeDocument/2006/relationships" id="2147483679" r:id="Rd42fcdd5119e489c"/>
    <p:sldLayoutId xmlns:r="http://schemas.openxmlformats.org/officeDocument/2006/relationships" id="2147483680" r:id="Rbd82907443404deb"/>
    <p:sldLayoutId xmlns:r="http://schemas.openxmlformats.org/officeDocument/2006/relationships" id="2147483681" r:id="R740b454f6c704b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PMingLiU"/>
        <a:ea typeface="PMingLiU"/>
        <a:cs typeface="PMingLiU"/>
      </a:majorFont>
      <a:minorFont>
        <a:latin typeface="PMingLiU"/>
        <a:ea typeface="PMingLiU"/>
        <a:cs typeface="PMingLiU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5c2451fe8e4afe" /><Relationship Type="http://schemas.openxmlformats.org/officeDocument/2006/relationships/notesSlide" Target="/ppt/notesSlides/notesSlide1.xml" Id="R9bffb4b314a44f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966f46a674429a" /><Relationship Type="http://schemas.openxmlformats.org/officeDocument/2006/relationships/notesSlide" Target="/ppt/notesSlides/notesSlide2.xml" Id="Rf09211e82d5847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5ff381929f64572" /><Relationship Type="http://schemas.openxmlformats.org/officeDocument/2006/relationships/notesSlide" Target="/ppt/notesSlides/notesSlide3.xml" Id="Rac3e62aecb7e4a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9b7ef62c066f4711" /><Relationship Type="http://schemas.openxmlformats.org/officeDocument/2006/relationships/notesSlide" Target="/ppt/notesSlides/notesSlide4.xml" Id="R4dff0989bcd648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a4c7e87ff414b90" /><Relationship Type="http://schemas.openxmlformats.org/officeDocument/2006/relationships/notesSlide" Target="/ppt/notesSlides/notesSlide5.xml" Id="R9b6a6f85af4045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84c4ba8ff44df4" /><Relationship Type="http://schemas.openxmlformats.org/officeDocument/2006/relationships/notesSlide" Target="/ppt/notesSlides/notesSlide6.xml" Id="R83c30e21df734f0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f3356fec984b14" /><Relationship Type="http://schemas.openxmlformats.org/officeDocument/2006/relationships/notesSlide" Target="/ppt/notesSlides/notesSlide7.xml" Id="Rf75ad0c695c0447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7bd57bd8f22e4a7a" /><Relationship Type="http://schemas.openxmlformats.org/officeDocument/2006/relationships/notesSlide" Target="/ppt/notesSlides/notesSlide8.xml" Id="Rfbb8b51b382447e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6b39af69566e494a" /><Relationship Type="http://schemas.openxmlformats.org/officeDocument/2006/relationships/notesSlide" Target="/ppt/notesSlides/notesSlide9.xml" Id="R91e867fc1864420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8082e08d81c64480" /><Relationship Type="http://schemas.openxmlformats.org/officeDocument/2006/relationships/notesSlide" Target="/ppt/notesSlides/notesSlide10.xml" Id="R46e1563e62da4c0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885d809d65e641b2" /><Relationship Type="http://schemas.openxmlformats.org/officeDocument/2006/relationships/notesSlide" Target="/ppt/notesSlides/notesSlide11.xml" Id="R4f07e6c6fcd1430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7bcb34541494963" /><Relationship Type="http://schemas.openxmlformats.org/officeDocument/2006/relationships/notesSlide" Target="/ppt/notesSlides/notesSlide12.xml" Id="R35a7c9e69de94ec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19d96458860b4af4" /><Relationship Type="http://schemas.openxmlformats.org/officeDocument/2006/relationships/notesSlide" Target="/ppt/notesSlides/notesSlide13.xml" Id="R641f7bcf8fdd43e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5672a55f844d4dd2" /><Relationship Type="http://schemas.openxmlformats.org/officeDocument/2006/relationships/notesSlide" Target="/ppt/notesSlides/notesSlide14.xml" Id="R89b29850719d469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1390164796e44427" /><Relationship Type="http://schemas.openxmlformats.org/officeDocument/2006/relationships/notesSlide" Target="/ppt/notesSlides/notesSlide15.xml" Id="R4068525f8b814a4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a7a40699ab1b49cb" /><Relationship Type="http://schemas.openxmlformats.org/officeDocument/2006/relationships/notesSlide" Target="/ppt/notesSlides/notesSlide16.xml" Id="R0fb19d4e6372416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c2a7e699f634ddc" /><Relationship Type="http://schemas.openxmlformats.org/officeDocument/2006/relationships/notesSlide" Target="/ppt/notesSlides/notesSlide17.xml" Id="R62268ab4fe23453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e3dfb08bc6bc48a0" /><Relationship Type="http://schemas.openxmlformats.org/officeDocument/2006/relationships/notesSlide" Target="/ppt/notesSlides/notesSlide18.xml" Id="R3c2b5fc063cf451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ba88caff161d4a00" /><Relationship Type="http://schemas.openxmlformats.org/officeDocument/2006/relationships/notesSlide" Target="/ppt/notesSlides/notesSlide19.xml" Id="R9945e496c9fc469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0.xml" Id="Rcb0901e7fc53493a" /><Relationship Type="http://schemas.openxmlformats.org/officeDocument/2006/relationships/notesSlide" Target="/ppt/notesSlides/notesSlide20.xml" Id="Rd3625e4b34f2483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8aa5c17f074a4822" /><Relationship Type="http://schemas.openxmlformats.org/officeDocument/2006/relationships/notesSlide" Target="/ppt/notesSlides/notesSlide21.xml" Id="Rdec32a8d382a414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2.xml" Id="R822d46fbabd241a7" /><Relationship Type="http://schemas.openxmlformats.org/officeDocument/2006/relationships/chart" Target="/ppt/slides/charts/chart1.xml" Id="Rc43159398208452a" /><Relationship Type="http://schemas.openxmlformats.org/officeDocument/2006/relationships/notesSlide" Target="/ppt/notesSlides/notesSlide22.xml" Id="R96667535736f44a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ba6c5e1eaa4640be" /><Relationship Type="http://schemas.openxmlformats.org/officeDocument/2006/relationships/chart" Target="/ppt/slides/charts/chart2.xml" Id="Rcbf48241b06e43d9" /><Relationship Type="http://schemas.openxmlformats.org/officeDocument/2006/relationships/notesSlide" Target="/ppt/notesSlides/notesSlide23.xml" Id="R695779ea9f734ad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9db0340cf3954f1d" /><Relationship Type="http://schemas.openxmlformats.org/officeDocument/2006/relationships/notesSlide" Target="/ppt/notesSlides/notesSlide24.xml" Id="Reab0166866534e0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5.xml" Id="Rc046261a1ae64f71" /><Relationship Type="http://schemas.openxmlformats.org/officeDocument/2006/relationships/notesSlide" Target="/ppt/notesSlides/notesSlide25.xml" Id="Rf06743c327c540a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6.xml" Id="Rb768bfa0cbb64ba6" /><Relationship Type="http://schemas.openxmlformats.org/officeDocument/2006/relationships/notesSlide" Target="/ppt/notesSlides/notesSlide26.xml" Id="R63f3111732d74a4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7.xml" Id="Rb4dc2d81c8e54254" /><Relationship Type="http://schemas.openxmlformats.org/officeDocument/2006/relationships/notesSlide" Target="/ppt/notesSlides/notesSlide27.xml" Id="R9628342a16f54cc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8.xml" Id="R65ec902308b34b01" /><Relationship Type="http://schemas.openxmlformats.org/officeDocument/2006/relationships/notesSlide" Target="/ppt/notesSlides/notesSlide28.xml" Id="R0e6ccf2716af4f5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d269729421d34e72" /><Relationship Type="http://schemas.openxmlformats.org/officeDocument/2006/relationships/notesSlide" Target="/ppt/notesSlides/notesSlide29.xml" Id="Re70f35ed18004b4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0.xml" Id="R1f7c4862838c4bb2" /><Relationship Type="http://schemas.openxmlformats.org/officeDocument/2006/relationships/notesSlide" Target="/ppt/notesSlides/notesSlide30.xml" Id="Rf844e4d2d76a4f5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1.xml" Id="R8c0327a37b9e447b" /><Relationship Type="http://schemas.openxmlformats.org/officeDocument/2006/relationships/notesSlide" Target="/ppt/notesSlides/notesSlide31.xml" Id="R0f9d869a07ef44d7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2.xml" Id="R9df4e698cea049df" /><Relationship Type="http://schemas.openxmlformats.org/officeDocument/2006/relationships/notesSlide" Target="/ppt/notesSlides/notesSlide32.xml" Id="Rc51225de88db41f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3.xml" Id="Ref00da66f6f246ff" /><Relationship Type="http://schemas.openxmlformats.org/officeDocument/2006/relationships/notesSlide" Target="/ppt/notesSlides/notesSlide33.xml" Id="Ra64e20bf3587498e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20/20/60</c:v>
          </c:tx>
          <c:spPr>
            <a:ln xmlns:a="http://schemas.openxmlformats.org/drawingml/2006/main" w="38100">
              <a:solidFill>
                <a:srgbClr val="CF8792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F8792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-90.5</c:v>
              </c:pt>
              <c:pt idx="1">
                <c:v>-89.4</c:v>
              </c:pt>
              <c:pt idx="2">
                <c:v>-87.9</c:v>
              </c:pt>
              <c:pt idx="3">
                <c:v>-85.3</c:v>
              </c:pt>
              <c:pt idx="4">
                <c:v>-84.9</c:v>
              </c:pt>
              <c:pt idx="5">
                <c:v>-82.8</c:v>
              </c:pt>
              <c:pt idx="6">
                <c:v>-85.3</c:v>
              </c:pt>
              <c:pt idx="7">
                <c:v>-84.6</c:v>
              </c:pt>
              <c:pt idx="8">
                <c:v>-79.5</c:v>
              </c:pt>
              <c:pt idx="9">
                <c:v>-81.9</c:v>
              </c:pt>
              <c:pt idx="10">
                <c:v>-81.8</c:v>
              </c:pt>
              <c:pt idx="11">
                <c:v>-82</c:v>
              </c:pt>
              <c:pt idx="12">
                <c:v>-80.9</c:v>
              </c:pt>
              <c:pt idx="13">
                <c:v>-79.6</c:v>
              </c:pt>
              <c:pt idx="14">
                <c:v>-81</c:v>
              </c:pt>
              <c:pt idx="15">
                <c:v>-78.9</c:v>
              </c:pt>
              <c:pt idx="16">
                <c:v>-76.1</c:v>
              </c:pt>
              <c:pt idx="17">
                <c:v>-49.7</c:v>
              </c:pt>
              <c:pt idx="18">
                <c:v>-50.9</c:v>
              </c:pt>
              <c:pt idx="19">
                <c:v>-60.3</c:v>
              </c:pt>
              <c:pt idx="20">
                <c:v>-65.4</c:v>
              </c:pt>
            </c:numLit>
          </c:val>
          <c:smooth val="0"/>
        </c:ser>
        <c:ser>
          <c:idx val="1"/>
          <c:order val="1"/>
          <c:tx>
            <c:v>33/33/34</c:v>
          </c:tx>
          <c:spPr>
            <a:ln xmlns:a="http://schemas.openxmlformats.org/drawingml/2006/main" w="38100">
              <a:solidFill>
                <a:srgbClr val="C69B45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69B45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-90.4</c:v>
              </c:pt>
              <c:pt idx="1">
                <c:v>-87.7</c:v>
              </c:pt>
              <c:pt idx="2">
                <c:v>-73.8</c:v>
              </c:pt>
              <c:pt idx="3">
                <c:v>-68.1</c:v>
              </c:pt>
              <c:pt idx="4">
                <c:v>-64.6</c:v>
              </c:pt>
              <c:pt idx="5">
                <c:v>-59.7</c:v>
              </c:pt>
              <c:pt idx="6">
                <c:v>-66.4</c:v>
              </c:pt>
              <c:pt idx="7">
                <c:v>-65.7</c:v>
              </c:pt>
              <c:pt idx="8">
                <c:v>-59.8</c:v>
              </c:pt>
              <c:pt idx="9">
                <c:v>-59.2</c:v>
              </c:pt>
              <c:pt idx="10">
                <c:v>-62.4</c:v>
              </c:pt>
              <c:pt idx="11">
                <c:v>-63.2</c:v>
              </c:pt>
              <c:pt idx="12">
                <c:v>-53</c:v>
              </c:pt>
              <c:pt idx="13">
                <c:v>-50.9</c:v>
              </c:pt>
              <c:pt idx="14">
                <c:v>-57</c:v>
              </c:pt>
              <c:pt idx="15">
                <c:v>-60.7</c:v>
              </c:pt>
              <c:pt idx="16">
                <c:v>-54.8</c:v>
              </c:pt>
              <c:pt idx="17">
                <c:v>-55.8</c:v>
              </c:pt>
              <c:pt idx="18">
                <c:v>-57.4</c:v>
              </c:pt>
              <c:pt idx="19">
                <c:v>-53.5</c:v>
              </c:pt>
              <c:pt idx="20">
                <c:v>-53.4</c:v>
              </c:pt>
            </c:numLit>
          </c:val>
          <c:smooth val="0"/>
        </c:ser>
        <c:ser>
          <c:idx val="2"/>
          <c:order val="2"/>
          <c:tx>
            <c:v>40/40/20</c:v>
          </c:tx>
          <c:spPr>
            <a:ln xmlns:a="http://schemas.openxmlformats.org/drawingml/2006/main" w="38100">
              <a:solidFill>
                <a:srgbClr val="47171C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47171C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-90.6</c:v>
              </c:pt>
              <c:pt idx="1">
                <c:v>-90.7</c:v>
              </c:pt>
              <c:pt idx="2">
                <c:v>-91.2</c:v>
              </c:pt>
              <c:pt idx="3">
                <c:v>-90.6</c:v>
              </c:pt>
              <c:pt idx="4">
                <c:v>-90.6</c:v>
              </c:pt>
              <c:pt idx="5">
                <c:v>-90.3</c:v>
              </c:pt>
              <c:pt idx="6">
                <c:v>-90.5</c:v>
              </c:pt>
              <c:pt idx="7">
                <c:v>-90.6</c:v>
              </c:pt>
              <c:pt idx="8">
                <c:v>-90.6</c:v>
              </c:pt>
              <c:pt idx="9">
                <c:v>-90.4</c:v>
              </c:pt>
              <c:pt idx="10">
                <c:v>-90.3</c:v>
              </c:pt>
              <c:pt idx="11">
                <c:v>-90.2</c:v>
              </c:pt>
              <c:pt idx="12">
                <c:v>-90.4</c:v>
              </c:pt>
              <c:pt idx="13">
                <c:v>-90.2</c:v>
              </c:pt>
              <c:pt idx="14">
                <c:v>-90.1</c:v>
              </c:pt>
              <c:pt idx="15">
                <c:v>-90.3</c:v>
              </c:pt>
              <c:pt idx="16">
                <c:v>-90.3</c:v>
              </c:pt>
              <c:pt idx="17">
                <c:v>-90.4</c:v>
              </c:pt>
              <c:pt idx="18">
                <c:v>-90.4</c:v>
              </c:pt>
              <c:pt idx="19">
                <c:v>-90.1</c:v>
              </c:pt>
              <c:pt idx="20">
                <c:v>-90.2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MingLiU"/>
                  <a:ea typeface="PMingLiU"/>
                  <a:cs typeface="PMingLiU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PMingLiU"/>
                    <a:ea typeface="PMingLiU"/>
                    <a:cs typeface="PMingLiU"/>
                  </a:rPr>
                  <a:t>Generation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MingLiU"/>
                  <a:ea typeface="PMingLiU"/>
                  <a:cs typeface="PMingLiU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EB4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</a:p>
        </c:txPr>
        <c:crossAx val="48672768"/>
      </c:catAx>
      <c:valAx>
        <c:axId val="48672768"/>
        <c:scaling>
          <c:orientation val="minMax"/>
          <c:max val="-4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EB4BA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PMingLiU"/>
                    <a:ea typeface="PMingLiU"/>
                    <a:cs typeface="PMingLiU"/>
                  </a:rPr>
                  <a:t>Survivor mean GP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MingLiU"/>
                  <a:ea typeface="PMingLiU"/>
                  <a:cs typeface="PMingLiU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C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>
              <a:solidFill>
                <a:srgbClr val="47171C"/>
              </a:solidFill>
              <a:latin typeface="PMingLiU"/>
              <a:ea typeface="PMingLiU"/>
              <a:cs typeface="PMingLiU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stacked"/>
        <c:varyColors val="0"/>
        <c:ser>
          <c:idx val="0"/>
          <c:order val="0"/>
          <c:tx>
            <c:v>Wins</c:v>
          </c:tx>
          <c:spPr>
            <a:solidFill xmlns:a="http://schemas.openxmlformats.org/drawingml/2006/main">
              <a:srgbClr val="C69B45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258</c:v>
              </c:pt>
              <c:pt idx="1">
                <c:v>223</c:v>
              </c:pt>
              <c:pt idx="2">
                <c:v>1</c:v>
              </c:pt>
            </c:numLit>
          </c:val>
        </c:ser>
        <c:ser>
          <c:idx val="1"/>
          <c:order val="1"/>
          <c:tx>
            <c:v>Draws</c:v>
          </c:tx>
          <c:spPr>
            <a:solidFill xmlns:a="http://schemas.openxmlformats.org/drawingml/2006/main">
              <a:srgbClr val="CF8792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</c:v>
              </c:pt>
              <c:pt idx="1">
                <c:v>51</c:v>
              </c:pt>
              <c:pt idx="2">
                <c:v>170</c:v>
              </c:pt>
            </c:numLit>
          </c:val>
        </c:ser>
        <c:ser>
          <c:idx val="2"/>
          <c:order val="2"/>
          <c:tx>
            <c:v>Losses</c:v>
          </c:tx>
          <c:spPr>
            <a:solidFill xmlns:a="http://schemas.openxmlformats.org/drawingml/2006/main">
              <a:srgbClr val="E7D8D6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311</c:v>
              </c:pt>
              <c:pt idx="1">
                <c:v>326</c:v>
              </c:pt>
              <c:pt idx="2">
                <c:v>429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MingLiU"/>
                  <a:ea typeface="PMingLiU"/>
                  <a:cs typeface="PMingLiU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</a:p>
        </c:txPr>
        <c:crossAx val="48672768"/>
      </c:catAx>
      <c:valAx>
        <c:axId val="48672768"/>
        <c:scaling>
          <c:orientation val="minMax"/>
          <c:max val="6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EB4BA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</a:p>
        </c:txPr>
        <c:crossAx val="48650112"/>
        <c:crossBetween val="between"/>
        <c:majorUnit val="100"/>
      </c:valAx>
      <c:spPr>
        <a:solidFill xmlns:a="http://schemas.openxmlformats.org/drawingml/2006/main">
          <a:srgbClr val="FCF8F5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75">
              <a:solidFill>
                <a:srgbClr val="47171C"/>
              </a:solidFill>
              <a:latin typeface="PMingLiU"/>
              <a:ea typeface="PMingLiU"/>
              <a:cs typeface="PMingLiU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4BC21-883C-421C-8DF1-57908E9A67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EAGLE 研究進展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9AF34-AEF9-4229-A2F6-2B182D25E0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0903–0907 改版與實驗整理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1F7BBD-E659-4299-B60D-0A792B353B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1250" y="3390900"/>
            <a:ext cx="111633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Reflection 的修正與驗證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F9369-D42B-47EE-9414-A41F4B8B527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33750" y="5381625"/>
            <a:ext cx="9258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改版摘要　架構更新　實驗結果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D7CEA-9516-417B-8E0A-A72FE609537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810000" y="6334125"/>
            <a:ext cx="830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Meeting 0910　2026.09.10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87AB83-512D-4765-B27B-34313777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01 / 33</a:t>
            </a:r>
          </a:p>
        </p:txBody>
      </p:sp>
    </p:spTree>
    <p:extLst>
      <p:ext uri="{BB962C8B-B14F-4D97-AF65-F5344CB8AC3E}">
        <p14:creationId xmlns:p14="http://schemas.microsoft.com/office/powerpoint/2010/main" val="24630313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7168-0787-4C78-BBD5-5B5B7F2855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這段時間改了什麼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69102-9A8A-4A3F-93BB-7D7FBE94E8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先把 Reflection 的責任與失敗保護釐清，再比較演化效果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8CA033-3F8D-48E3-B4CD-8D99CFBBE19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1E94D-C24D-42D2-B5F2-5A6CF0F27C6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09/03　反思輸出可單獨檢查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DCED9-5290-4BE6-BC53-4AE88F3CA2A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新增固定父代的重複 trial，保留輸入、response、實際欄位變動。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FBF06E-95E6-4F99-A749-5B40455A740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A87A5C-5080-42A5-BB66-D7169DCDA51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09/03　補入完整遊戲規則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84C15-832C-4817-AA34-0EC67F4B0B9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讓策略生成與反思取得 MicroRTS contract，減少不存在的單位與機制。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41D2F9-8EEF-446E-B990-A300D5D7328E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5FE65-C33C-4483-9783-99C789E31387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09/04　Balance 改為 Prompt Compliance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DF7ED-84A9-46CC-9802-E5FC1F9A0D91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只修 prompt 的規範問題；加入選擇性改寫、驗證與有限重試。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664638-1D72-42E0-8205-324C0F441204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E58D0B-585B-43F2-B634-49AE76FCD019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09/04–09/07　比較比例並準備 AOS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19FAE7-CE6B-457D-AE91-10AADB59894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完成三組固定比例的演化測試，建立以 33/33/34 起跑的 AOS 設定。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5E9C92-A670-41F4-8D9F-2DD9654023BA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改版主線：可追溯的輸出 → 明確責任 → 合法性保護 → 實際演化比較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D409A2-23E1-4364-90CB-774C41D3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02 / 33</a:t>
            </a:r>
          </a:p>
        </p:txBody>
      </p:sp>
    </p:spTree>
    <p:extLst>
      <p:ext uri="{BB962C8B-B14F-4D97-AF65-F5344CB8AC3E}">
        <p14:creationId xmlns:p14="http://schemas.microsoft.com/office/powerpoint/2010/main" val="10704700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C03E6-37FB-4F9A-8184-4381E5F26E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09/04 改版的核心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D83868-E59A-4B93-B189-7B72AC6BA5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可改策略；Code 修翻譯；Compliance 修合法性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D39BB-8DAF-438D-B734-90825BD8D2D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責任重新切開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788414-E54F-47AA-AB18-2D1451CB513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輸出保護更完整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5E69E-5AF9-428A-AA23-885DC7B1B49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舊 Balance 用 W/D/L 同時重寫兩個 prompt，容易引入無依據概念。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 Compliance 逐一稽核兩個 prompt，只改有 issue 的欄位。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與 Code 保留各自的修改範圍。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E6E989-2D96-4289-90D3-7E6BEC34DBD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遊戲規則集中在單一 contract，角色 prompt 引用規則。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錯誤輸出收到精確 validation error，最多重試 3 次。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兩個 gene 都需修正時，全部成功才一起套用。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50A80-D66E-4DD7-8048-8A859630797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初始化也補上本機模型 JSON 格式容錯；檢查成功與對戰表現分開評估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1F9121-428B-4706-B9C1-5552879B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03 / 33</a:t>
            </a:r>
          </a:p>
        </p:txBody>
      </p:sp>
    </p:spTree>
    <p:extLst>
      <p:ext uri="{BB962C8B-B14F-4D97-AF65-F5344CB8AC3E}">
        <p14:creationId xmlns:p14="http://schemas.microsoft.com/office/powerpoint/2010/main" val="39881006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C1F07-5647-4989-9C81-AF0E739698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EAGLE 目前完整流程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6D6F5-9D13-46E5-80CC-8269E4AA6E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0830 流程圖更新：180 場評估、Prompt Compliance 與混合初始族群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18BAC-98AA-4852-B527-76C1525BA44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526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EA0F1-8D92-4325-B0B7-17A8F9F918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1334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初始族群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0BCEE-DA08-4A57-8FD4-CF81CF1D139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287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 seed＋9 LLM 策略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G0 共用 Java 評估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B2BE65-7BD4-46AF-B29B-AEA33AB4568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674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CBB441-D79E-41A6-BD42-BED6CA18B55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48482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父代選擇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D2F3F4-0CCC-43D7-A69B-1F0F0D1D759C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49434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10 個對手 cases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Lexicase 選擇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A5864B-CD35-4DA5-9C3A-9C36C4EE6247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7821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AE1C69-4FFF-4847-8733-B2F021345EB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85629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交叉與反思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989CD8-0CC1-492E-AB91-1F0749C10ABE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86582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三組獨立交叉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可選 S / C / PC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526DB1-3656-43BE-B7E7-7C2180258F4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34969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9EB42A-D2C0-48CE-8F8F-71BCD48F6E8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2777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Java 生成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8E14C6-4179-40CA-97EA-38F683A27BD9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23729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完整 Java source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編譯引導最多 5 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96A1E4-CE88-4AC0-9B25-D561693D65D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34969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11ECA1-E9D1-4F20-B700-C415628BCBCD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2777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驗證與編譯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8CDD-AB16-4659-9A0E-BD1C625676C9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23729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驗證 → 編譯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Integration 檢查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2134E6-9876-40E2-AB71-1E46F140234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97821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C866D4-0109-45CA-BFAD-53FF4C071BE1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85629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MicroRTS 評估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EA00F7D-A763-4F29-A482-975429DD84F0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86582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10 × 3 × 3 × 2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共 180 場評估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21377D-4ED3-45C3-AB0F-C8091F5EF071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0674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BD2060-4E22-4046-B4BA-943D41C00E8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48482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評分與機率更新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45DA1AB-01E1-4527-BB46-AF087B91BCB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49434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10 cases 供選擇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AOS 更新機率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F1DEEC-EE46-4B89-913E-E4E179FBD10C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23526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8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4FB190A-9F5C-4D9C-965D-3FC5C8361BB0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11334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生存者選擇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26FA27-112F-4589-A62D-25B2D82CA76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12287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父代＋子代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 選 10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A3610E9-1758-48CD-9D03-82F7D60F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04 / 33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DF71316-3E19-4B96-AF56-0E77C844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669966F-4DB5-406A-B4BF-16280DD7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BA2F83C-D632-498C-A348-71A05335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157734" y="129540"/>
                </a:moveTo>
                <a:lnTo>
                  <a:pt x="157047" y="129069"/>
                </a:lnTo>
                <a:lnTo>
                  <a:pt x="156341" y="128674"/>
                </a:lnTo>
                <a:lnTo>
                  <a:pt x="155618" y="128355"/>
                </a:lnTo>
                <a:lnTo>
                  <a:pt x="154875" y="128110"/>
                </a:lnTo>
                <a:lnTo>
                  <a:pt x="154113" y="127941"/>
                </a:lnTo>
                <a:lnTo>
                  <a:pt x="153332" y="127846"/>
                </a:lnTo>
                <a:lnTo>
                  <a:pt x="152531" y="127827"/>
                </a:lnTo>
                <a:lnTo>
                  <a:pt x="151713" y="127885"/>
                </a:lnTo>
                <a:lnTo>
                  <a:pt x="150876" y="128016"/>
                </a:lnTo>
                <a:lnTo>
                  <a:pt x="150048" y="128213"/>
                </a:lnTo>
                <a:lnTo>
                  <a:pt x="149258" y="128467"/>
                </a:lnTo>
                <a:lnTo>
                  <a:pt x="148505" y="128778"/>
                </a:lnTo>
                <a:lnTo>
                  <a:pt x="147790" y="129145"/>
                </a:lnTo>
                <a:lnTo>
                  <a:pt x="147113" y="129569"/>
                </a:lnTo>
                <a:lnTo>
                  <a:pt x="146474" y="130048"/>
                </a:lnTo>
                <a:lnTo>
                  <a:pt x="145872" y="130584"/>
                </a:lnTo>
                <a:lnTo>
                  <a:pt x="145307" y="131177"/>
                </a:lnTo>
                <a:lnTo>
                  <a:pt x="144780" y="131826"/>
                </a:lnTo>
                <a:lnTo>
                  <a:pt x="144309" y="132513"/>
                </a:lnTo>
                <a:lnTo>
                  <a:pt x="143914" y="133219"/>
                </a:lnTo>
                <a:lnTo>
                  <a:pt x="143595" y="133942"/>
                </a:lnTo>
                <a:lnTo>
                  <a:pt x="143350" y="134685"/>
                </a:lnTo>
                <a:lnTo>
                  <a:pt x="143181" y="135447"/>
                </a:lnTo>
                <a:lnTo>
                  <a:pt x="143086" y="136228"/>
                </a:lnTo>
                <a:lnTo>
                  <a:pt x="143067" y="137029"/>
                </a:lnTo>
                <a:lnTo>
                  <a:pt x="143125" y="137847"/>
                </a:lnTo>
                <a:lnTo>
                  <a:pt x="143256" y="138684"/>
                </a:lnTo>
                <a:lnTo>
                  <a:pt x="143453" y="139512"/>
                </a:lnTo>
                <a:lnTo>
                  <a:pt x="143707" y="140302"/>
                </a:lnTo>
                <a:lnTo>
                  <a:pt x="144018" y="141055"/>
                </a:lnTo>
                <a:lnTo>
                  <a:pt x="144385" y="141770"/>
                </a:lnTo>
                <a:lnTo>
                  <a:pt x="144809" y="142447"/>
                </a:lnTo>
                <a:lnTo>
                  <a:pt x="145288" y="143086"/>
                </a:lnTo>
                <a:lnTo>
                  <a:pt x="145824" y="143688"/>
                </a:lnTo>
                <a:lnTo>
                  <a:pt x="146417" y="144253"/>
                </a:lnTo>
                <a:lnTo>
                  <a:pt x="147066" y="144780"/>
                </a:lnTo>
                <a:lnTo>
                  <a:pt x="148242" y="145627"/>
                </a:lnTo>
                <a:lnTo>
                  <a:pt x="149399" y="146474"/>
                </a:lnTo>
                <a:lnTo>
                  <a:pt x="150537" y="147320"/>
                </a:lnTo>
                <a:lnTo>
                  <a:pt x="151657" y="148167"/>
                </a:lnTo>
                <a:lnTo>
                  <a:pt x="152757" y="149013"/>
                </a:lnTo>
                <a:lnTo>
                  <a:pt x="153839" y="149860"/>
                </a:lnTo>
                <a:lnTo>
                  <a:pt x="154902" y="150706"/>
                </a:lnTo>
                <a:lnTo>
                  <a:pt x="155946" y="151553"/>
                </a:lnTo>
                <a:lnTo>
                  <a:pt x="156972" y="152400"/>
                </a:lnTo>
                <a:lnTo>
                  <a:pt x="71628" y="152400"/>
                </a:lnTo>
                <a:lnTo>
                  <a:pt x="73707" y="150706"/>
                </a:lnTo>
                <a:lnTo>
                  <a:pt x="75880" y="149013"/>
                </a:lnTo>
                <a:lnTo>
                  <a:pt x="78147" y="147320"/>
                </a:lnTo>
                <a:lnTo>
                  <a:pt x="80508" y="145627"/>
                </a:lnTo>
                <a:lnTo>
                  <a:pt x="82964" y="143933"/>
                </a:lnTo>
                <a:lnTo>
                  <a:pt x="85514" y="142240"/>
                </a:lnTo>
                <a:lnTo>
                  <a:pt x="88157" y="140547"/>
                </a:lnTo>
                <a:lnTo>
                  <a:pt x="90894" y="138854"/>
                </a:lnTo>
                <a:lnTo>
                  <a:pt x="93726" y="137160"/>
                </a:lnTo>
                <a:lnTo>
                  <a:pt x="95692" y="135927"/>
                </a:lnTo>
                <a:lnTo>
                  <a:pt x="97866" y="134602"/>
                </a:lnTo>
                <a:lnTo>
                  <a:pt x="100245" y="133180"/>
                </a:lnTo>
                <a:lnTo>
                  <a:pt x="102832" y="131666"/>
                </a:lnTo>
                <a:lnTo>
                  <a:pt x="105627" y="130057"/>
                </a:lnTo>
                <a:lnTo>
                  <a:pt x="108627" y="128355"/>
                </a:lnTo>
                <a:lnTo>
                  <a:pt x="111835" y="126558"/>
                </a:lnTo>
                <a:lnTo>
                  <a:pt x="115251" y="124667"/>
                </a:lnTo>
                <a:lnTo>
                  <a:pt x="118872" y="122682"/>
                </a:lnTo>
                <a:lnTo>
                  <a:pt x="118872" y="122682"/>
                </a:lnTo>
                <a:lnTo>
                  <a:pt x="125118" y="119202"/>
                </a:lnTo>
                <a:lnTo>
                  <a:pt x="130989" y="115871"/>
                </a:lnTo>
                <a:lnTo>
                  <a:pt x="136483" y="112691"/>
                </a:lnTo>
                <a:lnTo>
                  <a:pt x="141601" y="109662"/>
                </a:lnTo>
                <a:lnTo>
                  <a:pt x="146342" y="106784"/>
                </a:lnTo>
                <a:lnTo>
                  <a:pt x="150706" y="104055"/>
                </a:lnTo>
                <a:lnTo>
                  <a:pt x="154696" y="101477"/>
                </a:lnTo>
                <a:lnTo>
                  <a:pt x="158307" y="99050"/>
                </a:lnTo>
                <a:lnTo>
                  <a:pt x="161544" y="96774"/>
                </a:lnTo>
                <a:lnTo>
                  <a:pt x="166332" y="93030"/>
                </a:lnTo>
                <a:lnTo>
                  <a:pt x="170877" y="89248"/>
                </a:lnTo>
                <a:lnTo>
                  <a:pt x="175175" y="85429"/>
                </a:lnTo>
                <a:lnTo>
                  <a:pt x="179230" y="81572"/>
                </a:lnTo>
                <a:lnTo>
                  <a:pt x="183040" y="77677"/>
                </a:lnTo>
                <a:lnTo>
                  <a:pt x="186605" y="73744"/>
                </a:lnTo>
                <a:lnTo>
                  <a:pt x="189927" y="69774"/>
                </a:lnTo>
                <a:lnTo>
                  <a:pt x="193002" y="65767"/>
                </a:lnTo>
                <a:lnTo>
                  <a:pt x="195834" y="61722"/>
                </a:lnTo>
                <a:lnTo>
                  <a:pt x="198712" y="56558"/>
                </a:lnTo>
                <a:lnTo>
                  <a:pt x="201253" y="51224"/>
                </a:lnTo>
                <a:lnTo>
                  <a:pt x="203454" y="45720"/>
                </a:lnTo>
                <a:lnTo>
                  <a:pt x="205317" y="40047"/>
                </a:lnTo>
                <a:lnTo>
                  <a:pt x="206841" y="34205"/>
                </a:lnTo>
                <a:lnTo>
                  <a:pt x="208026" y="28194"/>
                </a:lnTo>
                <a:lnTo>
                  <a:pt x="208873" y="22013"/>
                </a:lnTo>
                <a:lnTo>
                  <a:pt x="209380" y="15663"/>
                </a:lnTo>
                <a:lnTo>
                  <a:pt x="209550" y="9144"/>
                </a:lnTo>
                <a:lnTo>
                  <a:pt x="209517" y="8312"/>
                </a:lnTo>
                <a:lnTo>
                  <a:pt x="209419" y="7507"/>
                </a:lnTo>
                <a:lnTo>
                  <a:pt x="209254" y="6731"/>
                </a:lnTo>
                <a:lnTo>
                  <a:pt x="209023" y="5983"/>
                </a:lnTo>
                <a:lnTo>
                  <a:pt x="208727" y="5264"/>
                </a:lnTo>
                <a:lnTo>
                  <a:pt x="208365" y="4572"/>
                </a:lnTo>
                <a:lnTo>
                  <a:pt x="207936" y="3909"/>
                </a:lnTo>
                <a:lnTo>
                  <a:pt x="207443" y="3274"/>
                </a:lnTo>
                <a:lnTo>
                  <a:pt x="206883" y="2667"/>
                </a:lnTo>
                <a:lnTo>
                  <a:pt x="206271" y="2107"/>
                </a:lnTo>
                <a:lnTo>
                  <a:pt x="205623" y="1614"/>
                </a:lnTo>
                <a:lnTo>
                  <a:pt x="204936" y="1185"/>
                </a:lnTo>
                <a:lnTo>
                  <a:pt x="204211" y="823"/>
                </a:lnTo>
                <a:lnTo>
                  <a:pt x="203449" y="527"/>
                </a:lnTo>
                <a:lnTo>
                  <a:pt x="202650" y="296"/>
                </a:lnTo>
                <a:lnTo>
                  <a:pt x="201813" y="131"/>
                </a:lnTo>
                <a:lnTo>
                  <a:pt x="200937" y="33"/>
                </a:lnTo>
                <a:lnTo>
                  <a:pt x="200025" y="0"/>
                </a:lnTo>
                <a:lnTo>
                  <a:pt x="199113" y="33"/>
                </a:lnTo>
                <a:lnTo>
                  <a:pt x="198237" y="131"/>
                </a:lnTo>
                <a:lnTo>
                  <a:pt x="197400" y="296"/>
                </a:lnTo>
                <a:lnTo>
                  <a:pt x="196601" y="527"/>
                </a:lnTo>
                <a:lnTo>
                  <a:pt x="195839" y="823"/>
                </a:lnTo>
                <a:lnTo>
                  <a:pt x="195114" y="1185"/>
                </a:lnTo>
                <a:lnTo>
                  <a:pt x="194427" y="1614"/>
                </a:lnTo>
                <a:lnTo>
                  <a:pt x="193779" y="2107"/>
                </a:lnTo>
                <a:lnTo>
                  <a:pt x="193167" y="2667"/>
                </a:lnTo>
                <a:lnTo>
                  <a:pt x="192607" y="3283"/>
                </a:lnTo>
                <a:lnTo>
                  <a:pt x="192114" y="3946"/>
                </a:lnTo>
                <a:lnTo>
                  <a:pt x="191685" y="4657"/>
                </a:lnTo>
                <a:lnTo>
                  <a:pt x="191323" y="5414"/>
                </a:lnTo>
                <a:lnTo>
                  <a:pt x="191027" y="6218"/>
                </a:lnTo>
                <a:lnTo>
                  <a:pt x="190796" y="7069"/>
                </a:lnTo>
                <a:lnTo>
                  <a:pt x="190631" y="7968"/>
                </a:lnTo>
                <a:lnTo>
                  <a:pt x="190533" y="8913"/>
                </a:lnTo>
                <a:lnTo>
                  <a:pt x="190500" y="9906"/>
                </a:lnTo>
                <a:lnTo>
                  <a:pt x="190490" y="10922"/>
                </a:lnTo>
                <a:lnTo>
                  <a:pt x="190462" y="11938"/>
                </a:lnTo>
                <a:lnTo>
                  <a:pt x="190415" y="12954"/>
                </a:lnTo>
                <a:lnTo>
                  <a:pt x="190350" y="13970"/>
                </a:lnTo>
                <a:lnTo>
                  <a:pt x="190265" y="14986"/>
                </a:lnTo>
                <a:lnTo>
                  <a:pt x="190161" y="16002"/>
                </a:lnTo>
                <a:lnTo>
                  <a:pt x="190039" y="17018"/>
                </a:lnTo>
                <a:lnTo>
                  <a:pt x="189898" y="18034"/>
                </a:lnTo>
                <a:lnTo>
                  <a:pt x="189738" y="19050"/>
                </a:lnTo>
                <a:lnTo>
                  <a:pt x="38862" y="19050"/>
                </a:lnTo>
                <a:lnTo>
                  <a:pt x="38100" y="9144"/>
                </a:lnTo>
                <a:lnTo>
                  <a:pt x="38067" y="8312"/>
                </a:lnTo>
                <a:lnTo>
                  <a:pt x="37969" y="7507"/>
                </a:lnTo>
                <a:lnTo>
                  <a:pt x="37804" y="6731"/>
                </a:lnTo>
                <a:lnTo>
                  <a:pt x="37573" y="5983"/>
                </a:lnTo>
                <a:lnTo>
                  <a:pt x="37277" y="5264"/>
                </a:lnTo>
                <a:lnTo>
                  <a:pt x="36915" y="4572"/>
                </a:lnTo>
                <a:lnTo>
                  <a:pt x="36486" y="3909"/>
                </a:lnTo>
                <a:lnTo>
                  <a:pt x="35993" y="3274"/>
                </a:lnTo>
                <a:lnTo>
                  <a:pt x="35433" y="2667"/>
                </a:lnTo>
                <a:lnTo>
                  <a:pt x="34821" y="2107"/>
                </a:lnTo>
                <a:lnTo>
                  <a:pt x="34173" y="1614"/>
                </a:lnTo>
                <a:lnTo>
                  <a:pt x="33486" y="1185"/>
                </a:lnTo>
                <a:lnTo>
                  <a:pt x="32761" y="823"/>
                </a:lnTo>
                <a:lnTo>
                  <a:pt x="31999" y="527"/>
                </a:lnTo>
                <a:lnTo>
                  <a:pt x="31200" y="296"/>
                </a:lnTo>
                <a:lnTo>
                  <a:pt x="30363" y="131"/>
                </a:lnTo>
                <a:lnTo>
                  <a:pt x="29487" y="33"/>
                </a:lnTo>
                <a:lnTo>
                  <a:pt x="28575" y="0"/>
                </a:lnTo>
                <a:lnTo>
                  <a:pt x="27663" y="33"/>
                </a:lnTo>
                <a:lnTo>
                  <a:pt x="26787" y="131"/>
                </a:lnTo>
                <a:lnTo>
                  <a:pt x="25950" y="296"/>
                </a:lnTo>
                <a:lnTo>
                  <a:pt x="25151" y="527"/>
                </a:lnTo>
                <a:lnTo>
                  <a:pt x="24389" y="823"/>
                </a:lnTo>
                <a:lnTo>
                  <a:pt x="23664" y="1185"/>
                </a:lnTo>
                <a:lnTo>
                  <a:pt x="22977" y="1614"/>
                </a:lnTo>
                <a:lnTo>
                  <a:pt x="22329" y="2107"/>
                </a:lnTo>
                <a:lnTo>
                  <a:pt x="21717" y="2667"/>
                </a:lnTo>
                <a:lnTo>
                  <a:pt x="21157" y="3274"/>
                </a:lnTo>
                <a:lnTo>
                  <a:pt x="20664" y="3909"/>
                </a:lnTo>
                <a:lnTo>
                  <a:pt x="20235" y="4572"/>
                </a:lnTo>
                <a:lnTo>
                  <a:pt x="19873" y="5264"/>
                </a:lnTo>
                <a:lnTo>
                  <a:pt x="19577" y="5983"/>
                </a:lnTo>
                <a:lnTo>
                  <a:pt x="19346" y="6731"/>
                </a:lnTo>
                <a:lnTo>
                  <a:pt x="19181" y="7507"/>
                </a:lnTo>
                <a:lnTo>
                  <a:pt x="19083" y="8312"/>
                </a:lnTo>
                <a:lnTo>
                  <a:pt x="19050" y="9144"/>
                </a:lnTo>
                <a:lnTo>
                  <a:pt x="19257" y="16322"/>
                </a:lnTo>
                <a:lnTo>
                  <a:pt x="19878" y="23292"/>
                </a:lnTo>
                <a:lnTo>
                  <a:pt x="20913" y="30057"/>
                </a:lnTo>
                <a:lnTo>
                  <a:pt x="22362" y="36614"/>
                </a:lnTo>
                <a:lnTo>
                  <a:pt x="24224" y="42963"/>
                </a:lnTo>
                <a:lnTo>
                  <a:pt x="26500" y="49107"/>
                </a:lnTo>
                <a:lnTo>
                  <a:pt x="29191" y="55043"/>
                </a:lnTo>
                <a:lnTo>
                  <a:pt x="32295" y="60771"/>
                </a:lnTo>
                <a:lnTo>
                  <a:pt x="35814" y="66294"/>
                </a:lnTo>
                <a:lnTo>
                  <a:pt x="38655" y="70010"/>
                </a:lnTo>
                <a:lnTo>
                  <a:pt x="41760" y="73707"/>
                </a:lnTo>
                <a:lnTo>
                  <a:pt x="45128" y="77385"/>
                </a:lnTo>
                <a:lnTo>
                  <a:pt x="48758" y="81044"/>
                </a:lnTo>
                <a:lnTo>
                  <a:pt x="52653" y="84686"/>
                </a:lnTo>
                <a:lnTo>
                  <a:pt x="56811" y="88307"/>
                </a:lnTo>
                <a:lnTo>
                  <a:pt x="61232" y="91911"/>
                </a:lnTo>
                <a:lnTo>
                  <a:pt x="65918" y="95495"/>
                </a:lnTo>
                <a:lnTo>
                  <a:pt x="70866" y="99060"/>
                </a:lnTo>
                <a:lnTo>
                  <a:pt x="71383" y="99540"/>
                </a:lnTo>
                <a:lnTo>
                  <a:pt x="71919" y="99963"/>
                </a:lnTo>
                <a:lnTo>
                  <a:pt x="72475" y="100330"/>
                </a:lnTo>
                <a:lnTo>
                  <a:pt x="73048" y="100640"/>
                </a:lnTo>
                <a:lnTo>
                  <a:pt x="73642" y="100895"/>
                </a:lnTo>
                <a:lnTo>
                  <a:pt x="74253" y="101092"/>
                </a:lnTo>
                <a:lnTo>
                  <a:pt x="74883" y="101233"/>
                </a:lnTo>
                <a:lnTo>
                  <a:pt x="75532" y="101317"/>
                </a:lnTo>
                <a:lnTo>
                  <a:pt x="76200" y="101346"/>
                </a:lnTo>
                <a:lnTo>
                  <a:pt x="77348" y="101299"/>
                </a:lnTo>
                <a:lnTo>
                  <a:pt x="78420" y="101157"/>
                </a:lnTo>
                <a:lnTo>
                  <a:pt x="79418" y="100923"/>
                </a:lnTo>
                <a:lnTo>
                  <a:pt x="80340" y="100594"/>
                </a:lnTo>
                <a:lnTo>
                  <a:pt x="81186" y="100170"/>
                </a:lnTo>
                <a:lnTo>
                  <a:pt x="81957" y="99652"/>
                </a:lnTo>
                <a:lnTo>
                  <a:pt x="82653" y="99041"/>
                </a:lnTo>
                <a:lnTo>
                  <a:pt x="83274" y="98336"/>
                </a:lnTo>
                <a:lnTo>
                  <a:pt x="83820" y="97536"/>
                </a:lnTo>
                <a:lnTo>
                  <a:pt x="84291" y="96689"/>
                </a:lnTo>
                <a:lnTo>
                  <a:pt x="84686" y="95842"/>
                </a:lnTo>
                <a:lnTo>
                  <a:pt x="85005" y="94996"/>
                </a:lnTo>
                <a:lnTo>
                  <a:pt x="85250" y="94149"/>
                </a:lnTo>
                <a:lnTo>
                  <a:pt x="85419" y="93303"/>
                </a:lnTo>
                <a:lnTo>
                  <a:pt x="85514" y="92456"/>
                </a:lnTo>
                <a:lnTo>
                  <a:pt x="85533" y="91610"/>
                </a:lnTo>
                <a:lnTo>
                  <a:pt x="85475" y="90763"/>
                </a:lnTo>
                <a:lnTo>
                  <a:pt x="85344" y="89916"/>
                </a:lnTo>
                <a:lnTo>
                  <a:pt x="85147" y="89088"/>
                </a:lnTo>
                <a:lnTo>
                  <a:pt x="84893" y="88298"/>
                </a:lnTo>
                <a:lnTo>
                  <a:pt x="84582" y="87545"/>
                </a:lnTo>
                <a:lnTo>
                  <a:pt x="84215" y="86830"/>
                </a:lnTo>
                <a:lnTo>
                  <a:pt x="83791" y="86153"/>
                </a:lnTo>
                <a:lnTo>
                  <a:pt x="83312" y="85514"/>
                </a:lnTo>
                <a:lnTo>
                  <a:pt x="82776" y="84912"/>
                </a:lnTo>
                <a:lnTo>
                  <a:pt x="82183" y="84347"/>
                </a:lnTo>
                <a:lnTo>
                  <a:pt x="81534" y="83820"/>
                </a:lnTo>
                <a:lnTo>
                  <a:pt x="80358" y="82973"/>
                </a:lnTo>
                <a:lnTo>
                  <a:pt x="79201" y="82126"/>
                </a:lnTo>
                <a:lnTo>
                  <a:pt x="78063" y="81280"/>
                </a:lnTo>
                <a:lnTo>
                  <a:pt x="76943" y="80433"/>
                </a:lnTo>
                <a:lnTo>
                  <a:pt x="75843" y="79587"/>
                </a:lnTo>
                <a:lnTo>
                  <a:pt x="74761" y="78740"/>
                </a:lnTo>
                <a:lnTo>
                  <a:pt x="73698" y="77894"/>
                </a:lnTo>
                <a:lnTo>
                  <a:pt x="72654" y="77047"/>
                </a:lnTo>
                <a:lnTo>
                  <a:pt x="71628" y="76200"/>
                </a:lnTo>
                <a:lnTo>
                  <a:pt x="156972" y="76200"/>
                </a:lnTo>
                <a:lnTo>
                  <a:pt x="154893" y="77894"/>
                </a:lnTo>
                <a:lnTo>
                  <a:pt x="152720" y="79587"/>
                </a:lnTo>
                <a:lnTo>
                  <a:pt x="150453" y="81280"/>
                </a:lnTo>
                <a:lnTo>
                  <a:pt x="148092" y="82973"/>
                </a:lnTo>
                <a:lnTo>
                  <a:pt x="145636" y="84667"/>
                </a:lnTo>
                <a:lnTo>
                  <a:pt x="143086" y="86360"/>
                </a:lnTo>
                <a:lnTo>
                  <a:pt x="140443" y="88053"/>
                </a:lnTo>
                <a:lnTo>
                  <a:pt x="137706" y="89746"/>
                </a:lnTo>
                <a:lnTo>
                  <a:pt x="134874" y="91440"/>
                </a:lnTo>
                <a:lnTo>
                  <a:pt x="132908" y="92673"/>
                </a:lnTo>
                <a:lnTo>
                  <a:pt x="130734" y="93998"/>
                </a:lnTo>
                <a:lnTo>
                  <a:pt x="128355" y="95420"/>
                </a:lnTo>
                <a:lnTo>
                  <a:pt x="125768" y="96934"/>
                </a:lnTo>
                <a:lnTo>
                  <a:pt x="122973" y="98543"/>
                </a:lnTo>
                <a:lnTo>
                  <a:pt x="119973" y="100245"/>
                </a:lnTo>
                <a:lnTo>
                  <a:pt x="116765" y="102042"/>
                </a:lnTo>
                <a:lnTo>
                  <a:pt x="113349" y="103933"/>
                </a:lnTo>
                <a:lnTo>
                  <a:pt x="109728" y="105918"/>
                </a:lnTo>
                <a:lnTo>
                  <a:pt x="109728" y="105918"/>
                </a:lnTo>
                <a:lnTo>
                  <a:pt x="103482" y="109398"/>
                </a:lnTo>
                <a:lnTo>
                  <a:pt x="97611" y="112729"/>
                </a:lnTo>
                <a:lnTo>
                  <a:pt x="92117" y="115909"/>
                </a:lnTo>
                <a:lnTo>
                  <a:pt x="86999" y="118938"/>
                </a:lnTo>
                <a:lnTo>
                  <a:pt x="82258" y="121816"/>
                </a:lnTo>
                <a:lnTo>
                  <a:pt x="77894" y="124545"/>
                </a:lnTo>
                <a:lnTo>
                  <a:pt x="73904" y="127123"/>
                </a:lnTo>
                <a:lnTo>
                  <a:pt x="70293" y="129550"/>
                </a:lnTo>
                <a:lnTo>
                  <a:pt x="67056" y="131826"/>
                </a:lnTo>
                <a:lnTo>
                  <a:pt x="62268" y="135570"/>
                </a:lnTo>
                <a:lnTo>
                  <a:pt x="57723" y="139352"/>
                </a:lnTo>
                <a:lnTo>
                  <a:pt x="53425" y="143171"/>
                </a:lnTo>
                <a:lnTo>
                  <a:pt x="49370" y="147028"/>
                </a:lnTo>
                <a:lnTo>
                  <a:pt x="45560" y="150923"/>
                </a:lnTo>
                <a:lnTo>
                  <a:pt x="41995" y="154856"/>
                </a:lnTo>
                <a:lnTo>
                  <a:pt x="38673" y="158826"/>
                </a:lnTo>
                <a:lnTo>
                  <a:pt x="35598" y="162833"/>
                </a:lnTo>
                <a:lnTo>
                  <a:pt x="32766" y="166878"/>
                </a:lnTo>
                <a:lnTo>
                  <a:pt x="29888" y="172033"/>
                </a:lnTo>
                <a:lnTo>
                  <a:pt x="27347" y="177339"/>
                </a:lnTo>
                <a:lnTo>
                  <a:pt x="25146" y="182795"/>
                </a:lnTo>
                <a:lnTo>
                  <a:pt x="23283" y="188403"/>
                </a:lnTo>
                <a:lnTo>
                  <a:pt x="21759" y="194160"/>
                </a:lnTo>
                <a:lnTo>
                  <a:pt x="20574" y="200067"/>
                </a:lnTo>
                <a:lnTo>
                  <a:pt x="19727" y="206126"/>
                </a:lnTo>
                <a:lnTo>
                  <a:pt x="19220" y="212334"/>
                </a:lnTo>
                <a:lnTo>
                  <a:pt x="19050" y="218694"/>
                </a:lnTo>
                <a:lnTo>
                  <a:pt x="19083" y="219687"/>
                </a:lnTo>
                <a:lnTo>
                  <a:pt x="19181" y="220632"/>
                </a:lnTo>
                <a:lnTo>
                  <a:pt x="19346" y="221531"/>
                </a:lnTo>
                <a:lnTo>
                  <a:pt x="19577" y="222382"/>
                </a:lnTo>
                <a:lnTo>
                  <a:pt x="19873" y="223186"/>
                </a:lnTo>
                <a:lnTo>
                  <a:pt x="20235" y="223943"/>
                </a:lnTo>
                <a:lnTo>
                  <a:pt x="20664" y="224654"/>
                </a:lnTo>
                <a:lnTo>
                  <a:pt x="21157" y="225317"/>
                </a:lnTo>
                <a:lnTo>
                  <a:pt x="21717" y="225933"/>
                </a:lnTo>
                <a:lnTo>
                  <a:pt x="22329" y="226493"/>
                </a:lnTo>
                <a:lnTo>
                  <a:pt x="22977" y="226986"/>
                </a:lnTo>
                <a:lnTo>
                  <a:pt x="23664" y="227415"/>
                </a:lnTo>
                <a:lnTo>
                  <a:pt x="24389" y="227777"/>
                </a:lnTo>
                <a:lnTo>
                  <a:pt x="25151" y="228073"/>
                </a:lnTo>
                <a:lnTo>
                  <a:pt x="25950" y="228304"/>
                </a:lnTo>
                <a:lnTo>
                  <a:pt x="26787" y="228469"/>
                </a:lnTo>
                <a:lnTo>
                  <a:pt x="27663" y="228567"/>
                </a:lnTo>
                <a:lnTo>
                  <a:pt x="28575" y="228600"/>
                </a:lnTo>
                <a:lnTo>
                  <a:pt x="29487" y="228567"/>
                </a:lnTo>
                <a:lnTo>
                  <a:pt x="30363" y="228469"/>
                </a:lnTo>
                <a:lnTo>
                  <a:pt x="31200" y="228304"/>
                </a:lnTo>
                <a:lnTo>
                  <a:pt x="31999" y="228073"/>
                </a:lnTo>
                <a:lnTo>
                  <a:pt x="32761" y="227777"/>
                </a:lnTo>
                <a:lnTo>
                  <a:pt x="33486" y="227415"/>
                </a:lnTo>
                <a:lnTo>
                  <a:pt x="34173" y="226986"/>
                </a:lnTo>
                <a:lnTo>
                  <a:pt x="34821" y="226493"/>
                </a:lnTo>
                <a:lnTo>
                  <a:pt x="35433" y="225933"/>
                </a:lnTo>
                <a:lnTo>
                  <a:pt x="35993" y="225317"/>
                </a:lnTo>
                <a:lnTo>
                  <a:pt x="36486" y="224654"/>
                </a:lnTo>
                <a:lnTo>
                  <a:pt x="36915" y="223943"/>
                </a:lnTo>
                <a:lnTo>
                  <a:pt x="37277" y="223186"/>
                </a:lnTo>
                <a:lnTo>
                  <a:pt x="37573" y="222382"/>
                </a:lnTo>
                <a:lnTo>
                  <a:pt x="37804" y="221531"/>
                </a:lnTo>
                <a:lnTo>
                  <a:pt x="37969" y="220632"/>
                </a:lnTo>
                <a:lnTo>
                  <a:pt x="38067" y="219687"/>
                </a:lnTo>
                <a:lnTo>
                  <a:pt x="38100" y="218694"/>
                </a:lnTo>
                <a:lnTo>
                  <a:pt x="38110" y="217678"/>
                </a:lnTo>
                <a:lnTo>
                  <a:pt x="38138" y="216662"/>
                </a:lnTo>
                <a:lnTo>
                  <a:pt x="38185" y="215646"/>
                </a:lnTo>
                <a:lnTo>
                  <a:pt x="38250" y="214630"/>
                </a:lnTo>
                <a:lnTo>
                  <a:pt x="38335" y="213614"/>
                </a:lnTo>
                <a:lnTo>
                  <a:pt x="38439" y="212598"/>
                </a:lnTo>
                <a:lnTo>
                  <a:pt x="38561" y="211582"/>
                </a:lnTo>
                <a:lnTo>
                  <a:pt x="38702" y="210566"/>
                </a:lnTo>
                <a:lnTo>
                  <a:pt x="38862" y="209550"/>
                </a:lnTo>
                <a:lnTo>
                  <a:pt x="189738" y="209550"/>
                </a:lnTo>
                <a:lnTo>
                  <a:pt x="190500" y="218694"/>
                </a:lnTo>
                <a:lnTo>
                  <a:pt x="190533" y="219687"/>
                </a:lnTo>
                <a:lnTo>
                  <a:pt x="190631" y="220632"/>
                </a:lnTo>
                <a:lnTo>
                  <a:pt x="190796" y="221531"/>
                </a:lnTo>
                <a:lnTo>
                  <a:pt x="191027" y="222382"/>
                </a:lnTo>
                <a:lnTo>
                  <a:pt x="191323" y="223186"/>
                </a:lnTo>
                <a:lnTo>
                  <a:pt x="191685" y="223943"/>
                </a:lnTo>
                <a:lnTo>
                  <a:pt x="192114" y="224654"/>
                </a:lnTo>
                <a:lnTo>
                  <a:pt x="192607" y="225317"/>
                </a:lnTo>
                <a:lnTo>
                  <a:pt x="193167" y="225933"/>
                </a:lnTo>
                <a:lnTo>
                  <a:pt x="193779" y="226493"/>
                </a:lnTo>
                <a:lnTo>
                  <a:pt x="194427" y="226986"/>
                </a:lnTo>
                <a:lnTo>
                  <a:pt x="195114" y="227415"/>
                </a:lnTo>
                <a:lnTo>
                  <a:pt x="195839" y="227777"/>
                </a:lnTo>
                <a:lnTo>
                  <a:pt x="196601" y="228073"/>
                </a:lnTo>
                <a:lnTo>
                  <a:pt x="197400" y="228304"/>
                </a:lnTo>
                <a:lnTo>
                  <a:pt x="198237" y="228469"/>
                </a:lnTo>
                <a:lnTo>
                  <a:pt x="199113" y="228567"/>
                </a:lnTo>
                <a:lnTo>
                  <a:pt x="200025" y="228600"/>
                </a:lnTo>
                <a:lnTo>
                  <a:pt x="200937" y="228567"/>
                </a:lnTo>
                <a:lnTo>
                  <a:pt x="201813" y="228469"/>
                </a:lnTo>
                <a:lnTo>
                  <a:pt x="202650" y="228304"/>
                </a:lnTo>
                <a:lnTo>
                  <a:pt x="203449" y="228073"/>
                </a:lnTo>
                <a:lnTo>
                  <a:pt x="204211" y="227777"/>
                </a:lnTo>
                <a:lnTo>
                  <a:pt x="204936" y="227415"/>
                </a:lnTo>
                <a:lnTo>
                  <a:pt x="205623" y="226986"/>
                </a:lnTo>
                <a:lnTo>
                  <a:pt x="206271" y="226493"/>
                </a:lnTo>
                <a:lnTo>
                  <a:pt x="206883" y="225933"/>
                </a:lnTo>
                <a:lnTo>
                  <a:pt x="207443" y="225317"/>
                </a:lnTo>
                <a:lnTo>
                  <a:pt x="207936" y="224654"/>
                </a:lnTo>
                <a:lnTo>
                  <a:pt x="208365" y="223943"/>
                </a:lnTo>
                <a:lnTo>
                  <a:pt x="208727" y="223186"/>
                </a:lnTo>
                <a:lnTo>
                  <a:pt x="209023" y="222382"/>
                </a:lnTo>
                <a:lnTo>
                  <a:pt x="209254" y="221531"/>
                </a:lnTo>
                <a:lnTo>
                  <a:pt x="209419" y="220632"/>
                </a:lnTo>
                <a:lnTo>
                  <a:pt x="209517" y="219687"/>
                </a:lnTo>
                <a:lnTo>
                  <a:pt x="209550" y="218694"/>
                </a:lnTo>
                <a:lnTo>
                  <a:pt x="209343" y="211676"/>
                </a:lnTo>
                <a:lnTo>
                  <a:pt x="208722" y="204847"/>
                </a:lnTo>
                <a:lnTo>
                  <a:pt x="207687" y="198205"/>
                </a:lnTo>
                <a:lnTo>
                  <a:pt x="206238" y="191752"/>
                </a:lnTo>
                <a:lnTo>
                  <a:pt x="204376" y="185486"/>
                </a:lnTo>
                <a:lnTo>
                  <a:pt x="202100" y="179409"/>
                </a:lnTo>
                <a:lnTo>
                  <a:pt x="199409" y="173520"/>
                </a:lnTo>
                <a:lnTo>
                  <a:pt x="196305" y="167819"/>
                </a:lnTo>
                <a:lnTo>
                  <a:pt x="192786" y="162306"/>
                </a:lnTo>
                <a:lnTo>
                  <a:pt x="189945" y="158590"/>
                </a:lnTo>
                <a:lnTo>
                  <a:pt x="186840" y="154893"/>
                </a:lnTo>
                <a:lnTo>
                  <a:pt x="183472" y="151215"/>
                </a:lnTo>
                <a:lnTo>
                  <a:pt x="179842" y="147556"/>
                </a:lnTo>
                <a:lnTo>
                  <a:pt x="175947" y="143914"/>
                </a:lnTo>
                <a:lnTo>
                  <a:pt x="171789" y="140293"/>
                </a:lnTo>
                <a:lnTo>
                  <a:pt x="167368" y="136689"/>
                </a:lnTo>
                <a:lnTo>
                  <a:pt x="162682" y="133105"/>
                </a:lnTo>
                <a:lnTo>
                  <a:pt x="157734" y="129540"/>
                </a:lnTo>
                <a:close/>
                <a:moveTo>
                  <a:pt x="53340" y="57150"/>
                </a:moveTo>
                <a:lnTo>
                  <a:pt x="51854" y="55109"/>
                </a:lnTo>
                <a:lnTo>
                  <a:pt x="50442" y="53049"/>
                </a:lnTo>
                <a:lnTo>
                  <a:pt x="49107" y="50969"/>
                </a:lnTo>
                <a:lnTo>
                  <a:pt x="47846" y="48872"/>
                </a:lnTo>
                <a:lnTo>
                  <a:pt x="46661" y="46754"/>
                </a:lnTo>
                <a:lnTo>
                  <a:pt x="45550" y="44619"/>
                </a:lnTo>
                <a:lnTo>
                  <a:pt x="44516" y="42465"/>
                </a:lnTo>
                <a:lnTo>
                  <a:pt x="43556" y="40292"/>
                </a:lnTo>
                <a:lnTo>
                  <a:pt x="42672" y="38100"/>
                </a:lnTo>
                <a:lnTo>
                  <a:pt x="185928" y="38100"/>
                </a:lnTo>
                <a:lnTo>
                  <a:pt x="185044" y="40292"/>
                </a:lnTo>
                <a:lnTo>
                  <a:pt x="184084" y="42465"/>
                </a:lnTo>
                <a:lnTo>
                  <a:pt x="183050" y="44619"/>
                </a:lnTo>
                <a:lnTo>
                  <a:pt x="181939" y="46754"/>
                </a:lnTo>
                <a:lnTo>
                  <a:pt x="180754" y="48872"/>
                </a:lnTo>
                <a:lnTo>
                  <a:pt x="179493" y="50969"/>
                </a:lnTo>
                <a:lnTo>
                  <a:pt x="178158" y="53049"/>
                </a:lnTo>
                <a:lnTo>
                  <a:pt x="176746" y="55109"/>
                </a:lnTo>
                <a:lnTo>
                  <a:pt x="175260" y="57150"/>
                </a:lnTo>
                <a:close/>
                <a:moveTo>
                  <a:pt x="42672" y="190500"/>
                </a:moveTo>
                <a:lnTo>
                  <a:pt x="43556" y="188308"/>
                </a:lnTo>
                <a:lnTo>
                  <a:pt x="44516" y="186135"/>
                </a:lnTo>
                <a:lnTo>
                  <a:pt x="45550" y="183981"/>
                </a:lnTo>
                <a:lnTo>
                  <a:pt x="46661" y="181846"/>
                </a:lnTo>
                <a:lnTo>
                  <a:pt x="47846" y="179728"/>
                </a:lnTo>
                <a:lnTo>
                  <a:pt x="49107" y="177631"/>
                </a:lnTo>
                <a:lnTo>
                  <a:pt x="50442" y="175551"/>
                </a:lnTo>
                <a:lnTo>
                  <a:pt x="51854" y="173491"/>
                </a:lnTo>
                <a:lnTo>
                  <a:pt x="53340" y="171450"/>
                </a:lnTo>
                <a:lnTo>
                  <a:pt x="175260" y="171450"/>
                </a:lnTo>
                <a:lnTo>
                  <a:pt x="176746" y="173491"/>
                </a:lnTo>
                <a:lnTo>
                  <a:pt x="178158" y="175551"/>
                </a:lnTo>
                <a:lnTo>
                  <a:pt x="179493" y="177631"/>
                </a:lnTo>
                <a:lnTo>
                  <a:pt x="180754" y="179728"/>
                </a:lnTo>
                <a:lnTo>
                  <a:pt x="181939" y="181846"/>
                </a:lnTo>
                <a:lnTo>
                  <a:pt x="183050" y="183981"/>
                </a:lnTo>
                <a:lnTo>
                  <a:pt x="184084" y="186135"/>
                </a:lnTo>
                <a:lnTo>
                  <a:pt x="185044" y="188308"/>
                </a:lnTo>
                <a:lnTo>
                  <a:pt x="185928" y="19050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51CB610-4763-4ADA-8078-9437D6EE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597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DE17C30-5009-4403-809B-EC237AD2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597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7F9E2F3-61CD-4762-ACE4-934F4F21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2E118AB-C23E-4A50-B1FC-0627931A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8ABAD79-108D-4078-A08F-590DD86E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0734104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1EA575-14EE-4A32-B262-BF0D0CAAE7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EAGLE 演化的對象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E511A-51D3-46F8-AAFB-6B74EA9DEDE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本期使用 inherited_genotype；輸入 Java 與新生成的 Java 分開保存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D42685-E805-4020-957B-C36A78347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05 / 33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1BC45-89B7-4C29-8820-ECB82212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95575"/>
            <a:ext cx="6515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GENOTYPE　演化與繼承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7D0AAA-D753-4D8B-9B53-857B5FCE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6F4D3-89DF-46C6-AEEE-8C10E2C9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185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Policy gene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87FE0-F713-4365-BD87-F096AE6F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38675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D289A-5F6C-461B-B263-77E32397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62500"/>
            <a:ext cx="1933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57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strategy_prompt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C88A7-A4CA-4974-8A9E-3306ADF4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76850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具體遊戲策略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由 Strategy 修改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0ADF3-AFA0-4437-9C9A-D05DE13B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959039-2C05-4BA2-875B-1E1F2F22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14800"/>
            <a:ext cx="185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 prompt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97B923-680C-40D8-8F81-9B685B0F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638675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9BA99-CBC3-4483-96DD-8DF3EC6B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762500"/>
            <a:ext cx="1933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57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generation_prompt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5B970-3616-41CA-88E7-455291C5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276850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通用翻譯規則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由 Code 修改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70BFF8-91C6-40ED-B000-54F14371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5D3643-0B38-4702-99C9-C2276953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14800"/>
            <a:ext cx="185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2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Java gene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DB9DC3-BA08-46F2-A8E5-3379059E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38675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3AEDCD-8C2E-43E2-902E-684E99C3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762500"/>
            <a:ext cx="1933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57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inherited_java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F18686-B1C7-43DC-A255-B5C8215E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276850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父代完整 Java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反思不直接修改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8391A5-4379-409F-8B4F-8A91B093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67275"/>
            <a:ext cx="4762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D8B2CB-07F8-4237-ADFA-BC62FD24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76625"/>
            <a:ext cx="2524125" cy="3171825"/>
          </a:xfrm>
          <a:prstGeom xmlns:a="http://schemas.openxmlformats.org/drawingml/2006/main" prst="roundRect">
            <a:avLst>
              <a:gd name="adj" fmla="val 6038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111B24-BD02-4584-B1D7-6D9A26DC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14800"/>
            <a:ext cx="2314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GENERATOR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617663-2B0B-438D-AA77-1F8DBA63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38675"/>
            <a:ext cx="22002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17FCD6-6B1B-4ECD-B16D-17A95532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905375"/>
            <a:ext cx="221932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三個輸入 gene</a:t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＋固定 scaffold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輸出完整新 Java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C3D023-1702-41AC-A887-0E1D55B6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867275"/>
            <a:ext cx="4762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72FD9F-B5DC-4E22-BC55-15BA7EE1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476625"/>
            <a:ext cx="2924175" cy="3171825"/>
          </a:xfrm>
          <a:prstGeom xmlns:a="http://schemas.openxmlformats.org/drawingml/2006/main" prst="roundRect">
            <a:avLst>
              <a:gd name="adj" fmla="val 5212"/>
            </a:avLst>
          </a:prstGeom>
          <a:noFill xmlns:a="http://schemas.openxmlformats.org/drawingml/2006/main"/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E5BA27-E652-429E-BB49-D4F628B3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4114800"/>
            <a:ext cx="265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PHENOTYPE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A39A45-A2B9-438B-8C03-E6BC8DE3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4638675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1FF010-B71C-4A18-BA9A-7C889C2E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4905375"/>
            <a:ext cx="25717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generated_java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驗證、編譯、整合</a:t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180 場 MicroRTS 評估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226B4B-BDEA-4425-8ABD-BBD2F060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639050"/>
            <a:ext cx="1097280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FB8206-5E15-4241-A2DB-5638738B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76581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新生成的 Java 可供下一代繼承；Generator 保留兩個 prompt gene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252908-C968-4937-9F3D-9E103D68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2597B7-5260-4D0F-85E5-CE41412E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2CE5B60-7E34-4B76-BF47-255FBB5E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19B4A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B2D87C-A380-4FC4-AB7B-660B6461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667D1B-9610-4478-B882-EC634618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1650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2455547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01CAE-0A00-4D70-A288-708D8EEA9E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初始 Policy 的歷史比較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AD8BBF-49E2-49B3-8737-9F18FA50A95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0830 原始實驗重製；保留當時量測值，作為改採多樣 policy 的背景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08D6F-B66D-4161-9787-3882AE3C68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43ABC-8278-4E16-AD12-E66D45A0463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BLANK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6008E-D355-4F5E-BA02-37D08BA7792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Final Test W / D / 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3B3D3-EA1E-4D5A-ADC1-F2976937459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4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 / 499 / 101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6112BE-73A9-46ED-8802-F913296384D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Search wins：0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02108E-D0D3-4D48-AECC-9C8A3C4ACEB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887690-5425-487C-8F11-0405B925A95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RANDOM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1782FE-8EAA-4319-BD32-7F4D5315F34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Final Test W / D / 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597180-D76E-4241-9C97-482162F5BF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4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112 / 429 / 59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BE1183-0962-4857-8822-31AE86BB2963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Search wins：20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292D83-2AD9-4550-B9E7-14ED0C637B4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EF7549-0A00-44EB-9AC0-EA191A5D950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WORKER RUSH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D37826-A376-4A12-8E33-2B03ABFE525D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Final Test W / D / 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AE8A3B-8756-4501-BBE5-A4AD74620505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4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258 / 325 / 17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262144-D92C-4D66-9D3E-82D7B8F13DD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Search wins：110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CDC501-0207-4B7D-B14F-7FC23BDD4EE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Worker Rush 表現較佳，後續保留為 seed 基準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B5EACD-C7BF-4363-BD83-B481CC891209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歷史設定與本期比例實驗不同；這三組數字不可直接當成本期比較結果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0E66A2-7B70-47E8-BC3D-F4D8D206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06 / 33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184B05-929D-4327-92C8-ACEA1203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76625"/>
            <a:ext cx="304800" cy="304800"/>
          </a:xfrm>
          <a:custGeom xmlns:a="http://schemas.openxmlformats.org/drawingml/2006/main"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EC8865-C92B-46AA-9A11-840EEC97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76625"/>
            <a:ext cx="304800" cy="304800"/>
          </a:xfrm>
          <a:custGeom xmlns:a="http://schemas.openxmlformats.org/drawingml/2006/main">
            <a:pathLst>
              <a:path w="228600" h="228600">
                <a:moveTo>
                  <a:pt x="181356" y="228600"/>
                </a:moveTo>
                <a:lnTo>
                  <a:pt x="48006" y="228600"/>
                </a:lnTo>
                <a:lnTo>
                  <a:pt x="45150" y="228520"/>
                </a:lnTo>
                <a:lnTo>
                  <a:pt x="42342" y="228280"/>
                </a:lnTo>
                <a:lnTo>
                  <a:pt x="39582" y="227880"/>
                </a:lnTo>
                <a:lnTo>
                  <a:pt x="36867" y="227321"/>
                </a:lnTo>
                <a:lnTo>
                  <a:pt x="34200" y="226601"/>
                </a:lnTo>
                <a:lnTo>
                  <a:pt x="31581" y="225722"/>
                </a:lnTo>
                <a:lnTo>
                  <a:pt x="29007" y="224681"/>
                </a:lnTo>
                <a:lnTo>
                  <a:pt x="26481" y="223482"/>
                </a:lnTo>
                <a:lnTo>
                  <a:pt x="24003" y="222123"/>
                </a:lnTo>
                <a:lnTo>
                  <a:pt x="21604" y="220628"/>
                </a:lnTo>
                <a:lnTo>
                  <a:pt x="19318" y="219019"/>
                </a:lnTo>
                <a:lnTo>
                  <a:pt x="17145" y="217297"/>
                </a:lnTo>
                <a:lnTo>
                  <a:pt x="15085" y="215462"/>
                </a:lnTo>
                <a:lnTo>
                  <a:pt x="13138" y="213515"/>
                </a:lnTo>
                <a:lnTo>
                  <a:pt x="11303" y="211455"/>
                </a:lnTo>
                <a:lnTo>
                  <a:pt x="9581" y="209282"/>
                </a:lnTo>
                <a:lnTo>
                  <a:pt x="7972" y="206996"/>
                </a:lnTo>
                <a:lnTo>
                  <a:pt x="6477" y="204597"/>
                </a:lnTo>
                <a:lnTo>
                  <a:pt x="5118" y="202119"/>
                </a:lnTo>
                <a:lnTo>
                  <a:pt x="3919" y="199593"/>
                </a:lnTo>
                <a:lnTo>
                  <a:pt x="2878" y="197019"/>
                </a:lnTo>
                <a:lnTo>
                  <a:pt x="1999" y="194400"/>
                </a:lnTo>
                <a:lnTo>
                  <a:pt x="1279" y="191733"/>
                </a:lnTo>
                <a:lnTo>
                  <a:pt x="720" y="189018"/>
                </a:lnTo>
                <a:lnTo>
                  <a:pt x="320" y="186258"/>
                </a:lnTo>
                <a:lnTo>
                  <a:pt x="80" y="183450"/>
                </a:lnTo>
                <a:lnTo>
                  <a:pt x="0" y="180594"/>
                </a:lnTo>
                <a:lnTo>
                  <a:pt x="0" y="47244"/>
                </a:lnTo>
                <a:lnTo>
                  <a:pt x="80" y="44548"/>
                </a:lnTo>
                <a:lnTo>
                  <a:pt x="320" y="41881"/>
                </a:lnTo>
                <a:lnTo>
                  <a:pt x="720" y="39243"/>
                </a:lnTo>
                <a:lnTo>
                  <a:pt x="1279" y="36632"/>
                </a:lnTo>
                <a:lnTo>
                  <a:pt x="1999" y="34050"/>
                </a:lnTo>
                <a:lnTo>
                  <a:pt x="2878" y="31496"/>
                </a:lnTo>
                <a:lnTo>
                  <a:pt x="3919" y="28970"/>
                </a:lnTo>
                <a:lnTo>
                  <a:pt x="5118" y="26473"/>
                </a:lnTo>
                <a:lnTo>
                  <a:pt x="6477" y="24003"/>
                </a:lnTo>
                <a:lnTo>
                  <a:pt x="7972" y="21604"/>
                </a:lnTo>
                <a:lnTo>
                  <a:pt x="9581" y="19318"/>
                </a:lnTo>
                <a:lnTo>
                  <a:pt x="11303" y="17145"/>
                </a:lnTo>
                <a:lnTo>
                  <a:pt x="13138" y="15085"/>
                </a:lnTo>
                <a:lnTo>
                  <a:pt x="15085" y="13138"/>
                </a:lnTo>
                <a:lnTo>
                  <a:pt x="17145" y="11303"/>
                </a:lnTo>
                <a:lnTo>
                  <a:pt x="19318" y="9581"/>
                </a:lnTo>
                <a:lnTo>
                  <a:pt x="21604" y="7972"/>
                </a:lnTo>
                <a:lnTo>
                  <a:pt x="24003" y="6477"/>
                </a:lnTo>
                <a:lnTo>
                  <a:pt x="26473" y="5118"/>
                </a:lnTo>
                <a:lnTo>
                  <a:pt x="28970" y="3919"/>
                </a:lnTo>
                <a:lnTo>
                  <a:pt x="31496" y="2878"/>
                </a:lnTo>
                <a:lnTo>
                  <a:pt x="34050" y="1999"/>
                </a:lnTo>
                <a:lnTo>
                  <a:pt x="36632" y="1279"/>
                </a:lnTo>
                <a:lnTo>
                  <a:pt x="39243" y="720"/>
                </a:lnTo>
                <a:lnTo>
                  <a:pt x="41881" y="320"/>
                </a:lnTo>
                <a:lnTo>
                  <a:pt x="44548" y="80"/>
                </a:lnTo>
                <a:lnTo>
                  <a:pt x="47244" y="0"/>
                </a:lnTo>
                <a:lnTo>
                  <a:pt x="181356" y="0"/>
                </a:lnTo>
                <a:lnTo>
                  <a:pt x="184052" y="80"/>
                </a:lnTo>
                <a:lnTo>
                  <a:pt x="186719" y="320"/>
                </a:lnTo>
                <a:lnTo>
                  <a:pt x="189357" y="720"/>
                </a:lnTo>
                <a:lnTo>
                  <a:pt x="191968" y="1279"/>
                </a:lnTo>
                <a:lnTo>
                  <a:pt x="194550" y="1999"/>
                </a:lnTo>
                <a:lnTo>
                  <a:pt x="197104" y="2878"/>
                </a:lnTo>
                <a:lnTo>
                  <a:pt x="199630" y="3919"/>
                </a:lnTo>
                <a:lnTo>
                  <a:pt x="202127" y="5118"/>
                </a:lnTo>
                <a:lnTo>
                  <a:pt x="204597" y="6477"/>
                </a:lnTo>
                <a:lnTo>
                  <a:pt x="206996" y="7972"/>
                </a:lnTo>
                <a:lnTo>
                  <a:pt x="209282" y="9581"/>
                </a:lnTo>
                <a:lnTo>
                  <a:pt x="211455" y="11303"/>
                </a:lnTo>
                <a:lnTo>
                  <a:pt x="213515" y="13138"/>
                </a:lnTo>
                <a:lnTo>
                  <a:pt x="215462" y="15085"/>
                </a:lnTo>
                <a:lnTo>
                  <a:pt x="217297" y="17145"/>
                </a:lnTo>
                <a:lnTo>
                  <a:pt x="219019" y="19318"/>
                </a:lnTo>
                <a:lnTo>
                  <a:pt x="220628" y="21604"/>
                </a:lnTo>
                <a:lnTo>
                  <a:pt x="222123" y="24003"/>
                </a:lnTo>
                <a:lnTo>
                  <a:pt x="223482" y="26473"/>
                </a:lnTo>
                <a:lnTo>
                  <a:pt x="224681" y="28970"/>
                </a:lnTo>
                <a:lnTo>
                  <a:pt x="225722" y="31496"/>
                </a:lnTo>
                <a:lnTo>
                  <a:pt x="226601" y="34050"/>
                </a:lnTo>
                <a:lnTo>
                  <a:pt x="227321" y="36632"/>
                </a:lnTo>
                <a:lnTo>
                  <a:pt x="227880" y="39243"/>
                </a:lnTo>
                <a:lnTo>
                  <a:pt x="228280" y="41881"/>
                </a:lnTo>
                <a:lnTo>
                  <a:pt x="228520" y="44548"/>
                </a:lnTo>
                <a:lnTo>
                  <a:pt x="228600" y="47244"/>
                </a:lnTo>
                <a:lnTo>
                  <a:pt x="228600" y="180594"/>
                </a:lnTo>
                <a:lnTo>
                  <a:pt x="228520" y="183450"/>
                </a:lnTo>
                <a:lnTo>
                  <a:pt x="228280" y="186258"/>
                </a:lnTo>
                <a:lnTo>
                  <a:pt x="227880" y="189018"/>
                </a:lnTo>
                <a:lnTo>
                  <a:pt x="227321" y="191733"/>
                </a:lnTo>
                <a:lnTo>
                  <a:pt x="226601" y="194400"/>
                </a:lnTo>
                <a:lnTo>
                  <a:pt x="225722" y="197019"/>
                </a:lnTo>
                <a:lnTo>
                  <a:pt x="224681" y="199593"/>
                </a:lnTo>
                <a:lnTo>
                  <a:pt x="223482" y="202119"/>
                </a:lnTo>
                <a:lnTo>
                  <a:pt x="222123" y="204597"/>
                </a:lnTo>
                <a:lnTo>
                  <a:pt x="220628" y="206996"/>
                </a:lnTo>
                <a:lnTo>
                  <a:pt x="219019" y="209282"/>
                </a:lnTo>
                <a:lnTo>
                  <a:pt x="217297" y="211455"/>
                </a:lnTo>
                <a:lnTo>
                  <a:pt x="215462" y="213515"/>
                </a:lnTo>
                <a:lnTo>
                  <a:pt x="213515" y="215462"/>
                </a:lnTo>
                <a:lnTo>
                  <a:pt x="211455" y="217297"/>
                </a:lnTo>
                <a:lnTo>
                  <a:pt x="209282" y="219019"/>
                </a:lnTo>
                <a:lnTo>
                  <a:pt x="206996" y="220628"/>
                </a:lnTo>
                <a:lnTo>
                  <a:pt x="204597" y="222123"/>
                </a:lnTo>
                <a:lnTo>
                  <a:pt x="202119" y="223482"/>
                </a:lnTo>
                <a:lnTo>
                  <a:pt x="199593" y="224681"/>
                </a:lnTo>
                <a:lnTo>
                  <a:pt x="197019" y="225722"/>
                </a:lnTo>
                <a:lnTo>
                  <a:pt x="194400" y="226601"/>
                </a:lnTo>
                <a:lnTo>
                  <a:pt x="191733" y="227321"/>
                </a:lnTo>
                <a:lnTo>
                  <a:pt x="189018" y="227880"/>
                </a:lnTo>
                <a:lnTo>
                  <a:pt x="186258" y="228280"/>
                </a:lnTo>
                <a:lnTo>
                  <a:pt x="183450" y="228520"/>
                </a:lnTo>
                <a:lnTo>
                  <a:pt x="180594" y="228600"/>
                </a:lnTo>
                <a:close/>
                <a:moveTo>
                  <a:pt x="48006" y="19050"/>
                </a:moveTo>
                <a:lnTo>
                  <a:pt x="45344" y="19154"/>
                </a:lnTo>
                <a:lnTo>
                  <a:pt x="42776" y="19464"/>
                </a:lnTo>
                <a:lnTo>
                  <a:pt x="40301" y="19982"/>
                </a:lnTo>
                <a:lnTo>
                  <a:pt x="37921" y="20705"/>
                </a:lnTo>
                <a:lnTo>
                  <a:pt x="35635" y="21637"/>
                </a:lnTo>
                <a:lnTo>
                  <a:pt x="33443" y="22775"/>
                </a:lnTo>
                <a:lnTo>
                  <a:pt x="31346" y="24120"/>
                </a:lnTo>
                <a:lnTo>
                  <a:pt x="29342" y="25673"/>
                </a:lnTo>
                <a:lnTo>
                  <a:pt x="27432" y="27432"/>
                </a:lnTo>
                <a:lnTo>
                  <a:pt x="25673" y="29342"/>
                </a:lnTo>
                <a:lnTo>
                  <a:pt x="24120" y="31346"/>
                </a:lnTo>
                <a:lnTo>
                  <a:pt x="22775" y="33443"/>
                </a:lnTo>
                <a:lnTo>
                  <a:pt x="21637" y="35635"/>
                </a:lnTo>
                <a:lnTo>
                  <a:pt x="20705" y="37921"/>
                </a:lnTo>
                <a:lnTo>
                  <a:pt x="19982" y="40301"/>
                </a:lnTo>
                <a:lnTo>
                  <a:pt x="19464" y="42776"/>
                </a:lnTo>
                <a:lnTo>
                  <a:pt x="19154" y="45344"/>
                </a:lnTo>
                <a:lnTo>
                  <a:pt x="19050" y="48006"/>
                </a:lnTo>
                <a:lnTo>
                  <a:pt x="19050" y="180594"/>
                </a:lnTo>
                <a:lnTo>
                  <a:pt x="19154" y="183256"/>
                </a:lnTo>
                <a:lnTo>
                  <a:pt x="19464" y="185824"/>
                </a:lnTo>
                <a:lnTo>
                  <a:pt x="19982" y="188299"/>
                </a:lnTo>
                <a:lnTo>
                  <a:pt x="20705" y="190679"/>
                </a:lnTo>
                <a:lnTo>
                  <a:pt x="21637" y="192965"/>
                </a:lnTo>
                <a:lnTo>
                  <a:pt x="22775" y="195157"/>
                </a:lnTo>
                <a:lnTo>
                  <a:pt x="24120" y="197254"/>
                </a:lnTo>
                <a:lnTo>
                  <a:pt x="25673" y="199258"/>
                </a:lnTo>
                <a:lnTo>
                  <a:pt x="27432" y="201168"/>
                </a:lnTo>
                <a:lnTo>
                  <a:pt x="29332" y="202927"/>
                </a:lnTo>
                <a:lnTo>
                  <a:pt x="31308" y="204480"/>
                </a:lnTo>
                <a:lnTo>
                  <a:pt x="33358" y="205825"/>
                </a:lnTo>
                <a:lnTo>
                  <a:pt x="35484" y="206963"/>
                </a:lnTo>
                <a:lnTo>
                  <a:pt x="37686" y="207895"/>
                </a:lnTo>
                <a:lnTo>
                  <a:pt x="39963" y="208618"/>
                </a:lnTo>
                <a:lnTo>
                  <a:pt x="42315" y="209136"/>
                </a:lnTo>
                <a:lnTo>
                  <a:pt x="44742" y="209446"/>
                </a:lnTo>
                <a:lnTo>
                  <a:pt x="47244" y="209550"/>
                </a:lnTo>
                <a:lnTo>
                  <a:pt x="181356" y="209550"/>
                </a:lnTo>
                <a:lnTo>
                  <a:pt x="183858" y="209446"/>
                </a:lnTo>
                <a:lnTo>
                  <a:pt x="186285" y="209136"/>
                </a:lnTo>
                <a:lnTo>
                  <a:pt x="188637" y="208618"/>
                </a:lnTo>
                <a:lnTo>
                  <a:pt x="190914" y="207895"/>
                </a:lnTo>
                <a:lnTo>
                  <a:pt x="193116" y="206963"/>
                </a:lnTo>
                <a:lnTo>
                  <a:pt x="195242" y="205825"/>
                </a:lnTo>
                <a:lnTo>
                  <a:pt x="197292" y="204480"/>
                </a:lnTo>
                <a:lnTo>
                  <a:pt x="199268" y="202927"/>
                </a:lnTo>
                <a:lnTo>
                  <a:pt x="201168" y="201168"/>
                </a:lnTo>
                <a:lnTo>
                  <a:pt x="202927" y="199258"/>
                </a:lnTo>
                <a:lnTo>
                  <a:pt x="204480" y="197254"/>
                </a:lnTo>
                <a:lnTo>
                  <a:pt x="205825" y="195157"/>
                </a:lnTo>
                <a:lnTo>
                  <a:pt x="206963" y="192965"/>
                </a:lnTo>
                <a:lnTo>
                  <a:pt x="207895" y="190679"/>
                </a:lnTo>
                <a:lnTo>
                  <a:pt x="208618" y="188299"/>
                </a:lnTo>
                <a:lnTo>
                  <a:pt x="209136" y="185824"/>
                </a:lnTo>
                <a:lnTo>
                  <a:pt x="209446" y="183256"/>
                </a:lnTo>
                <a:lnTo>
                  <a:pt x="209550" y="180594"/>
                </a:lnTo>
                <a:lnTo>
                  <a:pt x="209550" y="47244"/>
                </a:lnTo>
                <a:lnTo>
                  <a:pt x="209446" y="44742"/>
                </a:lnTo>
                <a:lnTo>
                  <a:pt x="209136" y="42315"/>
                </a:lnTo>
                <a:lnTo>
                  <a:pt x="208618" y="39963"/>
                </a:lnTo>
                <a:lnTo>
                  <a:pt x="207895" y="37686"/>
                </a:lnTo>
                <a:lnTo>
                  <a:pt x="206963" y="35484"/>
                </a:lnTo>
                <a:lnTo>
                  <a:pt x="205825" y="33358"/>
                </a:lnTo>
                <a:lnTo>
                  <a:pt x="204480" y="31308"/>
                </a:lnTo>
                <a:lnTo>
                  <a:pt x="202927" y="29332"/>
                </a:lnTo>
                <a:lnTo>
                  <a:pt x="201168" y="27432"/>
                </a:lnTo>
                <a:lnTo>
                  <a:pt x="199258" y="25673"/>
                </a:lnTo>
                <a:lnTo>
                  <a:pt x="197254" y="24120"/>
                </a:lnTo>
                <a:lnTo>
                  <a:pt x="195157" y="22775"/>
                </a:lnTo>
                <a:lnTo>
                  <a:pt x="192965" y="21637"/>
                </a:lnTo>
                <a:lnTo>
                  <a:pt x="190679" y="20705"/>
                </a:lnTo>
                <a:lnTo>
                  <a:pt x="188299" y="19982"/>
                </a:lnTo>
                <a:lnTo>
                  <a:pt x="185824" y="19464"/>
                </a:lnTo>
                <a:lnTo>
                  <a:pt x="183256" y="19154"/>
                </a:lnTo>
                <a:lnTo>
                  <a:pt x="180594" y="19050"/>
                </a:lnTo>
                <a:close/>
                <a:moveTo>
                  <a:pt x="105156" y="114300"/>
                </a:moveTo>
                <a:lnTo>
                  <a:pt x="105189" y="115137"/>
                </a:lnTo>
                <a:lnTo>
                  <a:pt x="105287" y="115955"/>
                </a:lnTo>
                <a:lnTo>
                  <a:pt x="105452" y="116756"/>
                </a:lnTo>
                <a:lnTo>
                  <a:pt x="105683" y="117537"/>
                </a:lnTo>
                <a:lnTo>
                  <a:pt x="105979" y="118299"/>
                </a:lnTo>
                <a:lnTo>
                  <a:pt x="106341" y="119042"/>
                </a:lnTo>
                <a:lnTo>
                  <a:pt x="106770" y="119765"/>
                </a:lnTo>
                <a:lnTo>
                  <a:pt x="107263" y="120471"/>
                </a:lnTo>
                <a:lnTo>
                  <a:pt x="107823" y="121158"/>
                </a:lnTo>
                <a:lnTo>
                  <a:pt x="108430" y="121798"/>
                </a:lnTo>
                <a:lnTo>
                  <a:pt x="109065" y="122362"/>
                </a:lnTo>
                <a:lnTo>
                  <a:pt x="109728" y="122852"/>
                </a:lnTo>
                <a:lnTo>
                  <a:pt x="110420" y="123265"/>
                </a:lnTo>
                <a:lnTo>
                  <a:pt x="111139" y="123604"/>
                </a:lnTo>
                <a:lnTo>
                  <a:pt x="111887" y="123867"/>
                </a:lnTo>
                <a:lnTo>
                  <a:pt x="112663" y="124056"/>
                </a:lnTo>
                <a:lnTo>
                  <a:pt x="113468" y="124168"/>
                </a:lnTo>
                <a:lnTo>
                  <a:pt x="114300" y="124206"/>
                </a:lnTo>
                <a:lnTo>
                  <a:pt x="115137" y="124168"/>
                </a:lnTo>
                <a:lnTo>
                  <a:pt x="115955" y="124056"/>
                </a:lnTo>
                <a:lnTo>
                  <a:pt x="116756" y="123867"/>
                </a:lnTo>
                <a:lnTo>
                  <a:pt x="117537" y="123604"/>
                </a:lnTo>
                <a:lnTo>
                  <a:pt x="118299" y="123265"/>
                </a:lnTo>
                <a:lnTo>
                  <a:pt x="119042" y="122852"/>
                </a:lnTo>
                <a:lnTo>
                  <a:pt x="119765" y="122362"/>
                </a:lnTo>
                <a:lnTo>
                  <a:pt x="120471" y="121798"/>
                </a:lnTo>
                <a:lnTo>
                  <a:pt x="121158" y="121158"/>
                </a:lnTo>
                <a:lnTo>
                  <a:pt x="121798" y="120471"/>
                </a:lnTo>
                <a:lnTo>
                  <a:pt x="122362" y="119765"/>
                </a:lnTo>
                <a:lnTo>
                  <a:pt x="122852" y="119042"/>
                </a:lnTo>
                <a:lnTo>
                  <a:pt x="123265" y="118299"/>
                </a:lnTo>
                <a:lnTo>
                  <a:pt x="123604" y="117537"/>
                </a:lnTo>
                <a:lnTo>
                  <a:pt x="123867" y="116756"/>
                </a:lnTo>
                <a:lnTo>
                  <a:pt x="124056" y="115955"/>
                </a:lnTo>
                <a:lnTo>
                  <a:pt x="124168" y="115137"/>
                </a:lnTo>
                <a:lnTo>
                  <a:pt x="124206" y="114300"/>
                </a:lnTo>
                <a:lnTo>
                  <a:pt x="124168" y="113463"/>
                </a:lnTo>
                <a:lnTo>
                  <a:pt x="124056" y="112645"/>
                </a:lnTo>
                <a:lnTo>
                  <a:pt x="123867" y="111844"/>
                </a:lnTo>
                <a:lnTo>
                  <a:pt x="123604" y="111063"/>
                </a:lnTo>
                <a:lnTo>
                  <a:pt x="123265" y="110301"/>
                </a:lnTo>
                <a:lnTo>
                  <a:pt x="122852" y="109558"/>
                </a:lnTo>
                <a:lnTo>
                  <a:pt x="122362" y="108835"/>
                </a:lnTo>
                <a:lnTo>
                  <a:pt x="121798" y="108129"/>
                </a:lnTo>
                <a:lnTo>
                  <a:pt x="121158" y="107442"/>
                </a:lnTo>
                <a:lnTo>
                  <a:pt x="120471" y="106802"/>
                </a:lnTo>
                <a:lnTo>
                  <a:pt x="119765" y="106238"/>
                </a:lnTo>
                <a:lnTo>
                  <a:pt x="119042" y="105748"/>
                </a:lnTo>
                <a:lnTo>
                  <a:pt x="118299" y="105335"/>
                </a:lnTo>
                <a:lnTo>
                  <a:pt x="117537" y="104996"/>
                </a:lnTo>
                <a:lnTo>
                  <a:pt x="116756" y="104733"/>
                </a:lnTo>
                <a:lnTo>
                  <a:pt x="115955" y="104544"/>
                </a:lnTo>
                <a:lnTo>
                  <a:pt x="115137" y="104432"/>
                </a:lnTo>
                <a:lnTo>
                  <a:pt x="114300" y="104394"/>
                </a:lnTo>
                <a:lnTo>
                  <a:pt x="113463" y="104432"/>
                </a:lnTo>
                <a:lnTo>
                  <a:pt x="112645" y="104544"/>
                </a:lnTo>
                <a:lnTo>
                  <a:pt x="111844" y="104733"/>
                </a:lnTo>
                <a:lnTo>
                  <a:pt x="111063" y="104996"/>
                </a:lnTo>
                <a:lnTo>
                  <a:pt x="110301" y="105335"/>
                </a:lnTo>
                <a:lnTo>
                  <a:pt x="109558" y="105748"/>
                </a:lnTo>
                <a:lnTo>
                  <a:pt x="108835" y="106238"/>
                </a:lnTo>
                <a:lnTo>
                  <a:pt x="108129" y="106802"/>
                </a:lnTo>
                <a:lnTo>
                  <a:pt x="107442" y="107442"/>
                </a:lnTo>
                <a:lnTo>
                  <a:pt x="106802" y="108129"/>
                </a:lnTo>
                <a:lnTo>
                  <a:pt x="106238" y="108835"/>
                </a:lnTo>
                <a:lnTo>
                  <a:pt x="105748" y="109558"/>
                </a:lnTo>
                <a:lnTo>
                  <a:pt x="105335" y="110301"/>
                </a:lnTo>
                <a:lnTo>
                  <a:pt x="104996" y="111063"/>
                </a:lnTo>
                <a:lnTo>
                  <a:pt x="104733" y="111844"/>
                </a:lnTo>
                <a:lnTo>
                  <a:pt x="104544" y="112645"/>
                </a:lnTo>
                <a:lnTo>
                  <a:pt x="104432" y="113463"/>
                </a:lnTo>
                <a:lnTo>
                  <a:pt x="104394" y="114300"/>
                </a:lnTo>
                <a:close/>
                <a:moveTo>
                  <a:pt x="57150" y="66294"/>
                </a:moveTo>
                <a:lnTo>
                  <a:pt x="57183" y="67287"/>
                </a:lnTo>
                <a:lnTo>
                  <a:pt x="57281" y="68232"/>
                </a:lnTo>
                <a:lnTo>
                  <a:pt x="57446" y="69131"/>
                </a:lnTo>
                <a:lnTo>
                  <a:pt x="57677" y="69982"/>
                </a:lnTo>
                <a:lnTo>
                  <a:pt x="57973" y="70786"/>
                </a:lnTo>
                <a:lnTo>
                  <a:pt x="58335" y="71543"/>
                </a:lnTo>
                <a:lnTo>
                  <a:pt x="58764" y="72254"/>
                </a:lnTo>
                <a:lnTo>
                  <a:pt x="59257" y="72917"/>
                </a:lnTo>
                <a:lnTo>
                  <a:pt x="59817" y="73533"/>
                </a:lnTo>
                <a:lnTo>
                  <a:pt x="60429" y="74093"/>
                </a:lnTo>
                <a:lnTo>
                  <a:pt x="61077" y="74586"/>
                </a:lnTo>
                <a:lnTo>
                  <a:pt x="61764" y="75015"/>
                </a:lnTo>
                <a:lnTo>
                  <a:pt x="62489" y="75377"/>
                </a:lnTo>
                <a:lnTo>
                  <a:pt x="63251" y="75673"/>
                </a:lnTo>
                <a:lnTo>
                  <a:pt x="64050" y="75904"/>
                </a:lnTo>
                <a:lnTo>
                  <a:pt x="64887" y="76069"/>
                </a:lnTo>
                <a:lnTo>
                  <a:pt x="65763" y="76167"/>
                </a:lnTo>
                <a:lnTo>
                  <a:pt x="66675" y="76200"/>
                </a:lnTo>
                <a:lnTo>
                  <a:pt x="67587" y="76167"/>
                </a:lnTo>
                <a:lnTo>
                  <a:pt x="68463" y="76069"/>
                </a:lnTo>
                <a:lnTo>
                  <a:pt x="69300" y="75904"/>
                </a:lnTo>
                <a:lnTo>
                  <a:pt x="70099" y="75673"/>
                </a:lnTo>
                <a:lnTo>
                  <a:pt x="70861" y="75377"/>
                </a:lnTo>
                <a:lnTo>
                  <a:pt x="71586" y="75015"/>
                </a:lnTo>
                <a:lnTo>
                  <a:pt x="72273" y="74586"/>
                </a:lnTo>
                <a:lnTo>
                  <a:pt x="72921" y="74093"/>
                </a:lnTo>
                <a:lnTo>
                  <a:pt x="73533" y="73533"/>
                </a:lnTo>
                <a:lnTo>
                  <a:pt x="74093" y="72921"/>
                </a:lnTo>
                <a:lnTo>
                  <a:pt x="74586" y="72273"/>
                </a:lnTo>
                <a:lnTo>
                  <a:pt x="75015" y="71586"/>
                </a:lnTo>
                <a:lnTo>
                  <a:pt x="75377" y="70861"/>
                </a:lnTo>
                <a:lnTo>
                  <a:pt x="75673" y="70099"/>
                </a:lnTo>
                <a:lnTo>
                  <a:pt x="75904" y="69300"/>
                </a:lnTo>
                <a:lnTo>
                  <a:pt x="76069" y="68463"/>
                </a:lnTo>
                <a:lnTo>
                  <a:pt x="76167" y="67587"/>
                </a:lnTo>
                <a:lnTo>
                  <a:pt x="76200" y="66675"/>
                </a:lnTo>
                <a:lnTo>
                  <a:pt x="76167" y="65763"/>
                </a:lnTo>
                <a:lnTo>
                  <a:pt x="76069" y="64887"/>
                </a:lnTo>
                <a:lnTo>
                  <a:pt x="75904" y="64050"/>
                </a:lnTo>
                <a:lnTo>
                  <a:pt x="75673" y="63251"/>
                </a:lnTo>
                <a:lnTo>
                  <a:pt x="75377" y="62489"/>
                </a:lnTo>
                <a:lnTo>
                  <a:pt x="75015" y="61764"/>
                </a:lnTo>
                <a:lnTo>
                  <a:pt x="74586" y="61077"/>
                </a:lnTo>
                <a:lnTo>
                  <a:pt x="74093" y="60429"/>
                </a:lnTo>
                <a:lnTo>
                  <a:pt x="73533" y="59817"/>
                </a:lnTo>
                <a:lnTo>
                  <a:pt x="72921" y="59257"/>
                </a:lnTo>
                <a:lnTo>
                  <a:pt x="72273" y="58764"/>
                </a:lnTo>
                <a:lnTo>
                  <a:pt x="71586" y="58335"/>
                </a:lnTo>
                <a:lnTo>
                  <a:pt x="70861" y="57973"/>
                </a:lnTo>
                <a:lnTo>
                  <a:pt x="70099" y="57677"/>
                </a:lnTo>
                <a:lnTo>
                  <a:pt x="69300" y="57446"/>
                </a:lnTo>
                <a:lnTo>
                  <a:pt x="68463" y="57281"/>
                </a:lnTo>
                <a:lnTo>
                  <a:pt x="67587" y="57183"/>
                </a:lnTo>
                <a:lnTo>
                  <a:pt x="66675" y="57150"/>
                </a:lnTo>
                <a:lnTo>
                  <a:pt x="65763" y="57183"/>
                </a:lnTo>
                <a:lnTo>
                  <a:pt x="64887" y="57281"/>
                </a:lnTo>
                <a:lnTo>
                  <a:pt x="64050" y="57446"/>
                </a:lnTo>
                <a:lnTo>
                  <a:pt x="63251" y="57677"/>
                </a:lnTo>
                <a:lnTo>
                  <a:pt x="62489" y="57973"/>
                </a:lnTo>
                <a:lnTo>
                  <a:pt x="61764" y="58335"/>
                </a:lnTo>
                <a:lnTo>
                  <a:pt x="61077" y="58764"/>
                </a:lnTo>
                <a:lnTo>
                  <a:pt x="60429" y="59257"/>
                </a:lnTo>
                <a:lnTo>
                  <a:pt x="59817" y="59817"/>
                </a:lnTo>
                <a:lnTo>
                  <a:pt x="59257" y="60424"/>
                </a:lnTo>
                <a:lnTo>
                  <a:pt x="58764" y="61059"/>
                </a:lnTo>
                <a:lnTo>
                  <a:pt x="58335" y="61722"/>
                </a:lnTo>
                <a:lnTo>
                  <a:pt x="57973" y="62414"/>
                </a:lnTo>
                <a:lnTo>
                  <a:pt x="57677" y="63133"/>
                </a:lnTo>
                <a:lnTo>
                  <a:pt x="57446" y="63881"/>
                </a:lnTo>
                <a:lnTo>
                  <a:pt x="57281" y="64657"/>
                </a:lnTo>
                <a:lnTo>
                  <a:pt x="57183" y="65462"/>
                </a:lnTo>
                <a:lnTo>
                  <a:pt x="57150" y="66294"/>
                </a:lnTo>
                <a:close/>
                <a:moveTo>
                  <a:pt x="152400" y="66294"/>
                </a:moveTo>
                <a:lnTo>
                  <a:pt x="152433" y="67287"/>
                </a:lnTo>
                <a:lnTo>
                  <a:pt x="152531" y="68232"/>
                </a:lnTo>
                <a:lnTo>
                  <a:pt x="152696" y="69131"/>
                </a:lnTo>
                <a:lnTo>
                  <a:pt x="152927" y="69982"/>
                </a:lnTo>
                <a:lnTo>
                  <a:pt x="153223" y="70786"/>
                </a:lnTo>
                <a:lnTo>
                  <a:pt x="153585" y="71543"/>
                </a:lnTo>
                <a:lnTo>
                  <a:pt x="154014" y="72254"/>
                </a:lnTo>
                <a:lnTo>
                  <a:pt x="154507" y="72917"/>
                </a:lnTo>
                <a:lnTo>
                  <a:pt x="155067" y="73533"/>
                </a:lnTo>
                <a:lnTo>
                  <a:pt x="155679" y="74093"/>
                </a:lnTo>
                <a:lnTo>
                  <a:pt x="156327" y="74586"/>
                </a:lnTo>
                <a:lnTo>
                  <a:pt x="157014" y="75015"/>
                </a:lnTo>
                <a:lnTo>
                  <a:pt x="157739" y="75377"/>
                </a:lnTo>
                <a:lnTo>
                  <a:pt x="158501" y="75673"/>
                </a:lnTo>
                <a:lnTo>
                  <a:pt x="159300" y="75904"/>
                </a:lnTo>
                <a:lnTo>
                  <a:pt x="160137" y="76069"/>
                </a:lnTo>
                <a:lnTo>
                  <a:pt x="161013" y="76167"/>
                </a:lnTo>
                <a:lnTo>
                  <a:pt x="161925" y="76200"/>
                </a:lnTo>
                <a:lnTo>
                  <a:pt x="162837" y="76167"/>
                </a:lnTo>
                <a:lnTo>
                  <a:pt x="163713" y="76069"/>
                </a:lnTo>
                <a:lnTo>
                  <a:pt x="164550" y="75904"/>
                </a:lnTo>
                <a:lnTo>
                  <a:pt x="165349" y="75673"/>
                </a:lnTo>
                <a:lnTo>
                  <a:pt x="166111" y="75377"/>
                </a:lnTo>
                <a:lnTo>
                  <a:pt x="166836" y="75015"/>
                </a:lnTo>
                <a:lnTo>
                  <a:pt x="167523" y="74586"/>
                </a:lnTo>
                <a:lnTo>
                  <a:pt x="168171" y="74093"/>
                </a:lnTo>
                <a:lnTo>
                  <a:pt x="168783" y="73533"/>
                </a:lnTo>
                <a:lnTo>
                  <a:pt x="169343" y="72921"/>
                </a:lnTo>
                <a:lnTo>
                  <a:pt x="169836" y="72273"/>
                </a:lnTo>
                <a:lnTo>
                  <a:pt x="170265" y="71586"/>
                </a:lnTo>
                <a:lnTo>
                  <a:pt x="170627" y="70861"/>
                </a:lnTo>
                <a:lnTo>
                  <a:pt x="170923" y="70099"/>
                </a:lnTo>
                <a:lnTo>
                  <a:pt x="171154" y="69300"/>
                </a:lnTo>
                <a:lnTo>
                  <a:pt x="171319" y="68463"/>
                </a:lnTo>
                <a:lnTo>
                  <a:pt x="171417" y="67587"/>
                </a:lnTo>
                <a:lnTo>
                  <a:pt x="171450" y="66675"/>
                </a:lnTo>
                <a:lnTo>
                  <a:pt x="171417" y="65763"/>
                </a:lnTo>
                <a:lnTo>
                  <a:pt x="171319" y="64887"/>
                </a:lnTo>
                <a:lnTo>
                  <a:pt x="171154" y="64050"/>
                </a:lnTo>
                <a:lnTo>
                  <a:pt x="170923" y="63251"/>
                </a:lnTo>
                <a:lnTo>
                  <a:pt x="170627" y="62489"/>
                </a:lnTo>
                <a:lnTo>
                  <a:pt x="170265" y="61764"/>
                </a:lnTo>
                <a:lnTo>
                  <a:pt x="169836" y="61077"/>
                </a:lnTo>
                <a:lnTo>
                  <a:pt x="169343" y="60429"/>
                </a:lnTo>
                <a:lnTo>
                  <a:pt x="168783" y="59817"/>
                </a:lnTo>
                <a:lnTo>
                  <a:pt x="168171" y="59257"/>
                </a:lnTo>
                <a:lnTo>
                  <a:pt x="167523" y="58764"/>
                </a:lnTo>
                <a:lnTo>
                  <a:pt x="166836" y="58335"/>
                </a:lnTo>
                <a:lnTo>
                  <a:pt x="166111" y="57973"/>
                </a:lnTo>
                <a:lnTo>
                  <a:pt x="165349" y="57677"/>
                </a:lnTo>
                <a:lnTo>
                  <a:pt x="164550" y="57446"/>
                </a:lnTo>
                <a:lnTo>
                  <a:pt x="163713" y="57281"/>
                </a:lnTo>
                <a:lnTo>
                  <a:pt x="162837" y="57183"/>
                </a:lnTo>
                <a:lnTo>
                  <a:pt x="161925" y="57150"/>
                </a:lnTo>
                <a:lnTo>
                  <a:pt x="161013" y="57183"/>
                </a:lnTo>
                <a:lnTo>
                  <a:pt x="160137" y="57281"/>
                </a:lnTo>
                <a:lnTo>
                  <a:pt x="159300" y="57446"/>
                </a:lnTo>
                <a:lnTo>
                  <a:pt x="158501" y="57677"/>
                </a:lnTo>
                <a:lnTo>
                  <a:pt x="157739" y="57973"/>
                </a:lnTo>
                <a:lnTo>
                  <a:pt x="157014" y="58335"/>
                </a:lnTo>
                <a:lnTo>
                  <a:pt x="156327" y="58764"/>
                </a:lnTo>
                <a:lnTo>
                  <a:pt x="155679" y="59257"/>
                </a:lnTo>
                <a:lnTo>
                  <a:pt x="155067" y="59817"/>
                </a:lnTo>
                <a:lnTo>
                  <a:pt x="154507" y="60424"/>
                </a:lnTo>
                <a:lnTo>
                  <a:pt x="154014" y="61059"/>
                </a:lnTo>
                <a:lnTo>
                  <a:pt x="153585" y="61722"/>
                </a:lnTo>
                <a:lnTo>
                  <a:pt x="153223" y="62414"/>
                </a:lnTo>
                <a:lnTo>
                  <a:pt x="152927" y="63133"/>
                </a:lnTo>
                <a:lnTo>
                  <a:pt x="152696" y="63881"/>
                </a:lnTo>
                <a:lnTo>
                  <a:pt x="152531" y="64657"/>
                </a:lnTo>
                <a:lnTo>
                  <a:pt x="152433" y="65462"/>
                </a:lnTo>
                <a:lnTo>
                  <a:pt x="152400" y="66294"/>
                </a:lnTo>
                <a:close/>
                <a:moveTo>
                  <a:pt x="57150" y="161544"/>
                </a:moveTo>
                <a:lnTo>
                  <a:pt x="57183" y="162537"/>
                </a:lnTo>
                <a:lnTo>
                  <a:pt x="57281" y="163482"/>
                </a:lnTo>
                <a:lnTo>
                  <a:pt x="57446" y="164381"/>
                </a:lnTo>
                <a:lnTo>
                  <a:pt x="57677" y="165232"/>
                </a:lnTo>
                <a:lnTo>
                  <a:pt x="57973" y="166036"/>
                </a:lnTo>
                <a:lnTo>
                  <a:pt x="58335" y="166793"/>
                </a:lnTo>
                <a:lnTo>
                  <a:pt x="58764" y="167504"/>
                </a:lnTo>
                <a:lnTo>
                  <a:pt x="59257" y="168167"/>
                </a:lnTo>
                <a:lnTo>
                  <a:pt x="59817" y="168783"/>
                </a:lnTo>
                <a:lnTo>
                  <a:pt x="60429" y="169343"/>
                </a:lnTo>
                <a:lnTo>
                  <a:pt x="61077" y="169836"/>
                </a:lnTo>
                <a:lnTo>
                  <a:pt x="61764" y="170265"/>
                </a:lnTo>
                <a:lnTo>
                  <a:pt x="62489" y="170627"/>
                </a:lnTo>
                <a:lnTo>
                  <a:pt x="63251" y="170923"/>
                </a:lnTo>
                <a:lnTo>
                  <a:pt x="64050" y="171154"/>
                </a:lnTo>
                <a:lnTo>
                  <a:pt x="64887" y="171319"/>
                </a:lnTo>
                <a:lnTo>
                  <a:pt x="65763" y="171417"/>
                </a:lnTo>
                <a:lnTo>
                  <a:pt x="66675" y="171450"/>
                </a:lnTo>
                <a:lnTo>
                  <a:pt x="67587" y="171417"/>
                </a:lnTo>
                <a:lnTo>
                  <a:pt x="68463" y="171319"/>
                </a:lnTo>
                <a:lnTo>
                  <a:pt x="69300" y="171154"/>
                </a:lnTo>
                <a:lnTo>
                  <a:pt x="70099" y="170923"/>
                </a:lnTo>
                <a:lnTo>
                  <a:pt x="70861" y="170627"/>
                </a:lnTo>
                <a:lnTo>
                  <a:pt x="71586" y="170265"/>
                </a:lnTo>
                <a:lnTo>
                  <a:pt x="72273" y="169836"/>
                </a:lnTo>
                <a:lnTo>
                  <a:pt x="72921" y="169343"/>
                </a:lnTo>
                <a:lnTo>
                  <a:pt x="73533" y="168783"/>
                </a:lnTo>
                <a:lnTo>
                  <a:pt x="74093" y="168171"/>
                </a:lnTo>
                <a:lnTo>
                  <a:pt x="74586" y="167523"/>
                </a:lnTo>
                <a:lnTo>
                  <a:pt x="75015" y="166836"/>
                </a:lnTo>
                <a:lnTo>
                  <a:pt x="75377" y="166111"/>
                </a:lnTo>
                <a:lnTo>
                  <a:pt x="75673" y="165349"/>
                </a:lnTo>
                <a:lnTo>
                  <a:pt x="75904" y="164550"/>
                </a:lnTo>
                <a:lnTo>
                  <a:pt x="76069" y="163713"/>
                </a:lnTo>
                <a:lnTo>
                  <a:pt x="76167" y="162837"/>
                </a:lnTo>
                <a:lnTo>
                  <a:pt x="76200" y="161925"/>
                </a:lnTo>
                <a:lnTo>
                  <a:pt x="76167" y="161013"/>
                </a:lnTo>
                <a:lnTo>
                  <a:pt x="76069" y="160137"/>
                </a:lnTo>
                <a:lnTo>
                  <a:pt x="75904" y="159300"/>
                </a:lnTo>
                <a:lnTo>
                  <a:pt x="75673" y="158501"/>
                </a:lnTo>
                <a:lnTo>
                  <a:pt x="75377" y="157739"/>
                </a:lnTo>
                <a:lnTo>
                  <a:pt x="75015" y="157014"/>
                </a:lnTo>
                <a:lnTo>
                  <a:pt x="74586" y="156327"/>
                </a:lnTo>
                <a:lnTo>
                  <a:pt x="74093" y="155679"/>
                </a:lnTo>
                <a:lnTo>
                  <a:pt x="73533" y="155067"/>
                </a:lnTo>
                <a:lnTo>
                  <a:pt x="72921" y="154507"/>
                </a:lnTo>
                <a:lnTo>
                  <a:pt x="72273" y="154014"/>
                </a:lnTo>
                <a:lnTo>
                  <a:pt x="71586" y="153585"/>
                </a:lnTo>
                <a:lnTo>
                  <a:pt x="70861" y="153223"/>
                </a:lnTo>
                <a:lnTo>
                  <a:pt x="70099" y="152927"/>
                </a:lnTo>
                <a:lnTo>
                  <a:pt x="69300" y="152696"/>
                </a:lnTo>
                <a:lnTo>
                  <a:pt x="68463" y="152531"/>
                </a:lnTo>
                <a:lnTo>
                  <a:pt x="67587" y="152433"/>
                </a:lnTo>
                <a:lnTo>
                  <a:pt x="66675" y="152400"/>
                </a:lnTo>
                <a:lnTo>
                  <a:pt x="65763" y="152433"/>
                </a:lnTo>
                <a:lnTo>
                  <a:pt x="64887" y="152531"/>
                </a:lnTo>
                <a:lnTo>
                  <a:pt x="64050" y="152696"/>
                </a:lnTo>
                <a:lnTo>
                  <a:pt x="63251" y="152927"/>
                </a:lnTo>
                <a:lnTo>
                  <a:pt x="62489" y="153223"/>
                </a:lnTo>
                <a:lnTo>
                  <a:pt x="61764" y="153585"/>
                </a:lnTo>
                <a:lnTo>
                  <a:pt x="61077" y="154014"/>
                </a:lnTo>
                <a:lnTo>
                  <a:pt x="60429" y="154507"/>
                </a:lnTo>
                <a:lnTo>
                  <a:pt x="59817" y="155067"/>
                </a:lnTo>
                <a:lnTo>
                  <a:pt x="59257" y="155683"/>
                </a:lnTo>
                <a:lnTo>
                  <a:pt x="58764" y="156346"/>
                </a:lnTo>
                <a:lnTo>
                  <a:pt x="58335" y="157057"/>
                </a:lnTo>
                <a:lnTo>
                  <a:pt x="57973" y="157814"/>
                </a:lnTo>
                <a:lnTo>
                  <a:pt x="57677" y="158618"/>
                </a:lnTo>
                <a:lnTo>
                  <a:pt x="57446" y="159469"/>
                </a:lnTo>
                <a:lnTo>
                  <a:pt x="57281" y="160368"/>
                </a:lnTo>
                <a:lnTo>
                  <a:pt x="57183" y="161313"/>
                </a:lnTo>
                <a:lnTo>
                  <a:pt x="57150" y="162306"/>
                </a:lnTo>
                <a:close/>
                <a:moveTo>
                  <a:pt x="152400" y="161544"/>
                </a:moveTo>
                <a:lnTo>
                  <a:pt x="152433" y="162537"/>
                </a:lnTo>
                <a:lnTo>
                  <a:pt x="152531" y="163482"/>
                </a:lnTo>
                <a:lnTo>
                  <a:pt x="152696" y="164381"/>
                </a:lnTo>
                <a:lnTo>
                  <a:pt x="152927" y="165232"/>
                </a:lnTo>
                <a:lnTo>
                  <a:pt x="153223" y="166036"/>
                </a:lnTo>
                <a:lnTo>
                  <a:pt x="153585" y="166793"/>
                </a:lnTo>
                <a:lnTo>
                  <a:pt x="154014" y="167504"/>
                </a:lnTo>
                <a:lnTo>
                  <a:pt x="154507" y="168167"/>
                </a:lnTo>
                <a:lnTo>
                  <a:pt x="155067" y="168783"/>
                </a:lnTo>
                <a:lnTo>
                  <a:pt x="155679" y="169343"/>
                </a:lnTo>
                <a:lnTo>
                  <a:pt x="156327" y="169836"/>
                </a:lnTo>
                <a:lnTo>
                  <a:pt x="157014" y="170265"/>
                </a:lnTo>
                <a:lnTo>
                  <a:pt x="157739" y="170627"/>
                </a:lnTo>
                <a:lnTo>
                  <a:pt x="158501" y="170923"/>
                </a:lnTo>
                <a:lnTo>
                  <a:pt x="159300" y="171154"/>
                </a:lnTo>
                <a:lnTo>
                  <a:pt x="160137" y="171319"/>
                </a:lnTo>
                <a:lnTo>
                  <a:pt x="161013" y="171417"/>
                </a:lnTo>
                <a:lnTo>
                  <a:pt x="161925" y="171450"/>
                </a:lnTo>
                <a:lnTo>
                  <a:pt x="162837" y="171417"/>
                </a:lnTo>
                <a:lnTo>
                  <a:pt x="163713" y="171319"/>
                </a:lnTo>
                <a:lnTo>
                  <a:pt x="164550" y="171154"/>
                </a:lnTo>
                <a:lnTo>
                  <a:pt x="165349" y="170923"/>
                </a:lnTo>
                <a:lnTo>
                  <a:pt x="166111" y="170627"/>
                </a:lnTo>
                <a:lnTo>
                  <a:pt x="166836" y="170265"/>
                </a:lnTo>
                <a:lnTo>
                  <a:pt x="167523" y="169836"/>
                </a:lnTo>
                <a:lnTo>
                  <a:pt x="168171" y="169343"/>
                </a:lnTo>
                <a:lnTo>
                  <a:pt x="168783" y="168783"/>
                </a:lnTo>
                <a:lnTo>
                  <a:pt x="169343" y="168171"/>
                </a:lnTo>
                <a:lnTo>
                  <a:pt x="169836" y="167523"/>
                </a:lnTo>
                <a:lnTo>
                  <a:pt x="170265" y="166836"/>
                </a:lnTo>
                <a:lnTo>
                  <a:pt x="170627" y="166111"/>
                </a:lnTo>
                <a:lnTo>
                  <a:pt x="170923" y="165349"/>
                </a:lnTo>
                <a:lnTo>
                  <a:pt x="171154" y="164550"/>
                </a:lnTo>
                <a:lnTo>
                  <a:pt x="171319" y="163713"/>
                </a:lnTo>
                <a:lnTo>
                  <a:pt x="171417" y="162837"/>
                </a:lnTo>
                <a:lnTo>
                  <a:pt x="171450" y="161925"/>
                </a:lnTo>
                <a:lnTo>
                  <a:pt x="171417" y="161013"/>
                </a:lnTo>
                <a:lnTo>
                  <a:pt x="171319" y="160137"/>
                </a:lnTo>
                <a:lnTo>
                  <a:pt x="171154" y="159300"/>
                </a:lnTo>
                <a:lnTo>
                  <a:pt x="170923" y="158501"/>
                </a:lnTo>
                <a:lnTo>
                  <a:pt x="170627" y="157739"/>
                </a:lnTo>
                <a:lnTo>
                  <a:pt x="170265" y="157014"/>
                </a:lnTo>
                <a:lnTo>
                  <a:pt x="169836" y="156327"/>
                </a:lnTo>
                <a:lnTo>
                  <a:pt x="169343" y="155679"/>
                </a:lnTo>
                <a:lnTo>
                  <a:pt x="168783" y="155067"/>
                </a:lnTo>
                <a:lnTo>
                  <a:pt x="168171" y="154507"/>
                </a:lnTo>
                <a:lnTo>
                  <a:pt x="167523" y="154014"/>
                </a:lnTo>
                <a:lnTo>
                  <a:pt x="166836" y="153585"/>
                </a:lnTo>
                <a:lnTo>
                  <a:pt x="166111" y="153223"/>
                </a:lnTo>
                <a:lnTo>
                  <a:pt x="165349" y="152927"/>
                </a:lnTo>
                <a:lnTo>
                  <a:pt x="164550" y="152696"/>
                </a:lnTo>
                <a:lnTo>
                  <a:pt x="163713" y="152531"/>
                </a:lnTo>
                <a:lnTo>
                  <a:pt x="162837" y="152433"/>
                </a:lnTo>
                <a:lnTo>
                  <a:pt x="161925" y="152400"/>
                </a:lnTo>
                <a:lnTo>
                  <a:pt x="161013" y="152433"/>
                </a:lnTo>
                <a:lnTo>
                  <a:pt x="160137" y="152531"/>
                </a:lnTo>
                <a:lnTo>
                  <a:pt x="159300" y="152696"/>
                </a:lnTo>
                <a:lnTo>
                  <a:pt x="158501" y="152927"/>
                </a:lnTo>
                <a:lnTo>
                  <a:pt x="157739" y="153223"/>
                </a:lnTo>
                <a:lnTo>
                  <a:pt x="157014" y="153585"/>
                </a:lnTo>
                <a:lnTo>
                  <a:pt x="156327" y="154014"/>
                </a:lnTo>
                <a:lnTo>
                  <a:pt x="155679" y="154507"/>
                </a:lnTo>
                <a:lnTo>
                  <a:pt x="155067" y="155067"/>
                </a:lnTo>
                <a:lnTo>
                  <a:pt x="154507" y="155683"/>
                </a:lnTo>
                <a:lnTo>
                  <a:pt x="154014" y="156346"/>
                </a:lnTo>
                <a:lnTo>
                  <a:pt x="153585" y="157057"/>
                </a:lnTo>
                <a:lnTo>
                  <a:pt x="153223" y="157814"/>
                </a:lnTo>
                <a:lnTo>
                  <a:pt x="152927" y="158618"/>
                </a:lnTo>
                <a:lnTo>
                  <a:pt x="152696" y="159469"/>
                </a:lnTo>
                <a:lnTo>
                  <a:pt x="152531" y="160368"/>
                </a:lnTo>
                <a:lnTo>
                  <a:pt x="152433" y="161313"/>
                </a:lnTo>
                <a:lnTo>
                  <a:pt x="152400" y="162306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E66250-D0AC-45E7-93D9-05396F66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476625"/>
            <a:ext cx="304800" cy="304800"/>
          </a:xfrm>
          <a:custGeom xmlns:a="http://schemas.openxmlformats.org/drawingml/2006/main"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 xmlns:a="http://schemas.openxmlformats.org/drawingml/2006/main">
            <a:srgbClr val="C19B4A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3662767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2DAF40-E2F4-44B7-9574-BF2F0A8E4A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本期的初始族群配置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1A760-6207-45A6-B864-53B223A27E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從 0830 的單一 seed 比較，改為保留 seed 並加入 policy 多樣性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7A682-2F5D-4E2B-8C8B-52542C9AA8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10 個不同 policy genes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3C182-0E9E-4E73-B160-39F4379E1E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 個 Worker Rush seed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9 個獨立 LLM policies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共用初始 generation rules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3D9058-4B5F-4526-AF15-C30C752C3EF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共用 Java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01F6D8-C25E-4BA3-8C8D-A91953E1B4A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固定 Worker Rush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直接評估 G0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74E33A-0F7E-4136-B4B5-34B5301D4D3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後續 offspring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31B3F6-AB16-40C5-A27E-E055D50EB07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獨立繼承三個 gene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再經 Generator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產生新 Java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159434-F73E-4CD6-86AC-7AB7604FF7E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G0 的 policy 與 Java 可暫時不一致；不會為 10 個新 policy 各生成一次 Java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3A97AE-AB4F-4B62-B24A-8FDF8DC7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07 / 33</a:t>
            </a:r>
          </a:p>
        </p:txBody>
      </p:sp>
    </p:spTree>
    <p:extLst>
      <p:ext uri="{BB962C8B-B14F-4D97-AF65-F5344CB8AC3E}">
        <p14:creationId xmlns:p14="http://schemas.microsoft.com/office/powerpoint/2010/main" val="22030139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11F33-6FE7-43A7-A0E0-C2B1D9FEB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三種 Operator 選擇模式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F41B8-184C-4EA4-81E9-7441D035C91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0830 選擇模式圖更新；選擇機率控制的是 S / C / PC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01F67-D3AF-47C1-8F00-E0968177789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AEF488-C363-4F61-8949-9FBB0B5AEE3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STATIC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AC1117-0ACC-4264-A35D-FEB17E465E7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固定機率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9E7993-42EB-4C17-8067-F36468BA589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依設定比例選 operator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不計算 reward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整個 run 維持同一分佈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F8B46-0434-4C4D-9011-64E588A5A46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DBCD40-6879-4552-A08E-1AD954835E1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AOS OPPONENT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7752AE-633E-4184-BA7D-16BE6E0FA659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10 對手既有評估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F19581-314E-495B-935D-49E2AA4BACC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比較 child 與 evidence parent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依 W/D/L rank 改善給 reward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每代 EMA 更新機率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C9821D-05BF-4674-B644-A903B9F4EF4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D0CB26-C1D4-4C5B-8309-2BB7C66D77B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AOS HEAD2HEAD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639A77-EEF7-4B46-9657-74B88013CFC3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額外親子對戰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7395B5-C4DB-4B20-AF84-01E34053767D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 maps × 3 rounds × 2 sides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共 18 場 parent–child 對戰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再更新 operator 機率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1DAADA-8296-41DB-AA63-F54E8B15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08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15B753-D58E-43BA-B2E6-FD4ED553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D0B041-9451-4717-A39E-B947EC98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94995" y="152472"/>
                </a:moveTo>
                <a:lnTo>
                  <a:pt x="162260" y="152472"/>
                </a:lnTo>
                <a:lnTo>
                  <a:pt x="162260" y="118977"/>
                </a:lnTo>
                <a:lnTo>
                  <a:pt x="162138" y="115978"/>
                </a:lnTo>
                <a:lnTo>
                  <a:pt x="161772" y="113074"/>
                </a:lnTo>
                <a:lnTo>
                  <a:pt x="161161" y="110264"/>
                </a:lnTo>
                <a:lnTo>
                  <a:pt x="160306" y="107548"/>
                </a:lnTo>
                <a:lnTo>
                  <a:pt x="159206" y="104925"/>
                </a:lnTo>
                <a:lnTo>
                  <a:pt x="157862" y="102398"/>
                </a:lnTo>
                <a:lnTo>
                  <a:pt x="156274" y="99963"/>
                </a:lnTo>
                <a:lnTo>
                  <a:pt x="154441" y="97623"/>
                </a:lnTo>
                <a:lnTo>
                  <a:pt x="152364" y="95377"/>
                </a:lnTo>
                <a:lnTo>
                  <a:pt x="150118" y="93300"/>
                </a:lnTo>
                <a:lnTo>
                  <a:pt x="147778" y="91467"/>
                </a:lnTo>
                <a:lnTo>
                  <a:pt x="145343" y="89879"/>
                </a:lnTo>
                <a:lnTo>
                  <a:pt x="142815" y="88535"/>
                </a:lnTo>
                <a:lnTo>
                  <a:pt x="140193" y="87435"/>
                </a:lnTo>
                <a:lnTo>
                  <a:pt x="137476" y="86580"/>
                </a:lnTo>
                <a:lnTo>
                  <a:pt x="134666" y="85969"/>
                </a:lnTo>
                <a:lnTo>
                  <a:pt x="131762" y="85602"/>
                </a:lnTo>
                <a:lnTo>
                  <a:pt x="128765" y="85480"/>
                </a:lnTo>
                <a:lnTo>
                  <a:pt x="99835" y="85480"/>
                </a:lnTo>
                <a:lnTo>
                  <a:pt x="96843" y="85602"/>
                </a:lnTo>
                <a:lnTo>
                  <a:pt x="93953" y="85969"/>
                </a:lnTo>
                <a:lnTo>
                  <a:pt x="91166" y="86580"/>
                </a:lnTo>
                <a:lnTo>
                  <a:pt x="88482" y="87435"/>
                </a:lnTo>
                <a:lnTo>
                  <a:pt x="85902" y="88535"/>
                </a:lnTo>
                <a:lnTo>
                  <a:pt x="83426" y="89879"/>
                </a:lnTo>
                <a:lnTo>
                  <a:pt x="81053" y="91467"/>
                </a:lnTo>
                <a:lnTo>
                  <a:pt x="78783" y="93300"/>
                </a:lnTo>
                <a:lnTo>
                  <a:pt x="76617" y="95377"/>
                </a:lnTo>
                <a:lnTo>
                  <a:pt x="74620" y="97623"/>
                </a:lnTo>
                <a:lnTo>
                  <a:pt x="72858" y="99963"/>
                </a:lnTo>
                <a:lnTo>
                  <a:pt x="71330" y="102398"/>
                </a:lnTo>
                <a:lnTo>
                  <a:pt x="70038" y="104925"/>
                </a:lnTo>
                <a:lnTo>
                  <a:pt x="68981" y="107548"/>
                </a:lnTo>
                <a:lnTo>
                  <a:pt x="68158" y="110264"/>
                </a:lnTo>
                <a:lnTo>
                  <a:pt x="67571" y="113074"/>
                </a:lnTo>
                <a:lnTo>
                  <a:pt x="67219" y="115978"/>
                </a:lnTo>
                <a:lnTo>
                  <a:pt x="67101" y="118977"/>
                </a:lnTo>
                <a:lnTo>
                  <a:pt x="67101" y="123544"/>
                </a:lnTo>
                <a:lnTo>
                  <a:pt x="33605" y="123544"/>
                </a:lnTo>
                <a:lnTo>
                  <a:pt x="30607" y="123666"/>
                </a:lnTo>
                <a:lnTo>
                  <a:pt x="27703" y="124033"/>
                </a:lnTo>
                <a:lnTo>
                  <a:pt x="24893" y="124643"/>
                </a:lnTo>
                <a:lnTo>
                  <a:pt x="22176" y="125499"/>
                </a:lnTo>
                <a:lnTo>
                  <a:pt x="19554" y="126599"/>
                </a:lnTo>
                <a:lnTo>
                  <a:pt x="17026" y="127943"/>
                </a:lnTo>
                <a:lnTo>
                  <a:pt x="14591" y="129530"/>
                </a:lnTo>
                <a:lnTo>
                  <a:pt x="12252" y="131364"/>
                </a:lnTo>
                <a:lnTo>
                  <a:pt x="10005" y="133440"/>
                </a:lnTo>
                <a:lnTo>
                  <a:pt x="7929" y="135686"/>
                </a:lnTo>
                <a:lnTo>
                  <a:pt x="6096" y="138027"/>
                </a:lnTo>
                <a:lnTo>
                  <a:pt x="4507" y="140461"/>
                </a:lnTo>
                <a:lnTo>
                  <a:pt x="3163" y="142989"/>
                </a:lnTo>
                <a:lnTo>
                  <a:pt x="2064" y="145612"/>
                </a:lnTo>
                <a:lnTo>
                  <a:pt x="1209" y="148328"/>
                </a:lnTo>
                <a:lnTo>
                  <a:pt x="597" y="151138"/>
                </a:lnTo>
                <a:lnTo>
                  <a:pt x="231" y="154042"/>
                </a:lnTo>
                <a:lnTo>
                  <a:pt x="109" y="157041"/>
                </a:lnTo>
                <a:lnTo>
                  <a:pt x="109" y="195103"/>
                </a:lnTo>
                <a:lnTo>
                  <a:pt x="231" y="198102"/>
                </a:lnTo>
                <a:lnTo>
                  <a:pt x="597" y="201006"/>
                </a:lnTo>
                <a:lnTo>
                  <a:pt x="1209" y="203816"/>
                </a:lnTo>
                <a:lnTo>
                  <a:pt x="2064" y="206532"/>
                </a:lnTo>
                <a:lnTo>
                  <a:pt x="3163" y="209155"/>
                </a:lnTo>
                <a:lnTo>
                  <a:pt x="4507" y="211683"/>
                </a:lnTo>
                <a:lnTo>
                  <a:pt x="6096" y="214117"/>
                </a:lnTo>
                <a:lnTo>
                  <a:pt x="7929" y="216458"/>
                </a:lnTo>
                <a:lnTo>
                  <a:pt x="10005" y="218704"/>
                </a:lnTo>
                <a:lnTo>
                  <a:pt x="12252" y="220781"/>
                </a:lnTo>
                <a:lnTo>
                  <a:pt x="14591" y="222614"/>
                </a:lnTo>
                <a:lnTo>
                  <a:pt x="17026" y="224201"/>
                </a:lnTo>
                <a:lnTo>
                  <a:pt x="19554" y="225545"/>
                </a:lnTo>
                <a:lnTo>
                  <a:pt x="22176" y="226645"/>
                </a:lnTo>
                <a:lnTo>
                  <a:pt x="24893" y="227501"/>
                </a:lnTo>
                <a:lnTo>
                  <a:pt x="27703" y="228111"/>
                </a:lnTo>
                <a:lnTo>
                  <a:pt x="30607" y="228478"/>
                </a:lnTo>
                <a:lnTo>
                  <a:pt x="33605" y="228600"/>
                </a:lnTo>
                <a:lnTo>
                  <a:pt x="194995" y="228600"/>
                </a:lnTo>
                <a:lnTo>
                  <a:pt x="197993" y="228478"/>
                </a:lnTo>
                <a:lnTo>
                  <a:pt x="200897" y="228111"/>
                </a:lnTo>
                <a:lnTo>
                  <a:pt x="203707" y="227501"/>
                </a:lnTo>
                <a:lnTo>
                  <a:pt x="206424" y="226645"/>
                </a:lnTo>
                <a:lnTo>
                  <a:pt x="209046" y="225545"/>
                </a:lnTo>
                <a:lnTo>
                  <a:pt x="211574" y="224201"/>
                </a:lnTo>
                <a:lnTo>
                  <a:pt x="214009" y="222614"/>
                </a:lnTo>
                <a:lnTo>
                  <a:pt x="216348" y="220781"/>
                </a:lnTo>
                <a:lnTo>
                  <a:pt x="218595" y="218704"/>
                </a:lnTo>
                <a:lnTo>
                  <a:pt x="220671" y="216458"/>
                </a:lnTo>
                <a:lnTo>
                  <a:pt x="222504" y="214117"/>
                </a:lnTo>
                <a:lnTo>
                  <a:pt x="224093" y="211683"/>
                </a:lnTo>
                <a:lnTo>
                  <a:pt x="225437" y="209155"/>
                </a:lnTo>
                <a:lnTo>
                  <a:pt x="226536" y="206532"/>
                </a:lnTo>
                <a:lnTo>
                  <a:pt x="227391" y="203816"/>
                </a:lnTo>
                <a:lnTo>
                  <a:pt x="228003" y="201006"/>
                </a:lnTo>
                <a:lnTo>
                  <a:pt x="228369" y="198102"/>
                </a:lnTo>
                <a:lnTo>
                  <a:pt x="228491" y="195103"/>
                </a:lnTo>
                <a:lnTo>
                  <a:pt x="228491" y="185969"/>
                </a:lnTo>
                <a:lnTo>
                  <a:pt x="228369" y="182970"/>
                </a:lnTo>
                <a:lnTo>
                  <a:pt x="228003" y="180066"/>
                </a:lnTo>
                <a:lnTo>
                  <a:pt x="227391" y="177256"/>
                </a:lnTo>
                <a:lnTo>
                  <a:pt x="226536" y="174540"/>
                </a:lnTo>
                <a:lnTo>
                  <a:pt x="225437" y="171918"/>
                </a:lnTo>
                <a:lnTo>
                  <a:pt x="224093" y="169390"/>
                </a:lnTo>
                <a:lnTo>
                  <a:pt x="222504" y="166955"/>
                </a:lnTo>
                <a:lnTo>
                  <a:pt x="220671" y="164615"/>
                </a:lnTo>
                <a:lnTo>
                  <a:pt x="218595" y="162369"/>
                </a:lnTo>
                <a:lnTo>
                  <a:pt x="216348" y="160292"/>
                </a:lnTo>
                <a:lnTo>
                  <a:pt x="214009" y="158459"/>
                </a:lnTo>
                <a:lnTo>
                  <a:pt x="211574" y="156871"/>
                </a:lnTo>
                <a:lnTo>
                  <a:pt x="209046" y="155527"/>
                </a:lnTo>
                <a:lnTo>
                  <a:pt x="206424" y="154427"/>
                </a:lnTo>
                <a:lnTo>
                  <a:pt x="203707" y="153573"/>
                </a:lnTo>
                <a:lnTo>
                  <a:pt x="200897" y="152961"/>
                </a:lnTo>
                <a:lnTo>
                  <a:pt x="197993" y="152594"/>
                </a:lnTo>
                <a:lnTo>
                  <a:pt x="194995" y="152472"/>
                </a:lnTo>
                <a:close/>
                <a:moveTo>
                  <a:pt x="86133" y="118977"/>
                </a:moveTo>
                <a:lnTo>
                  <a:pt x="86179" y="117651"/>
                </a:lnTo>
                <a:lnTo>
                  <a:pt x="86321" y="116382"/>
                </a:lnTo>
                <a:lnTo>
                  <a:pt x="86556" y="115170"/>
                </a:lnTo>
                <a:lnTo>
                  <a:pt x="86885" y="114014"/>
                </a:lnTo>
                <a:lnTo>
                  <a:pt x="87308" y="112914"/>
                </a:lnTo>
                <a:lnTo>
                  <a:pt x="87824" y="111871"/>
                </a:lnTo>
                <a:lnTo>
                  <a:pt x="88436" y="110884"/>
                </a:lnTo>
                <a:lnTo>
                  <a:pt x="89141" y="109954"/>
                </a:lnTo>
                <a:lnTo>
                  <a:pt x="89939" y="109080"/>
                </a:lnTo>
                <a:lnTo>
                  <a:pt x="90813" y="108281"/>
                </a:lnTo>
                <a:lnTo>
                  <a:pt x="91744" y="107576"/>
                </a:lnTo>
                <a:lnTo>
                  <a:pt x="92731" y="106965"/>
                </a:lnTo>
                <a:lnTo>
                  <a:pt x="93774" y="106449"/>
                </a:lnTo>
                <a:lnTo>
                  <a:pt x="94874" y="106026"/>
                </a:lnTo>
                <a:lnTo>
                  <a:pt x="96029" y="105696"/>
                </a:lnTo>
                <a:lnTo>
                  <a:pt x="97242" y="105462"/>
                </a:lnTo>
                <a:lnTo>
                  <a:pt x="98510" y="105321"/>
                </a:lnTo>
                <a:lnTo>
                  <a:pt x="99835" y="105273"/>
                </a:lnTo>
                <a:lnTo>
                  <a:pt x="128765" y="105273"/>
                </a:lnTo>
                <a:lnTo>
                  <a:pt x="130094" y="105166"/>
                </a:lnTo>
                <a:lnTo>
                  <a:pt x="131377" y="105180"/>
                </a:lnTo>
                <a:lnTo>
                  <a:pt x="132613" y="105316"/>
                </a:lnTo>
                <a:lnTo>
                  <a:pt x="133801" y="105574"/>
                </a:lnTo>
                <a:lnTo>
                  <a:pt x="134944" y="105955"/>
                </a:lnTo>
                <a:lnTo>
                  <a:pt x="136039" y="106458"/>
                </a:lnTo>
                <a:lnTo>
                  <a:pt x="137087" y="107083"/>
                </a:lnTo>
                <a:lnTo>
                  <a:pt x="138088" y="107830"/>
                </a:lnTo>
                <a:lnTo>
                  <a:pt x="139041" y="108699"/>
                </a:lnTo>
                <a:lnTo>
                  <a:pt x="139911" y="109653"/>
                </a:lnTo>
                <a:lnTo>
                  <a:pt x="140658" y="110654"/>
                </a:lnTo>
                <a:lnTo>
                  <a:pt x="141283" y="111702"/>
                </a:lnTo>
                <a:lnTo>
                  <a:pt x="141785" y="112797"/>
                </a:lnTo>
                <a:lnTo>
                  <a:pt x="142166" y="113939"/>
                </a:lnTo>
                <a:lnTo>
                  <a:pt x="142424" y="115128"/>
                </a:lnTo>
                <a:lnTo>
                  <a:pt x="142562" y="116364"/>
                </a:lnTo>
                <a:lnTo>
                  <a:pt x="142575" y="117646"/>
                </a:lnTo>
                <a:lnTo>
                  <a:pt x="142467" y="118977"/>
                </a:lnTo>
                <a:lnTo>
                  <a:pt x="142467" y="209568"/>
                </a:lnTo>
                <a:lnTo>
                  <a:pt x="86133" y="209568"/>
                </a:lnTo>
                <a:close/>
                <a:moveTo>
                  <a:pt x="19140" y="195103"/>
                </a:moveTo>
                <a:lnTo>
                  <a:pt x="19140" y="157041"/>
                </a:lnTo>
                <a:lnTo>
                  <a:pt x="19192" y="155715"/>
                </a:lnTo>
                <a:lnTo>
                  <a:pt x="19347" y="154446"/>
                </a:lnTo>
                <a:lnTo>
                  <a:pt x="19606" y="153233"/>
                </a:lnTo>
                <a:lnTo>
                  <a:pt x="19967" y="152078"/>
                </a:lnTo>
                <a:lnTo>
                  <a:pt x="20433" y="150978"/>
                </a:lnTo>
                <a:lnTo>
                  <a:pt x="21002" y="149935"/>
                </a:lnTo>
                <a:lnTo>
                  <a:pt x="21673" y="148948"/>
                </a:lnTo>
                <a:lnTo>
                  <a:pt x="22449" y="148018"/>
                </a:lnTo>
                <a:lnTo>
                  <a:pt x="23328" y="147143"/>
                </a:lnTo>
                <a:lnTo>
                  <a:pt x="24281" y="146345"/>
                </a:lnTo>
                <a:lnTo>
                  <a:pt x="25282" y="145640"/>
                </a:lnTo>
                <a:lnTo>
                  <a:pt x="26331" y="145029"/>
                </a:lnTo>
                <a:lnTo>
                  <a:pt x="27425" y="144512"/>
                </a:lnTo>
                <a:lnTo>
                  <a:pt x="28567" y="144089"/>
                </a:lnTo>
                <a:lnTo>
                  <a:pt x="29756" y="143760"/>
                </a:lnTo>
                <a:lnTo>
                  <a:pt x="30992" y="143526"/>
                </a:lnTo>
                <a:lnTo>
                  <a:pt x="32275" y="143385"/>
                </a:lnTo>
                <a:lnTo>
                  <a:pt x="33605" y="143337"/>
                </a:lnTo>
                <a:lnTo>
                  <a:pt x="67101" y="143337"/>
                </a:lnTo>
                <a:lnTo>
                  <a:pt x="67101" y="209568"/>
                </a:lnTo>
                <a:lnTo>
                  <a:pt x="33605" y="209568"/>
                </a:lnTo>
                <a:lnTo>
                  <a:pt x="32275" y="209517"/>
                </a:lnTo>
                <a:lnTo>
                  <a:pt x="30992" y="209361"/>
                </a:lnTo>
                <a:lnTo>
                  <a:pt x="29756" y="209103"/>
                </a:lnTo>
                <a:lnTo>
                  <a:pt x="28567" y="208741"/>
                </a:lnTo>
                <a:lnTo>
                  <a:pt x="27425" y="208276"/>
                </a:lnTo>
                <a:lnTo>
                  <a:pt x="26331" y="207707"/>
                </a:lnTo>
                <a:lnTo>
                  <a:pt x="25282" y="207035"/>
                </a:lnTo>
                <a:lnTo>
                  <a:pt x="24281" y="206260"/>
                </a:lnTo>
                <a:lnTo>
                  <a:pt x="23328" y="205381"/>
                </a:lnTo>
                <a:lnTo>
                  <a:pt x="22449" y="204427"/>
                </a:lnTo>
                <a:lnTo>
                  <a:pt x="21673" y="203426"/>
                </a:lnTo>
                <a:lnTo>
                  <a:pt x="21002" y="202379"/>
                </a:lnTo>
                <a:lnTo>
                  <a:pt x="20433" y="201283"/>
                </a:lnTo>
                <a:lnTo>
                  <a:pt x="19967" y="200141"/>
                </a:lnTo>
                <a:lnTo>
                  <a:pt x="19606" y="198952"/>
                </a:lnTo>
                <a:lnTo>
                  <a:pt x="19347" y="197717"/>
                </a:lnTo>
                <a:lnTo>
                  <a:pt x="19192" y="196434"/>
                </a:lnTo>
                <a:lnTo>
                  <a:pt x="19140" y="195103"/>
                </a:lnTo>
                <a:close/>
                <a:moveTo>
                  <a:pt x="209460" y="195103"/>
                </a:moveTo>
                <a:lnTo>
                  <a:pt x="209408" y="196434"/>
                </a:lnTo>
                <a:lnTo>
                  <a:pt x="209253" y="197717"/>
                </a:lnTo>
                <a:lnTo>
                  <a:pt x="208994" y="198952"/>
                </a:lnTo>
                <a:lnTo>
                  <a:pt x="208633" y="200141"/>
                </a:lnTo>
                <a:lnTo>
                  <a:pt x="208167" y="201283"/>
                </a:lnTo>
                <a:lnTo>
                  <a:pt x="207598" y="202379"/>
                </a:lnTo>
                <a:lnTo>
                  <a:pt x="206927" y="203426"/>
                </a:lnTo>
                <a:lnTo>
                  <a:pt x="206151" y="204427"/>
                </a:lnTo>
                <a:lnTo>
                  <a:pt x="205272" y="205381"/>
                </a:lnTo>
                <a:lnTo>
                  <a:pt x="204319" y="206260"/>
                </a:lnTo>
                <a:lnTo>
                  <a:pt x="203318" y="207035"/>
                </a:lnTo>
                <a:lnTo>
                  <a:pt x="202269" y="207707"/>
                </a:lnTo>
                <a:lnTo>
                  <a:pt x="201175" y="208276"/>
                </a:lnTo>
                <a:lnTo>
                  <a:pt x="200033" y="208741"/>
                </a:lnTo>
                <a:lnTo>
                  <a:pt x="198844" y="209103"/>
                </a:lnTo>
                <a:lnTo>
                  <a:pt x="197608" y="209361"/>
                </a:lnTo>
                <a:lnTo>
                  <a:pt x="196325" y="209517"/>
                </a:lnTo>
                <a:lnTo>
                  <a:pt x="194995" y="209568"/>
                </a:lnTo>
                <a:lnTo>
                  <a:pt x="162260" y="209568"/>
                </a:lnTo>
                <a:lnTo>
                  <a:pt x="162260" y="171504"/>
                </a:lnTo>
                <a:lnTo>
                  <a:pt x="194995" y="171504"/>
                </a:lnTo>
                <a:lnTo>
                  <a:pt x="196325" y="171556"/>
                </a:lnTo>
                <a:lnTo>
                  <a:pt x="197608" y="171711"/>
                </a:lnTo>
                <a:lnTo>
                  <a:pt x="198844" y="171970"/>
                </a:lnTo>
                <a:lnTo>
                  <a:pt x="200033" y="172331"/>
                </a:lnTo>
                <a:lnTo>
                  <a:pt x="201175" y="172797"/>
                </a:lnTo>
                <a:lnTo>
                  <a:pt x="202269" y="173365"/>
                </a:lnTo>
                <a:lnTo>
                  <a:pt x="203318" y="174037"/>
                </a:lnTo>
                <a:lnTo>
                  <a:pt x="204319" y="174812"/>
                </a:lnTo>
                <a:lnTo>
                  <a:pt x="205272" y="175691"/>
                </a:lnTo>
                <a:lnTo>
                  <a:pt x="206151" y="176645"/>
                </a:lnTo>
                <a:lnTo>
                  <a:pt x="206927" y="177646"/>
                </a:lnTo>
                <a:lnTo>
                  <a:pt x="207598" y="178694"/>
                </a:lnTo>
                <a:lnTo>
                  <a:pt x="208167" y="179789"/>
                </a:lnTo>
                <a:lnTo>
                  <a:pt x="208633" y="180931"/>
                </a:lnTo>
                <a:lnTo>
                  <a:pt x="208994" y="182120"/>
                </a:lnTo>
                <a:lnTo>
                  <a:pt x="209253" y="183356"/>
                </a:lnTo>
                <a:lnTo>
                  <a:pt x="209408" y="184638"/>
                </a:lnTo>
                <a:lnTo>
                  <a:pt x="209460" y="185969"/>
                </a:lnTo>
                <a:close/>
                <a:moveTo>
                  <a:pt x="209460" y="109841"/>
                </a:moveTo>
                <a:lnTo>
                  <a:pt x="209440" y="109348"/>
                </a:lnTo>
                <a:lnTo>
                  <a:pt x="209384" y="108882"/>
                </a:lnTo>
                <a:lnTo>
                  <a:pt x="209290" y="108445"/>
                </a:lnTo>
                <a:lnTo>
                  <a:pt x="209159" y="108036"/>
                </a:lnTo>
                <a:lnTo>
                  <a:pt x="208989" y="107656"/>
                </a:lnTo>
                <a:lnTo>
                  <a:pt x="208782" y="107304"/>
                </a:lnTo>
                <a:lnTo>
                  <a:pt x="208538" y="106979"/>
                </a:lnTo>
                <a:lnTo>
                  <a:pt x="208257" y="106683"/>
                </a:lnTo>
                <a:lnTo>
                  <a:pt x="207936" y="106415"/>
                </a:lnTo>
                <a:lnTo>
                  <a:pt x="207598" y="106167"/>
                </a:lnTo>
                <a:lnTo>
                  <a:pt x="207260" y="105927"/>
                </a:lnTo>
                <a:lnTo>
                  <a:pt x="206922" y="105696"/>
                </a:lnTo>
                <a:lnTo>
                  <a:pt x="206584" y="105475"/>
                </a:lnTo>
                <a:lnTo>
                  <a:pt x="206245" y="105264"/>
                </a:lnTo>
                <a:lnTo>
                  <a:pt x="205907" y="105062"/>
                </a:lnTo>
                <a:lnTo>
                  <a:pt x="205569" y="104869"/>
                </a:lnTo>
                <a:lnTo>
                  <a:pt x="205230" y="104686"/>
                </a:lnTo>
                <a:lnTo>
                  <a:pt x="204891" y="104512"/>
                </a:lnTo>
                <a:lnTo>
                  <a:pt x="200324" y="104512"/>
                </a:lnTo>
                <a:lnTo>
                  <a:pt x="199333" y="104480"/>
                </a:lnTo>
                <a:lnTo>
                  <a:pt x="198388" y="104381"/>
                </a:lnTo>
                <a:lnTo>
                  <a:pt x="197490" y="104216"/>
                </a:lnTo>
                <a:lnTo>
                  <a:pt x="196640" y="103986"/>
                </a:lnTo>
                <a:lnTo>
                  <a:pt x="195836" y="103690"/>
                </a:lnTo>
                <a:lnTo>
                  <a:pt x="195080" y="103328"/>
                </a:lnTo>
                <a:lnTo>
                  <a:pt x="194370" y="102900"/>
                </a:lnTo>
                <a:lnTo>
                  <a:pt x="193708" y="102407"/>
                </a:lnTo>
                <a:lnTo>
                  <a:pt x="193092" y="101848"/>
                </a:lnTo>
                <a:lnTo>
                  <a:pt x="192533" y="101241"/>
                </a:lnTo>
                <a:lnTo>
                  <a:pt x="192039" y="100607"/>
                </a:lnTo>
                <a:lnTo>
                  <a:pt x="191612" y="99945"/>
                </a:lnTo>
                <a:lnTo>
                  <a:pt x="191250" y="99253"/>
                </a:lnTo>
                <a:lnTo>
                  <a:pt x="190953" y="98535"/>
                </a:lnTo>
                <a:lnTo>
                  <a:pt x="190724" y="97787"/>
                </a:lnTo>
                <a:lnTo>
                  <a:pt x="190559" y="97012"/>
                </a:lnTo>
                <a:lnTo>
                  <a:pt x="190460" y="96208"/>
                </a:lnTo>
                <a:lnTo>
                  <a:pt x="190428" y="95377"/>
                </a:lnTo>
                <a:lnTo>
                  <a:pt x="190460" y="94540"/>
                </a:lnTo>
                <a:lnTo>
                  <a:pt x="190559" y="93723"/>
                </a:lnTo>
                <a:lnTo>
                  <a:pt x="190724" y="92924"/>
                </a:lnTo>
                <a:lnTo>
                  <a:pt x="190953" y="92144"/>
                </a:lnTo>
                <a:lnTo>
                  <a:pt x="191250" y="91383"/>
                </a:lnTo>
                <a:lnTo>
                  <a:pt x="191612" y="90640"/>
                </a:lnTo>
                <a:lnTo>
                  <a:pt x="192039" y="89916"/>
                </a:lnTo>
                <a:lnTo>
                  <a:pt x="192533" y="89211"/>
                </a:lnTo>
                <a:lnTo>
                  <a:pt x="193092" y="88525"/>
                </a:lnTo>
                <a:lnTo>
                  <a:pt x="193708" y="87886"/>
                </a:lnTo>
                <a:lnTo>
                  <a:pt x="194370" y="87322"/>
                </a:lnTo>
                <a:lnTo>
                  <a:pt x="195080" y="86834"/>
                </a:lnTo>
                <a:lnTo>
                  <a:pt x="195836" y="86420"/>
                </a:lnTo>
                <a:lnTo>
                  <a:pt x="196640" y="86082"/>
                </a:lnTo>
                <a:lnTo>
                  <a:pt x="197490" y="85818"/>
                </a:lnTo>
                <a:lnTo>
                  <a:pt x="198388" y="85631"/>
                </a:lnTo>
                <a:lnTo>
                  <a:pt x="199333" y="85518"/>
                </a:lnTo>
                <a:lnTo>
                  <a:pt x="200324" y="85480"/>
                </a:lnTo>
                <a:lnTo>
                  <a:pt x="200662" y="85621"/>
                </a:lnTo>
                <a:lnTo>
                  <a:pt x="201000" y="85706"/>
                </a:lnTo>
                <a:lnTo>
                  <a:pt x="201339" y="85735"/>
                </a:lnTo>
                <a:lnTo>
                  <a:pt x="201678" y="85706"/>
                </a:lnTo>
                <a:lnTo>
                  <a:pt x="202016" y="85621"/>
                </a:lnTo>
                <a:lnTo>
                  <a:pt x="202354" y="85480"/>
                </a:lnTo>
                <a:lnTo>
                  <a:pt x="202693" y="85283"/>
                </a:lnTo>
                <a:lnTo>
                  <a:pt x="203031" y="85029"/>
                </a:lnTo>
                <a:lnTo>
                  <a:pt x="203369" y="84719"/>
                </a:lnTo>
                <a:lnTo>
                  <a:pt x="203688" y="84376"/>
                </a:lnTo>
                <a:lnTo>
                  <a:pt x="203970" y="84024"/>
                </a:lnTo>
                <a:lnTo>
                  <a:pt x="204215" y="83662"/>
                </a:lnTo>
                <a:lnTo>
                  <a:pt x="204422" y="83290"/>
                </a:lnTo>
                <a:lnTo>
                  <a:pt x="204591" y="82909"/>
                </a:lnTo>
                <a:lnTo>
                  <a:pt x="204723" y="82520"/>
                </a:lnTo>
                <a:lnTo>
                  <a:pt x="204816" y="82121"/>
                </a:lnTo>
                <a:lnTo>
                  <a:pt x="204873" y="81711"/>
                </a:lnTo>
                <a:lnTo>
                  <a:pt x="204891" y="81293"/>
                </a:lnTo>
                <a:lnTo>
                  <a:pt x="204873" y="80875"/>
                </a:lnTo>
                <a:lnTo>
                  <a:pt x="204816" y="80466"/>
                </a:lnTo>
                <a:lnTo>
                  <a:pt x="204723" y="80067"/>
                </a:lnTo>
                <a:lnTo>
                  <a:pt x="204591" y="79677"/>
                </a:lnTo>
                <a:lnTo>
                  <a:pt x="204422" y="79297"/>
                </a:lnTo>
                <a:lnTo>
                  <a:pt x="204215" y="78925"/>
                </a:lnTo>
                <a:lnTo>
                  <a:pt x="203970" y="78563"/>
                </a:lnTo>
                <a:lnTo>
                  <a:pt x="203688" y="78211"/>
                </a:lnTo>
                <a:lnTo>
                  <a:pt x="203369" y="77868"/>
                </a:lnTo>
                <a:lnTo>
                  <a:pt x="203031" y="77548"/>
                </a:lnTo>
                <a:lnTo>
                  <a:pt x="202693" y="77266"/>
                </a:lnTo>
                <a:lnTo>
                  <a:pt x="202354" y="77022"/>
                </a:lnTo>
                <a:lnTo>
                  <a:pt x="202016" y="76815"/>
                </a:lnTo>
                <a:lnTo>
                  <a:pt x="201678" y="76646"/>
                </a:lnTo>
                <a:lnTo>
                  <a:pt x="201339" y="76514"/>
                </a:lnTo>
                <a:lnTo>
                  <a:pt x="201000" y="76420"/>
                </a:lnTo>
                <a:lnTo>
                  <a:pt x="200662" y="76364"/>
                </a:lnTo>
                <a:lnTo>
                  <a:pt x="200324" y="76345"/>
                </a:lnTo>
                <a:lnTo>
                  <a:pt x="181292" y="76345"/>
                </a:lnTo>
                <a:lnTo>
                  <a:pt x="180301" y="76312"/>
                </a:lnTo>
                <a:lnTo>
                  <a:pt x="179356" y="76213"/>
                </a:lnTo>
                <a:lnTo>
                  <a:pt x="178458" y="76049"/>
                </a:lnTo>
                <a:lnTo>
                  <a:pt x="177608" y="75819"/>
                </a:lnTo>
                <a:lnTo>
                  <a:pt x="176804" y="75523"/>
                </a:lnTo>
                <a:lnTo>
                  <a:pt x="176048" y="75161"/>
                </a:lnTo>
                <a:lnTo>
                  <a:pt x="175338" y="74733"/>
                </a:lnTo>
                <a:lnTo>
                  <a:pt x="174676" y="74240"/>
                </a:lnTo>
                <a:lnTo>
                  <a:pt x="174060" y="73681"/>
                </a:lnTo>
                <a:lnTo>
                  <a:pt x="173501" y="73070"/>
                </a:lnTo>
                <a:lnTo>
                  <a:pt x="173007" y="72421"/>
                </a:lnTo>
                <a:lnTo>
                  <a:pt x="172580" y="71735"/>
                </a:lnTo>
                <a:lnTo>
                  <a:pt x="172218" y="71012"/>
                </a:lnTo>
                <a:lnTo>
                  <a:pt x="171921" y="70250"/>
                </a:lnTo>
                <a:lnTo>
                  <a:pt x="171692" y="69452"/>
                </a:lnTo>
                <a:lnTo>
                  <a:pt x="171527" y="68615"/>
                </a:lnTo>
                <a:lnTo>
                  <a:pt x="171428" y="67741"/>
                </a:lnTo>
                <a:lnTo>
                  <a:pt x="171396" y="66829"/>
                </a:lnTo>
                <a:lnTo>
                  <a:pt x="171428" y="65918"/>
                </a:lnTo>
                <a:lnTo>
                  <a:pt x="171527" y="65043"/>
                </a:lnTo>
                <a:lnTo>
                  <a:pt x="171692" y="64207"/>
                </a:lnTo>
                <a:lnTo>
                  <a:pt x="171921" y="63408"/>
                </a:lnTo>
                <a:lnTo>
                  <a:pt x="172218" y="62647"/>
                </a:lnTo>
                <a:lnTo>
                  <a:pt x="172580" y="61923"/>
                </a:lnTo>
                <a:lnTo>
                  <a:pt x="173007" y="61237"/>
                </a:lnTo>
                <a:lnTo>
                  <a:pt x="173501" y="60589"/>
                </a:lnTo>
                <a:lnTo>
                  <a:pt x="174060" y="59978"/>
                </a:lnTo>
                <a:lnTo>
                  <a:pt x="174676" y="59419"/>
                </a:lnTo>
                <a:lnTo>
                  <a:pt x="175338" y="58925"/>
                </a:lnTo>
                <a:lnTo>
                  <a:pt x="176048" y="58498"/>
                </a:lnTo>
                <a:lnTo>
                  <a:pt x="176804" y="58136"/>
                </a:lnTo>
                <a:lnTo>
                  <a:pt x="177608" y="57840"/>
                </a:lnTo>
                <a:lnTo>
                  <a:pt x="178458" y="57609"/>
                </a:lnTo>
                <a:lnTo>
                  <a:pt x="179356" y="57444"/>
                </a:lnTo>
                <a:lnTo>
                  <a:pt x="180301" y="57346"/>
                </a:lnTo>
                <a:lnTo>
                  <a:pt x="181292" y="57313"/>
                </a:lnTo>
                <a:lnTo>
                  <a:pt x="200324" y="57313"/>
                </a:lnTo>
                <a:lnTo>
                  <a:pt x="202331" y="57398"/>
                </a:lnTo>
                <a:lnTo>
                  <a:pt x="204290" y="57651"/>
                </a:lnTo>
                <a:lnTo>
                  <a:pt x="206203" y="58075"/>
                </a:lnTo>
                <a:lnTo>
                  <a:pt x="208069" y="58666"/>
                </a:lnTo>
                <a:lnTo>
                  <a:pt x="209887" y="59427"/>
                </a:lnTo>
                <a:lnTo>
                  <a:pt x="211659" y="60358"/>
                </a:lnTo>
                <a:lnTo>
                  <a:pt x="213383" y="61458"/>
                </a:lnTo>
                <a:lnTo>
                  <a:pt x="215061" y="62727"/>
                </a:lnTo>
                <a:lnTo>
                  <a:pt x="216692" y="64164"/>
                </a:lnTo>
                <a:lnTo>
                  <a:pt x="218209" y="65724"/>
                </a:lnTo>
                <a:lnTo>
                  <a:pt x="219548" y="67360"/>
                </a:lnTo>
                <a:lnTo>
                  <a:pt x="220709" y="69071"/>
                </a:lnTo>
                <a:lnTo>
                  <a:pt x="221692" y="70856"/>
                </a:lnTo>
                <a:lnTo>
                  <a:pt x="222495" y="72718"/>
                </a:lnTo>
                <a:lnTo>
                  <a:pt x="223120" y="74653"/>
                </a:lnTo>
                <a:lnTo>
                  <a:pt x="223566" y="76665"/>
                </a:lnTo>
                <a:lnTo>
                  <a:pt x="223835" y="78751"/>
                </a:lnTo>
                <a:lnTo>
                  <a:pt x="223923" y="80913"/>
                </a:lnTo>
                <a:lnTo>
                  <a:pt x="223886" y="82257"/>
                </a:lnTo>
                <a:lnTo>
                  <a:pt x="223774" y="83582"/>
                </a:lnTo>
                <a:lnTo>
                  <a:pt x="223585" y="84888"/>
                </a:lnTo>
                <a:lnTo>
                  <a:pt x="223322" y="86176"/>
                </a:lnTo>
                <a:lnTo>
                  <a:pt x="222984" y="87444"/>
                </a:lnTo>
                <a:lnTo>
                  <a:pt x="222571" y="88695"/>
                </a:lnTo>
                <a:lnTo>
                  <a:pt x="222081" y="89926"/>
                </a:lnTo>
                <a:lnTo>
                  <a:pt x="221517" y="91138"/>
                </a:lnTo>
                <a:lnTo>
                  <a:pt x="220878" y="92332"/>
                </a:lnTo>
                <a:lnTo>
                  <a:pt x="222476" y="93896"/>
                </a:lnTo>
                <a:lnTo>
                  <a:pt x="223886" y="95546"/>
                </a:lnTo>
                <a:lnTo>
                  <a:pt x="225108" y="97280"/>
                </a:lnTo>
                <a:lnTo>
                  <a:pt x="226142" y="99099"/>
                </a:lnTo>
                <a:lnTo>
                  <a:pt x="226987" y="101002"/>
                </a:lnTo>
                <a:lnTo>
                  <a:pt x="227646" y="102990"/>
                </a:lnTo>
                <a:lnTo>
                  <a:pt x="228115" y="105062"/>
                </a:lnTo>
                <a:lnTo>
                  <a:pt x="228397" y="107219"/>
                </a:lnTo>
                <a:lnTo>
                  <a:pt x="228491" y="109460"/>
                </a:lnTo>
                <a:lnTo>
                  <a:pt x="228407" y="111702"/>
                </a:lnTo>
                <a:lnTo>
                  <a:pt x="228153" y="113859"/>
                </a:lnTo>
                <a:lnTo>
                  <a:pt x="227730" y="115932"/>
                </a:lnTo>
                <a:lnTo>
                  <a:pt x="227138" y="117920"/>
                </a:lnTo>
                <a:lnTo>
                  <a:pt x="226377" y="119823"/>
                </a:lnTo>
                <a:lnTo>
                  <a:pt x="225446" y="121641"/>
                </a:lnTo>
                <a:lnTo>
                  <a:pt x="224346" y="123374"/>
                </a:lnTo>
                <a:lnTo>
                  <a:pt x="223077" y="125024"/>
                </a:lnTo>
                <a:lnTo>
                  <a:pt x="221640" y="126589"/>
                </a:lnTo>
                <a:lnTo>
                  <a:pt x="220080" y="128027"/>
                </a:lnTo>
                <a:lnTo>
                  <a:pt x="218444" y="129296"/>
                </a:lnTo>
                <a:lnTo>
                  <a:pt x="216734" y="130395"/>
                </a:lnTo>
                <a:lnTo>
                  <a:pt x="214948" y="131326"/>
                </a:lnTo>
                <a:lnTo>
                  <a:pt x="213088" y="132087"/>
                </a:lnTo>
                <a:lnTo>
                  <a:pt x="211151" y="132679"/>
                </a:lnTo>
                <a:lnTo>
                  <a:pt x="209139" y="133102"/>
                </a:lnTo>
                <a:lnTo>
                  <a:pt x="207053" y="133356"/>
                </a:lnTo>
                <a:lnTo>
                  <a:pt x="204891" y="133440"/>
                </a:lnTo>
                <a:lnTo>
                  <a:pt x="181292" y="133440"/>
                </a:lnTo>
                <a:lnTo>
                  <a:pt x="180301" y="133408"/>
                </a:lnTo>
                <a:lnTo>
                  <a:pt x="179356" y="133309"/>
                </a:lnTo>
                <a:lnTo>
                  <a:pt x="178458" y="133144"/>
                </a:lnTo>
                <a:lnTo>
                  <a:pt x="177608" y="132915"/>
                </a:lnTo>
                <a:lnTo>
                  <a:pt x="176804" y="132618"/>
                </a:lnTo>
                <a:lnTo>
                  <a:pt x="176048" y="132257"/>
                </a:lnTo>
                <a:lnTo>
                  <a:pt x="175338" y="131829"/>
                </a:lnTo>
                <a:lnTo>
                  <a:pt x="174676" y="131335"/>
                </a:lnTo>
                <a:lnTo>
                  <a:pt x="174060" y="130776"/>
                </a:lnTo>
                <a:lnTo>
                  <a:pt x="173501" y="130165"/>
                </a:lnTo>
                <a:lnTo>
                  <a:pt x="173007" y="129517"/>
                </a:lnTo>
                <a:lnTo>
                  <a:pt x="172580" y="128830"/>
                </a:lnTo>
                <a:lnTo>
                  <a:pt x="172218" y="128107"/>
                </a:lnTo>
                <a:lnTo>
                  <a:pt x="171921" y="127345"/>
                </a:lnTo>
                <a:lnTo>
                  <a:pt x="171692" y="126547"/>
                </a:lnTo>
                <a:lnTo>
                  <a:pt x="171527" y="125710"/>
                </a:lnTo>
                <a:lnTo>
                  <a:pt x="171428" y="124837"/>
                </a:lnTo>
                <a:lnTo>
                  <a:pt x="171396" y="123925"/>
                </a:lnTo>
                <a:lnTo>
                  <a:pt x="171428" y="123013"/>
                </a:lnTo>
                <a:lnTo>
                  <a:pt x="171527" y="122139"/>
                </a:lnTo>
                <a:lnTo>
                  <a:pt x="171692" y="121303"/>
                </a:lnTo>
                <a:lnTo>
                  <a:pt x="171921" y="120504"/>
                </a:lnTo>
                <a:lnTo>
                  <a:pt x="172218" y="119743"/>
                </a:lnTo>
                <a:lnTo>
                  <a:pt x="172580" y="119019"/>
                </a:lnTo>
                <a:lnTo>
                  <a:pt x="173007" y="118333"/>
                </a:lnTo>
                <a:lnTo>
                  <a:pt x="173501" y="117684"/>
                </a:lnTo>
                <a:lnTo>
                  <a:pt x="174060" y="117074"/>
                </a:lnTo>
                <a:lnTo>
                  <a:pt x="174676" y="116514"/>
                </a:lnTo>
                <a:lnTo>
                  <a:pt x="175338" y="116020"/>
                </a:lnTo>
                <a:lnTo>
                  <a:pt x="176048" y="115593"/>
                </a:lnTo>
                <a:lnTo>
                  <a:pt x="176804" y="115232"/>
                </a:lnTo>
                <a:lnTo>
                  <a:pt x="177608" y="114935"/>
                </a:lnTo>
                <a:lnTo>
                  <a:pt x="178458" y="114705"/>
                </a:lnTo>
                <a:lnTo>
                  <a:pt x="179356" y="114540"/>
                </a:lnTo>
                <a:lnTo>
                  <a:pt x="180301" y="114442"/>
                </a:lnTo>
                <a:lnTo>
                  <a:pt x="181292" y="114409"/>
                </a:lnTo>
                <a:lnTo>
                  <a:pt x="204891" y="114409"/>
                </a:lnTo>
                <a:lnTo>
                  <a:pt x="205230" y="114390"/>
                </a:lnTo>
                <a:lnTo>
                  <a:pt x="205569" y="114333"/>
                </a:lnTo>
                <a:lnTo>
                  <a:pt x="205907" y="114240"/>
                </a:lnTo>
                <a:lnTo>
                  <a:pt x="206245" y="114108"/>
                </a:lnTo>
                <a:lnTo>
                  <a:pt x="206584" y="113939"/>
                </a:lnTo>
                <a:lnTo>
                  <a:pt x="206922" y="113732"/>
                </a:lnTo>
                <a:lnTo>
                  <a:pt x="207260" y="113488"/>
                </a:lnTo>
                <a:lnTo>
                  <a:pt x="207598" y="113206"/>
                </a:lnTo>
                <a:lnTo>
                  <a:pt x="207936" y="112886"/>
                </a:lnTo>
                <a:lnTo>
                  <a:pt x="208257" y="112547"/>
                </a:lnTo>
                <a:lnTo>
                  <a:pt x="208538" y="112209"/>
                </a:lnTo>
                <a:lnTo>
                  <a:pt x="208782" y="111871"/>
                </a:lnTo>
                <a:lnTo>
                  <a:pt x="208989" y="111533"/>
                </a:lnTo>
                <a:lnTo>
                  <a:pt x="209159" y="111195"/>
                </a:lnTo>
                <a:lnTo>
                  <a:pt x="209290" y="110856"/>
                </a:lnTo>
                <a:lnTo>
                  <a:pt x="209384" y="110518"/>
                </a:lnTo>
                <a:lnTo>
                  <a:pt x="209440" y="110179"/>
                </a:lnTo>
                <a:lnTo>
                  <a:pt x="209460" y="109841"/>
                </a:lnTo>
                <a:close/>
                <a:moveTo>
                  <a:pt x="38172" y="57313"/>
                </a:moveTo>
                <a:lnTo>
                  <a:pt x="38140" y="56481"/>
                </a:lnTo>
                <a:lnTo>
                  <a:pt x="38041" y="55677"/>
                </a:lnTo>
                <a:lnTo>
                  <a:pt x="37876" y="54902"/>
                </a:lnTo>
                <a:lnTo>
                  <a:pt x="37647" y="54155"/>
                </a:lnTo>
                <a:lnTo>
                  <a:pt x="37350" y="53436"/>
                </a:lnTo>
                <a:lnTo>
                  <a:pt x="36988" y="52746"/>
                </a:lnTo>
                <a:lnTo>
                  <a:pt x="36561" y="52083"/>
                </a:lnTo>
                <a:lnTo>
                  <a:pt x="36067" y="51448"/>
                </a:lnTo>
                <a:lnTo>
                  <a:pt x="35508" y="50843"/>
                </a:lnTo>
                <a:lnTo>
                  <a:pt x="34897" y="50279"/>
                </a:lnTo>
                <a:lnTo>
                  <a:pt x="34249" y="49771"/>
                </a:lnTo>
                <a:lnTo>
                  <a:pt x="33562" y="49319"/>
                </a:lnTo>
                <a:lnTo>
                  <a:pt x="32839" y="48925"/>
                </a:lnTo>
                <a:lnTo>
                  <a:pt x="32077" y="48587"/>
                </a:lnTo>
                <a:lnTo>
                  <a:pt x="31279" y="48305"/>
                </a:lnTo>
                <a:lnTo>
                  <a:pt x="30442" y="48079"/>
                </a:lnTo>
                <a:lnTo>
                  <a:pt x="29568" y="47910"/>
                </a:lnTo>
                <a:lnTo>
                  <a:pt x="28657" y="47797"/>
                </a:lnTo>
                <a:lnTo>
                  <a:pt x="27745" y="47755"/>
                </a:lnTo>
                <a:lnTo>
                  <a:pt x="26871" y="47797"/>
                </a:lnTo>
                <a:lnTo>
                  <a:pt x="26035" y="47924"/>
                </a:lnTo>
                <a:lnTo>
                  <a:pt x="25236" y="48136"/>
                </a:lnTo>
                <a:lnTo>
                  <a:pt x="24474" y="48432"/>
                </a:lnTo>
                <a:lnTo>
                  <a:pt x="23751" y="48812"/>
                </a:lnTo>
                <a:lnTo>
                  <a:pt x="23065" y="49278"/>
                </a:lnTo>
                <a:lnTo>
                  <a:pt x="22416" y="49827"/>
                </a:lnTo>
                <a:lnTo>
                  <a:pt x="21805" y="50462"/>
                </a:lnTo>
                <a:lnTo>
                  <a:pt x="21246" y="51147"/>
                </a:lnTo>
                <a:lnTo>
                  <a:pt x="20752" y="51852"/>
                </a:lnTo>
                <a:lnTo>
                  <a:pt x="20324" y="52576"/>
                </a:lnTo>
                <a:lnTo>
                  <a:pt x="19963" y="53319"/>
                </a:lnTo>
                <a:lnTo>
                  <a:pt x="19667" y="54080"/>
                </a:lnTo>
                <a:lnTo>
                  <a:pt x="19437" y="54860"/>
                </a:lnTo>
                <a:lnTo>
                  <a:pt x="19272" y="55659"/>
                </a:lnTo>
                <a:lnTo>
                  <a:pt x="19174" y="56477"/>
                </a:lnTo>
                <a:lnTo>
                  <a:pt x="19140" y="57313"/>
                </a:lnTo>
                <a:lnTo>
                  <a:pt x="19108" y="58145"/>
                </a:lnTo>
                <a:lnTo>
                  <a:pt x="19009" y="58948"/>
                </a:lnTo>
                <a:lnTo>
                  <a:pt x="18844" y="59724"/>
                </a:lnTo>
                <a:lnTo>
                  <a:pt x="18615" y="60471"/>
                </a:lnTo>
                <a:lnTo>
                  <a:pt x="18318" y="61190"/>
                </a:lnTo>
                <a:lnTo>
                  <a:pt x="17957" y="61881"/>
                </a:lnTo>
                <a:lnTo>
                  <a:pt x="17529" y="62543"/>
                </a:lnTo>
                <a:lnTo>
                  <a:pt x="17035" y="63177"/>
                </a:lnTo>
                <a:lnTo>
                  <a:pt x="16476" y="63784"/>
                </a:lnTo>
                <a:lnTo>
                  <a:pt x="15865" y="64343"/>
                </a:lnTo>
                <a:lnTo>
                  <a:pt x="15217" y="64837"/>
                </a:lnTo>
                <a:lnTo>
                  <a:pt x="14530" y="65264"/>
                </a:lnTo>
                <a:lnTo>
                  <a:pt x="13807" y="65626"/>
                </a:lnTo>
                <a:lnTo>
                  <a:pt x="13045" y="65923"/>
                </a:lnTo>
                <a:lnTo>
                  <a:pt x="12247" y="66152"/>
                </a:lnTo>
                <a:lnTo>
                  <a:pt x="11410" y="66317"/>
                </a:lnTo>
                <a:lnTo>
                  <a:pt x="10537" y="66416"/>
                </a:lnTo>
                <a:lnTo>
                  <a:pt x="9625" y="66448"/>
                </a:lnTo>
                <a:lnTo>
                  <a:pt x="8713" y="66416"/>
                </a:lnTo>
                <a:lnTo>
                  <a:pt x="7839" y="66317"/>
                </a:lnTo>
                <a:lnTo>
                  <a:pt x="7003" y="66152"/>
                </a:lnTo>
                <a:lnTo>
                  <a:pt x="6204" y="65923"/>
                </a:lnTo>
                <a:lnTo>
                  <a:pt x="5443" y="65626"/>
                </a:lnTo>
                <a:lnTo>
                  <a:pt x="4719" y="65264"/>
                </a:lnTo>
                <a:lnTo>
                  <a:pt x="4033" y="64837"/>
                </a:lnTo>
                <a:lnTo>
                  <a:pt x="3384" y="64343"/>
                </a:lnTo>
                <a:lnTo>
                  <a:pt x="2774" y="63784"/>
                </a:lnTo>
                <a:lnTo>
                  <a:pt x="2214" y="63177"/>
                </a:lnTo>
                <a:lnTo>
                  <a:pt x="1720" y="62543"/>
                </a:lnTo>
                <a:lnTo>
                  <a:pt x="1293" y="61881"/>
                </a:lnTo>
                <a:lnTo>
                  <a:pt x="932" y="61190"/>
                </a:lnTo>
                <a:lnTo>
                  <a:pt x="635" y="60471"/>
                </a:lnTo>
                <a:lnTo>
                  <a:pt x="405" y="59724"/>
                </a:lnTo>
                <a:lnTo>
                  <a:pt x="240" y="58948"/>
                </a:lnTo>
                <a:lnTo>
                  <a:pt x="142" y="58145"/>
                </a:lnTo>
                <a:lnTo>
                  <a:pt x="109" y="57313"/>
                </a:lnTo>
                <a:lnTo>
                  <a:pt x="212" y="54653"/>
                </a:lnTo>
                <a:lnTo>
                  <a:pt x="522" y="52087"/>
                </a:lnTo>
                <a:lnTo>
                  <a:pt x="1039" y="49616"/>
                </a:lnTo>
                <a:lnTo>
                  <a:pt x="1763" y="47238"/>
                </a:lnTo>
                <a:lnTo>
                  <a:pt x="2694" y="44954"/>
                </a:lnTo>
                <a:lnTo>
                  <a:pt x="3831" y="42764"/>
                </a:lnTo>
                <a:lnTo>
                  <a:pt x="5175" y="40669"/>
                </a:lnTo>
                <a:lnTo>
                  <a:pt x="6726" y="38667"/>
                </a:lnTo>
                <a:lnTo>
                  <a:pt x="8483" y="36759"/>
                </a:lnTo>
                <a:lnTo>
                  <a:pt x="10386" y="35002"/>
                </a:lnTo>
                <a:lnTo>
                  <a:pt x="12374" y="33451"/>
                </a:lnTo>
                <a:lnTo>
                  <a:pt x="14447" y="32107"/>
                </a:lnTo>
                <a:lnTo>
                  <a:pt x="16603" y="30970"/>
                </a:lnTo>
                <a:lnTo>
                  <a:pt x="18844" y="30039"/>
                </a:lnTo>
                <a:lnTo>
                  <a:pt x="21170" y="29315"/>
                </a:lnTo>
                <a:lnTo>
                  <a:pt x="23581" y="28798"/>
                </a:lnTo>
                <a:lnTo>
                  <a:pt x="26077" y="28488"/>
                </a:lnTo>
                <a:lnTo>
                  <a:pt x="28657" y="28385"/>
                </a:lnTo>
                <a:lnTo>
                  <a:pt x="31236" y="28488"/>
                </a:lnTo>
                <a:lnTo>
                  <a:pt x="33732" y="28798"/>
                </a:lnTo>
                <a:lnTo>
                  <a:pt x="36143" y="29315"/>
                </a:lnTo>
                <a:lnTo>
                  <a:pt x="38469" y="30039"/>
                </a:lnTo>
                <a:lnTo>
                  <a:pt x="40710" y="30970"/>
                </a:lnTo>
                <a:lnTo>
                  <a:pt x="42867" y="32107"/>
                </a:lnTo>
                <a:lnTo>
                  <a:pt x="44939" y="33451"/>
                </a:lnTo>
                <a:lnTo>
                  <a:pt x="46927" y="35002"/>
                </a:lnTo>
                <a:lnTo>
                  <a:pt x="48830" y="36759"/>
                </a:lnTo>
                <a:lnTo>
                  <a:pt x="50588" y="38667"/>
                </a:lnTo>
                <a:lnTo>
                  <a:pt x="52139" y="40669"/>
                </a:lnTo>
                <a:lnTo>
                  <a:pt x="53483" y="42764"/>
                </a:lnTo>
                <a:lnTo>
                  <a:pt x="54620" y="44954"/>
                </a:lnTo>
                <a:lnTo>
                  <a:pt x="55550" y="47238"/>
                </a:lnTo>
                <a:lnTo>
                  <a:pt x="56274" y="49616"/>
                </a:lnTo>
                <a:lnTo>
                  <a:pt x="56791" y="52087"/>
                </a:lnTo>
                <a:lnTo>
                  <a:pt x="57101" y="54653"/>
                </a:lnTo>
                <a:lnTo>
                  <a:pt x="57204" y="57313"/>
                </a:lnTo>
                <a:lnTo>
                  <a:pt x="57110" y="59325"/>
                </a:lnTo>
                <a:lnTo>
                  <a:pt x="56828" y="61298"/>
                </a:lnTo>
                <a:lnTo>
                  <a:pt x="56358" y="63235"/>
                </a:lnTo>
                <a:lnTo>
                  <a:pt x="55700" y="65133"/>
                </a:lnTo>
                <a:lnTo>
                  <a:pt x="54854" y="66993"/>
                </a:lnTo>
                <a:lnTo>
                  <a:pt x="53821" y="68817"/>
                </a:lnTo>
                <a:lnTo>
                  <a:pt x="52599" y="70602"/>
                </a:lnTo>
                <a:lnTo>
                  <a:pt x="51189" y="72351"/>
                </a:lnTo>
                <a:lnTo>
                  <a:pt x="49592" y="74062"/>
                </a:lnTo>
                <a:lnTo>
                  <a:pt x="48333" y="75255"/>
                </a:lnTo>
                <a:lnTo>
                  <a:pt x="46922" y="76468"/>
                </a:lnTo>
                <a:lnTo>
                  <a:pt x="45362" y="77698"/>
                </a:lnTo>
                <a:lnTo>
                  <a:pt x="43652" y="78948"/>
                </a:lnTo>
                <a:lnTo>
                  <a:pt x="41791" y="80218"/>
                </a:lnTo>
                <a:lnTo>
                  <a:pt x="39779" y="81504"/>
                </a:lnTo>
                <a:lnTo>
                  <a:pt x="37618" y="82811"/>
                </a:lnTo>
                <a:lnTo>
                  <a:pt x="35306" y="84136"/>
                </a:lnTo>
                <a:lnTo>
                  <a:pt x="32843" y="85480"/>
                </a:lnTo>
                <a:lnTo>
                  <a:pt x="48069" y="85480"/>
                </a:lnTo>
                <a:lnTo>
                  <a:pt x="48900" y="85518"/>
                </a:lnTo>
                <a:lnTo>
                  <a:pt x="49704" y="85631"/>
                </a:lnTo>
                <a:lnTo>
                  <a:pt x="50480" y="85818"/>
                </a:lnTo>
                <a:lnTo>
                  <a:pt x="51227" y="86082"/>
                </a:lnTo>
                <a:lnTo>
                  <a:pt x="51946" y="86420"/>
                </a:lnTo>
                <a:lnTo>
                  <a:pt x="52637" y="86834"/>
                </a:lnTo>
                <a:lnTo>
                  <a:pt x="53299" y="87322"/>
                </a:lnTo>
                <a:lnTo>
                  <a:pt x="53933" y="87886"/>
                </a:lnTo>
                <a:lnTo>
                  <a:pt x="54540" y="88525"/>
                </a:lnTo>
                <a:lnTo>
                  <a:pt x="55099" y="89211"/>
                </a:lnTo>
                <a:lnTo>
                  <a:pt x="55593" y="89916"/>
                </a:lnTo>
                <a:lnTo>
                  <a:pt x="56020" y="90640"/>
                </a:lnTo>
                <a:lnTo>
                  <a:pt x="56382" y="91383"/>
                </a:lnTo>
                <a:lnTo>
                  <a:pt x="56679" y="92144"/>
                </a:lnTo>
                <a:lnTo>
                  <a:pt x="56908" y="92924"/>
                </a:lnTo>
                <a:lnTo>
                  <a:pt x="57073" y="93723"/>
                </a:lnTo>
                <a:lnTo>
                  <a:pt x="57172" y="94540"/>
                </a:lnTo>
                <a:lnTo>
                  <a:pt x="57204" y="95377"/>
                </a:lnTo>
                <a:lnTo>
                  <a:pt x="57172" y="96213"/>
                </a:lnTo>
                <a:lnTo>
                  <a:pt x="57073" y="97031"/>
                </a:lnTo>
                <a:lnTo>
                  <a:pt x="56908" y="97830"/>
                </a:lnTo>
                <a:lnTo>
                  <a:pt x="56679" y="98610"/>
                </a:lnTo>
                <a:lnTo>
                  <a:pt x="56382" y="99371"/>
                </a:lnTo>
                <a:lnTo>
                  <a:pt x="56020" y="100113"/>
                </a:lnTo>
                <a:lnTo>
                  <a:pt x="55593" y="100837"/>
                </a:lnTo>
                <a:lnTo>
                  <a:pt x="55099" y="101542"/>
                </a:lnTo>
                <a:lnTo>
                  <a:pt x="54540" y="102228"/>
                </a:lnTo>
                <a:lnTo>
                  <a:pt x="53933" y="102867"/>
                </a:lnTo>
                <a:lnTo>
                  <a:pt x="53299" y="103431"/>
                </a:lnTo>
                <a:lnTo>
                  <a:pt x="52637" y="103920"/>
                </a:lnTo>
                <a:lnTo>
                  <a:pt x="51946" y="104334"/>
                </a:lnTo>
                <a:lnTo>
                  <a:pt x="51227" y="104672"/>
                </a:lnTo>
                <a:lnTo>
                  <a:pt x="50480" y="104935"/>
                </a:lnTo>
                <a:lnTo>
                  <a:pt x="49704" y="105123"/>
                </a:lnTo>
                <a:lnTo>
                  <a:pt x="48900" y="105236"/>
                </a:lnTo>
                <a:lnTo>
                  <a:pt x="48069" y="105273"/>
                </a:lnTo>
                <a:lnTo>
                  <a:pt x="15334" y="105273"/>
                </a:lnTo>
                <a:lnTo>
                  <a:pt x="14164" y="105081"/>
                </a:lnTo>
                <a:lnTo>
                  <a:pt x="13023" y="104841"/>
                </a:lnTo>
                <a:lnTo>
                  <a:pt x="11908" y="104554"/>
                </a:lnTo>
                <a:lnTo>
                  <a:pt x="10823" y="104221"/>
                </a:lnTo>
                <a:lnTo>
                  <a:pt x="9766" y="103841"/>
                </a:lnTo>
                <a:lnTo>
                  <a:pt x="8736" y="103413"/>
                </a:lnTo>
                <a:lnTo>
                  <a:pt x="7735" y="102938"/>
                </a:lnTo>
                <a:lnTo>
                  <a:pt x="6763" y="102417"/>
                </a:lnTo>
                <a:lnTo>
                  <a:pt x="5818" y="101848"/>
                </a:lnTo>
                <a:lnTo>
                  <a:pt x="4925" y="101232"/>
                </a:lnTo>
                <a:lnTo>
                  <a:pt x="4108" y="100570"/>
                </a:lnTo>
                <a:lnTo>
                  <a:pt x="3365" y="99860"/>
                </a:lnTo>
                <a:lnTo>
                  <a:pt x="2698" y="99104"/>
                </a:lnTo>
                <a:lnTo>
                  <a:pt x="2106" y="98300"/>
                </a:lnTo>
                <a:lnTo>
                  <a:pt x="1589" y="97449"/>
                </a:lnTo>
                <a:lnTo>
                  <a:pt x="1147" y="96552"/>
                </a:lnTo>
                <a:lnTo>
                  <a:pt x="781" y="95607"/>
                </a:lnTo>
                <a:lnTo>
                  <a:pt x="490" y="94616"/>
                </a:lnTo>
                <a:lnTo>
                  <a:pt x="278" y="93600"/>
                </a:lnTo>
                <a:lnTo>
                  <a:pt x="151" y="92586"/>
                </a:lnTo>
                <a:lnTo>
                  <a:pt x="109" y="91570"/>
                </a:lnTo>
                <a:lnTo>
                  <a:pt x="151" y="90555"/>
                </a:lnTo>
                <a:lnTo>
                  <a:pt x="278" y="89541"/>
                </a:lnTo>
                <a:lnTo>
                  <a:pt x="490" y="88525"/>
                </a:lnTo>
                <a:lnTo>
                  <a:pt x="786" y="87510"/>
                </a:lnTo>
                <a:lnTo>
                  <a:pt x="1166" y="86496"/>
                </a:lnTo>
                <a:lnTo>
                  <a:pt x="1632" y="85480"/>
                </a:lnTo>
                <a:lnTo>
                  <a:pt x="2167" y="84484"/>
                </a:lnTo>
                <a:lnTo>
                  <a:pt x="2759" y="83526"/>
                </a:lnTo>
                <a:lnTo>
                  <a:pt x="3408" y="82605"/>
                </a:lnTo>
                <a:lnTo>
                  <a:pt x="4113" y="81721"/>
                </a:lnTo>
                <a:lnTo>
                  <a:pt x="4874" y="80875"/>
                </a:lnTo>
                <a:lnTo>
                  <a:pt x="5691" y="80067"/>
                </a:lnTo>
                <a:lnTo>
                  <a:pt x="6566" y="79297"/>
                </a:lnTo>
                <a:lnTo>
                  <a:pt x="7496" y="78563"/>
                </a:lnTo>
                <a:lnTo>
                  <a:pt x="8483" y="77868"/>
                </a:lnTo>
                <a:lnTo>
                  <a:pt x="16856" y="73300"/>
                </a:lnTo>
                <a:lnTo>
                  <a:pt x="21330" y="70847"/>
                </a:lnTo>
                <a:lnTo>
                  <a:pt x="25277" y="68563"/>
                </a:lnTo>
                <a:lnTo>
                  <a:pt x="28699" y="66448"/>
                </a:lnTo>
                <a:lnTo>
                  <a:pt x="31593" y="64503"/>
                </a:lnTo>
                <a:lnTo>
                  <a:pt x="33962" y="62727"/>
                </a:lnTo>
                <a:lnTo>
                  <a:pt x="35804" y="61119"/>
                </a:lnTo>
                <a:lnTo>
                  <a:pt x="37120" y="59682"/>
                </a:lnTo>
                <a:lnTo>
                  <a:pt x="37910" y="58413"/>
                </a:lnTo>
                <a:lnTo>
                  <a:pt x="38172" y="57313"/>
                </a:lnTo>
                <a:close/>
                <a:moveTo>
                  <a:pt x="88417" y="29146"/>
                </a:moveTo>
                <a:lnTo>
                  <a:pt x="87778" y="28615"/>
                </a:lnTo>
                <a:lnTo>
                  <a:pt x="87214" y="28037"/>
                </a:lnTo>
                <a:lnTo>
                  <a:pt x="86725" y="27412"/>
                </a:lnTo>
                <a:lnTo>
                  <a:pt x="86312" y="26740"/>
                </a:lnTo>
                <a:lnTo>
                  <a:pt x="85973" y="26021"/>
                </a:lnTo>
                <a:lnTo>
                  <a:pt x="85710" y="25255"/>
                </a:lnTo>
                <a:lnTo>
                  <a:pt x="85522" y="24442"/>
                </a:lnTo>
                <a:lnTo>
                  <a:pt x="85409" y="23582"/>
                </a:lnTo>
                <a:lnTo>
                  <a:pt x="85372" y="22675"/>
                </a:lnTo>
                <a:lnTo>
                  <a:pt x="85409" y="21768"/>
                </a:lnTo>
                <a:lnTo>
                  <a:pt x="85522" y="20908"/>
                </a:lnTo>
                <a:lnTo>
                  <a:pt x="85710" y="20095"/>
                </a:lnTo>
                <a:lnTo>
                  <a:pt x="85973" y="19329"/>
                </a:lnTo>
                <a:lnTo>
                  <a:pt x="86312" y="18610"/>
                </a:lnTo>
                <a:lnTo>
                  <a:pt x="86725" y="17938"/>
                </a:lnTo>
                <a:lnTo>
                  <a:pt x="87214" y="17314"/>
                </a:lnTo>
                <a:lnTo>
                  <a:pt x="87778" y="16735"/>
                </a:lnTo>
                <a:lnTo>
                  <a:pt x="88417" y="16204"/>
                </a:lnTo>
                <a:lnTo>
                  <a:pt x="100597" y="4024"/>
                </a:lnTo>
                <a:lnTo>
                  <a:pt x="101283" y="3376"/>
                </a:lnTo>
                <a:lnTo>
                  <a:pt x="101988" y="2783"/>
                </a:lnTo>
                <a:lnTo>
                  <a:pt x="102712" y="2248"/>
                </a:lnTo>
                <a:lnTo>
                  <a:pt x="103454" y="1768"/>
                </a:lnTo>
                <a:lnTo>
                  <a:pt x="104216" y="1345"/>
                </a:lnTo>
                <a:lnTo>
                  <a:pt x="104996" y="979"/>
                </a:lnTo>
                <a:lnTo>
                  <a:pt x="105794" y="669"/>
                </a:lnTo>
                <a:lnTo>
                  <a:pt x="106612" y="415"/>
                </a:lnTo>
                <a:lnTo>
                  <a:pt x="107449" y="217"/>
                </a:lnTo>
                <a:lnTo>
                  <a:pt x="108294" y="81"/>
                </a:lnTo>
                <a:lnTo>
                  <a:pt x="109140" y="10"/>
                </a:lnTo>
                <a:lnTo>
                  <a:pt x="109986" y="6"/>
                </a:lnTo>
                <a:lnTo>
                  <a:pt x="110832" y="67"/>
                </a:lnTo>
                <a:lnTo>
                  <a:pt x="111678" y="194"/>
                </a:lnTo>
                <a:lnTo>
                  <a:pt x="112524" y="387"/>
                </a:lnTo>
                <a:lnTo>
                  <a:pt x="113369" y="645"/>
                </a:lnTo>
                <a:lnTo>
                  <a:pt x="114215" y="970"/>
                </a:lnTo>
                <a:lnTo>
                  <a:pt x="115061" y="1359"/>
                </a:lnTo>
                <a:lnTo>
                  <a:pt x="115893" y="1801"/>
                </a:lnTo>
                <a:lnTo>
                  <a:pt x="116696" y="2280"/>
                </a:lnTo>
                <a:lnTo>
                  <a:pt x="117472" y="2797"/>
                </a:lnTo>
                <a:lnTo>
                  <a:pt x="118220" y="3352"/>
                </a:lnTo>
                <a:lnTo>
                  <a:pt x="118938" y="3944"/>
                </a:lnTo>
                <a:lnTo>
                  <a:pt x="119629" y="4574"/>
                </a:lnTo>
                <a:lnTo>
                  <a:pt x="120291" y="5241"/>
                </a:lnTo>
                <a:lnTo>
                  <a:pt x="120926" y="5946"/>
                </a:lnTo>
                <a:lnTo>
                  <a:pt x="121532" y="6688"/>
                </a:lnTo>
                <a:lnTo>
                  <a:pt x="122091" y="7454"/>
                </a:lnTo>
                <a:lnTo>
                  <a:pt x="122585" y="8230"/>
                </a:lnTo>
                <a:lnTo>
                  <a:pt x="123013" y="9014"/>
                </a:lnTo>
                <a:lnTo>
                  <a:pt x="123374" y="9809"/>
                </a:lnTo>
                <a:lnTo>
                  <a:pt x="123671" y="10612"/>
                </a:lnTo>
                <a:lnTo>
                  <a:pt x="123900" y="11425"/>
                </a:lnTo>
                <a:lnTo>
                  <a:pt x="124065" y="12247"/>
                </a:lnTo>
                <a:lnTo>
                  <a:pt x="124164" y="13080"/>
                </a:lnTo>
                <a:lnTo>
                  <a:pt x="124196" y="13921"/>
                </a:lnTo>
                <a:lnTo>
                  <a:pt x="124196" y="67209"/>
                </a:lnTo>
                <a:lnTo>
                  <a:pt x="124159" y="68042"/>
                </a:lnTo>
                <a:lnTo>
                  <a:pt x="124046" y="68845"/>
                </a:lnTo>
                <a:lnTo>
                  <a:pt x="123858" y="69620"/>
                </a:lnTo>
                <a:lnTo>
                  <a:pt x="123595" y="70368"/>
                </a:lnTo>
                <a:lnTo>
                  <a:pt x="123256" y="71087"/>
                </a:lnTo>
                <a:lnTo>
                  <a:pt x="122843" y="71778"/>
                </a:lnTo>
                <a:lnTo>
                  <a:pt x="122354" y="72440"/>
                </a:lnTo>
                <a:lnTo>
                  <a:pt x="121790" y="73074"/>
                </a:lnTo>
                <a:lnTo>
                  <a:pt x="121151" y="73681"/>
                </a:lnTo>
                <a:lnTo>
                  <a:pt x="120466" y="74240"/>
                </a:lnTo>
                <a:lnTo>
                  <a:pt x="119761" y="74733"/>
                </a:lnTo>
                <a:lnTo>
                  <a:pt x="119037" y="75161"/>
                </a:lnTo>
                <a:lnTo>
                  <a:pt x="118295" y="75523"/>
                </a:lnTo>
                <a:lnTo>
                  <a:pt x="117533" y="75819"/>
                </a:lnTo>
                <a:lnTo>
                  <a:pt x="116753" y="76049"/>
                </a:lnTo>
                <a:lnTo>
                  <a:pt x="115954" y="76213"/>
                </a:lnTo>
                <a:lnTo>
                  <a:pt x="115136" y="76312"/>
                </a:lnTo>
                <a:lnTo>
                  <a:pt x="114300" y="76345"/>
                </a:lnTo>
                <a:lnTo>
                  <a:pt x="113468" y="76312"/>
                </a:lnTo>
                <a:lnTo>
                  <a:pt x="112665" y="76213"/>
                </a:lnTo>
                <a:lnTo>
                  <a:pt x="111889" y="76049"/>
                </a:lnTo>
                <a:lnTo>
                  <a:pt x="111142" y="75819"/>
                </a:lnTo>
                <a:lnTo>
                  <a:pt x="110423" y="75523"/>
                </a:lnTo>
                <a:lnTo>
                  <a:pt x="109733" y="75161"/>
                </a:lnTo>
                <a:lnTo>
                  <a:pt x="109070" y="74733"/>
                </a:lnTo>
                <a:lnTo>
                  <a:pt x="108435" y="74240"/>
                </a:lnTo>
                <a:lnTo>
                  <a:pt x="107829" y="73681"/>
                </a:lnTo>
                <a:lnTo>
                  <a:pt x="107270" y="73074"/>
                </a:lnTo>
                <a:lnTo>
                  <a:pt x="106776" y="72440"/>
                </a:lnTo>
                <a:lnTo>
                  <a:pt x="106349" y="71778"/>
                </a:lnTo>
                <a:lnTo>
                  <a:pt x="105988" y="71087"/>
                </a:lnTo>
                <a:lnTo>
                  <a:pt x="105691" y="70368"/>
                </a:lnTo>
                <a:lnTo>
                  <a:pt x="105461" y="69620"/>
                </a:lnTo>
                <a:lnTo>
                  <a:pt x="105296" y="68845"/>
                </a:lnTo>
                <a:lnTo>
                  <a:pt x="105198" y="68042"/>
                </a:lnTo>
                <a:lnTo>
                  <a:pt x="105165" y="67209"/>
                </a:lnTo>
                <a:lnTo>
                  <a:pt x="105165" y="26862"/>
                </a:lnTo>
                <a:lnTo>
                  <a:pt x="102119" y="29146"/>
                </a:lnTo>
                <a:lnTo>
                  <a:pt x="101434" y="29785"/>
                </a:lnTo>
                <a:lnTo>
                  <a:pt x="100729" y="30349"/>
                </a:lnTo>
                <a:lnTo>
                  <a:pt x="100005" y="30838"/>
                </a:lnTo>
                <a:lnTo>
                  <a:pt x="99263" y="31252"/>
                </a:lnTo>
                <a:lnTo>
                  <a:pt x="98501" y="31590"/>
                </a:lnTo>
                <a:lnTo>
                  <a:pt x="97721" y="31853"/>
                </a:lnTo>
                <a:lnTo>
                  <a:pt x="96923" y="32041"/>
                </a:lnTo>
                <a:lnTo>
                  <a:pt x="96104" y="32154"/>
                </a:lnTo>
                <a:lnTo>
                  <a:pt x="95268" y="32191"/>
                </a:lnTo>
                <a:lnTo>
                  <a:pt x="94432" y="32163"/>
                </a:lnTo>
                <a:lnTo>
                  <a:pt x="93614" y="32078"/>
                </a:lnTo>
                <a:lnTo>
                  <a:pt x="92815" y="31937"/>
                </a:lnTo>
                <a:lnTo>
                  <a:pt x="92035" y="31740"/>
                </a:lnTo>
                <a:lnTo>
                  <a:pt x="91273" y="31486"/>
                </a:lnTo>
                <a:lnTo>
                  <a:pt x="90531" y="31176"/>
                </a:lnTo>
                <a:lnTo>
                  <a:pt x="89807" y="30810"/>
                </a:lnTo>
                <a:lnTo>
                  <a:pt x="89103" y="30387"/>
                </a:lnTo>
                <a:lnTo>
                  <a:pt x="88417" y="299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6053FB-4CD7-4E6D-BF9B-443353D2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600" y="46863"/>
                </a:moveTo>
                <a:lnTo>
                  <a:pt x="228464" y="43524"/>
                </a:lnTo>
                <a:lnTo>
                  <a:pt x="228054" y="40277"/>
                </a:lnTo>
                <a:lnTo>
                  <a:pt x="227372" y="37127"/>
                </a:lnTo>
                <a:lnTo>
                  <a:pt x="226418" y="34069"/>
                </a:lnTo>
                <a:lnTo>
                  <a:pt x="225190" y="31106"/>
                </a:lnTo>
                <a:lnTo>
                  <a:pt x="223689" y="28236"/>
                </a:lnTo>
                <a:lnTo>
                  <a:pt x="221916" y="25461"/>
                </a:lnTo>
                <a:lnTo>
                  <a:pt x="219870" y="22780"/>
                </a:lnTo>
                <a:lnTo>
                  <a:pt x="217551" y="20193"/>
                </a:lnTo>
                <a:lnTo>
                  <a:pt x="215034" y="17794"/>
                </a:lnTo>
                <a:lnTo>
                  <a:pt x="212396" y="15677"/>
                </a:lnTo>
                <a:lnTo>
                  <a:pt x="209635" y="13843"/>
                </a:lnTo>
                <a:lnTo>
                  <a:pt x="206752" y="12291"/>
                </a:lnTo>
                <a:lnTo>
                  <a:pt x="203745" y="11020"/>
                </a:lnTo>
                <a:lnTo>
                  <a:pt x="200617" y="10033"/>
                </a:lnTo>
                <a:lnTo>
                  <a:pt x="197368" y="9328"/>
                </a:lnTo>
                <a:lnTo>
                  <a:pt x="193995" y="8904"/>
                </a:lnTo>
                <a:lnTo>
                  <a:pt x="190500" y="8763"/>
                </a:lnTo>
                <a:lnTo>
                  <a:pt x="187005" y="8904"/>
                </a:lnTo>
                <a:lnTo>
                  <a:pt x="183632" y="9328"/>
                </a:lnTo>
                <a:lnTo>
                  <a:pt x="180383" y="10033"/>
                </a:lnTo>
                <a:lnTo>
                  <a:pt x="177255" y="11020"/>
                </a:lnTo>
                <a:lnTo>
                  <a:pt x="174248" y="12291"/>
                </a:lnTo>
                <a:lnTo>
                  <a:pt x="171365" y="13843"/>
                </a:lnTo>
                <a:lnTo>
                  <a:pt x="168604" y="15677"/>
                </a:lnTo>
                <a:lnTo>
                  <a:pt x="165966" y="17794"/>
                </a:lnTo>
                <a:lnTo>
                  <a:pt x="163449" y="20193"/>
                </a:lnTo>
                <a:lnTo>
                  <a:pt x="161130" y="22780"/>
                </a:lnTo>
                <a:lnTo>
                  <a:pt x="159084" y="25461"/>
                </a:lnTo>
                <a:lnTo>
                  <a:pt x="157311" y="28236"/>
                </a:lnTo>
                <a:lnTo>
                  <a:pt x="155810" y="31106"/>
                </a:lnTo>
                <a:lnTo>
                  <a:pt x="154582" y="34069"/>
                </a:lnTo>
                <a:lnTo>
                  <a:pt x="153628" y="37127"/>
                </a:lnTo>
                <a:lnTo>
                  <a:pt x="152946" y="40277"/>
                </a:lnTo>
                <a:lnTo>
                  <a:pt x="152536" y="43524"/>
                </a:lnTo>
                <a:lnTo>
                  <a:pt x="152400" y="46863"/>
                </a:lnTo>
                <a:lnTo>
                  <a:pt x="152499" y="49869"/>
                </a:lnTo>
                <a:lnTo>
                  <a:pt x="152795" y="52789"/>
                </a:lnTo>
                <a:lnTo>
                  <a:pt x="153289" y="55626"/>
                </a:lnTo>
                <a:lnTo>
                  <a:pt x="153980" y="58378"/>
                </a:lnTo>
                <a:lnTo>
                  <a:pt x="154870" y="61045"/>
                </a:lnTo>
                <a:lnTo>
                  <a:pt x="155956" y="63627"/>
                </a:lnTo>
                <a:lnTo>
                  <a:pt x="157240" y="66124"/>
                </a:lnTo>
                <a:lnTo>
                  <a:pt x="158722" y="68538"/>
                </a:lnTo>
                <a:lnTo>
                  <a:pt x="160401" y="70866"/>
                </a:lnTo>
                <a:lnTo>
                  <a:pt x="162231" y="73062"/>
                </a:lnTo>
                <a:lnTo>
                  <a:pt x="164164" y="75081"/>
                </a:lnTo>
                <a:lnTo>
                  <a:pt x="166201" y="76920"/>
                </a:lnTo>
                <a:lnTo>
                  <a:pt x="168341" y="78580"/>
                </a:lnTo>
                <a:lnTo>
                  <a:pt x="170584" y="80061"/>
                </a:lnTo>
                <a:lnTo>
                  <a:pt x="172932" y="81364"/>
                </a:lnTo>
                <a:lnTo>
                  <a:pt x="175382" y="82488"/>
                </a:lnTo>
                <a:lnTo>
                  <a:pt x="177937" y="83434"/>
                </a:lnTo>
                <a:lnTo>
                  <a:pt x="180594" y="84201"/>
                </a:lnTo>
                <a:lnTo>
                  <a:pt x="180594" y="142113"/>
                </a:lnTo>
                <a:lnTo>
                  <a:pt x="180650" y="144775"/>
                </a:lnTo>
                <a:lnTo>
                  <a:pt x="180481" y="147343"/>
                </a:lnTo>
                <a:lnTo>
                  <a:pt x="180086" y="149818"/>
                </a:lnTo>
                <a:lnTo>
                  <a:pt x="179465" y="152198"/>
                </a:lnTo>
                <a:lnTo>
                  <a:pt x="178619" y="154484"/>
                </a:lnTo>
                <a:lnTo>
                  <a:pt x="177546" y="156676"/>
                </a:lnTo>
                <a:lnTo>
                  <a:pt x="176248" y="158773"/>
                </a:lnTo>
                <a:lnTo>
                  <a:pt x="174724" y="160777"/>
                </a:lnTo>
                <a:lnTo>
                  <a:pt x="172974" y="162687"/>
                </a:lnTo>
                <a:lnTo>
                  <a:pt x="171064" y="164446"/>
                </a:lnTo>
                <a:lnTo>
                  <a:pt x="169060" y="165999"/>
                </a:lnTo>
                <a:lnTo>
                  <a:pt x="166963" y="167344"/>
                </a:lnTo>
                <a:lnTo>
                  <a:pt x="164771" y="168482"/>
                </a:lnTo>
                <a:lnTo>
                  <a:pt x="162485" y="169414"/>
                </a:lnTo>
                <a:lnTo>
                  <a:pt x="160105" y="170137"/>
                </a:lnTo>
                <a:lnTo>
                  <a:pt x="157630" y="170655"/>
                </a:lnTo>
                <a:lnTo>
                  <a:pt x="155062" y="170965"/>
                </a:lnTo>
                <a:lnTo>
                  <a:pt x="152400" y="171069"/>
                </a:lnTo>
                <a:lnTo>
                  <a:pt x="120396" y="171069"/>
                </a:lnTo>
                <a:lnTo>
                  <a:pt x="140970" y="149733"/>
                </a:lnTo>
                <a:lnTo>
                  <a:pt x="141610" y="149202"/>
                </a:lnTo>
                <a:lnTo>
                  <a:pt x="142174" y="148623"/>
                </a:lnTo>
                <a:lnTo>
                  <a:pt x="142664" y="147998"/>
                </a:lnTo>
                <a:lnTo>
                  <a:pt x="143077" y="147325"/>
                </a:lnTo>
                <a:lnTo>
                  <a:pt x="143416" y="146605"/>
                </a:lnTo>
                <a:lnTo>
                  <a:pt x="143679" y="145838"/>
                </a:lnTo>
                <a:lnTo>
                  <a:pt x="143868" y="145025"/>
                </a:lnTo>
                <a:lnTo>
                  <a:pt x="143980" y="144164"/>
                </a:lnTo>
                <a:lnTo>
                  <a:pt x="144018" y="143256"/>
                </a:lnTo>
                <a:lnTo>
                  <a:pt x="143985" y="142344"/>
                </a:lnTo>
                <a:lnTo>
                  <a:pt x="143887" y="141468"/>
                </a:lnTo>
                <a:lnTo>
                  <a:pt x="143722" y="140631"/>
                </a:lnTo>
                <a:lnTo>
                  <a:pt x="143491" y="139832"/>
                </a:lnTo>
                <a:lnTo>
                  <a:pt x="143195" y="139070"/>
                </a:lnTo>
                <a:lnTo>
                  <a:pt x="142833" y="138345"/>
                </a:lnTo>
                <a:lnTo>
                  <a:pt x="142404" y="137658"/>
                </a:lnTo>
                <a:lnTo>
                  <a:pt x="141911" y="137010"/>
                </a:lnTo>
                <a:lnTo>
                  <a:pt x="141351" y="136398"/>
                </a:lnTo>
                <a:lnTo>
                  <a:pt x="140739" y="135838"/>
                </a:lnTo>
                <a:lnTo>
                  <a:pt x="140091" y="135345"/>
                </a:lnTo>
                <a:lnTo>
                  <a:pt x="139404" y="134916"/>
                </a:lnTo>
                <a:lnTo>
                  <a:pt x="138679" y="134554"/>
                </a:lnTo>
                <a:lnTo>
                  <a:pt x="137917" y="134258"/>
                </a:lnTo>
                <a:lnTo>
                  <a:pt x="137118" y="134027"/>
                </a:lnTo>
                <a:lnTo>
                  <a:pt x="136281" y="133862"/>
                </a:lnTo>
                <a:lnTo>
                  <a:pt x="135405" y="133764"/>
                </a:lnTo>
                <a:lnTo>
                  <a:pt x="134493" y="133731"/>
                </a:lnTo>
                <a:lnTo>
                  <a:pt x="133585" y="133769"/>
                </a:lnTo>
                <a:lnTo>
                  <a:pt x="132724" y="133881"/>
                </a:lnTo>
                <a:lnTo>
                  <a:pt x="131911" y="134070"/>
                </a:lnTo>
                <a:lnTo>
                  <a:pt x="131144" y="134333"/>
                </a:lnTo>
                <a:lnTo>
                  <a:pt x="130424" y="134672"/>
                </a:lnTo>
                <a:lnTo>
                  <a:pt x="129751" y="135085"/>
                </a:lnTo>
                <a:lnTo>
                  <a:pt x="129126" y="135575"/>
                </a:lnTo>
                <a:lnTo>
                  <a:pt x="128547" y="136139"/>
                </a:lnTo>
                <a:lnTo>
                  <a:pt x="128016" y="136779"/>
                </a:lnTo>
                <a:lnTo>
                  <a:pt x="103632" y="161163"/>
                </a:lnTo>
                <a:lnTo>
                  <a:pt x="102649" y="162019"/>
                </a:lnTo>
                <a:lnTo>
                  <a:pt x="101732" y="162894"/>
                </a:lnTo>
                <a:lnTo>
                  <a:pt x="100880" y="163788"/>
                </a:lnTo>
                <a:lnTo>
                  <a:pt x="100094" y="164701"/>
                </a:lnTo>
                <a:lnTo>
                  <a:pt x="99375" y="165631"/>
                </a:lnTo>
                <a:lnTo>
                  <a:pt x="98721" y="166582"/>
                </a:lnTo>
                <a:lnTo>
                  <a:pt x="98133" y="167550"/>
                </a:lnTo>
                <a:lnTo>
                  <a:pt x="97611" y="168538"/>
                </a:lnTo>
                <a:lnTo>
                  <a:pt x="97155" y="169545"/>
                </a:lnTo>
                <a:lnTo>
                  <a:pt x="96755" y="170589"/>
                </a:lnTo>
                <a:lnTo>
                  <a:pt x="96403" y="171690"/>
                </a:lnTo>
                <a:lnTo>
                  <a:pt x="96097" y="172847"/>
                </a:lnTo>
                <a:lnTo>
                  <a:pt x="95838" y="174061"/>
                </a:lnTo>
                <a:lnTo>
                  <a:pt x="95626" y="175330"/>
                </a:lnTo>
                <a:lnTo>
                  <a:pt x="95461" y="176657"/>
                </a:lnTo>
                <a:lnTo>
                  <a:pt x="95344" y="178040"/>
                </a:lnTo>
                <a:lnTo>
                  <a:pt x="95274" y="179480"/>
                </a:lnTo>
                <a:lnTo>
                  <a:pt x="95250" y="180975"/>
                </a:lnTo>
                <a:lnTo>
                  <a:pt x="95274" y="182470"/>
                </a:lnTo>
                <a:lnTo>
                  <a:pt x="95344" y="183910"/>
                </a:lnTo>
                <a:lnTo>
                  <a:pt x="95461" y="185293"/>
                </a:lnTo>
                <a:lnTo>
                  <a:pt x="95626" y="186620"/>
                </a:lnTo>
                <a:lnTo>
                  <a:pt x="95838" y="187889"/>
                </a:lnTo>
                <a:lnTo>
                  <a:pt x="96097" y="189103"/>
                </a:lnTo>
                <a:lnTo>
                  <a:pt x="96403" y="190260"/>
                </a:lnTo>
                <a:lnTo>
                  <a:pt x="96755" y="191361"/>
                </a:lnTo>
                <a:lnTo>
                  <a:pt x="97155" y="192405"/>
                </a:lnTo>
                <a:lnTo>
                  <a:pt x="97611" y="193421"/>
                </a:lnTo>
                <a:lnTo>
                  <a:pt x="98133" y="194437"/>
                </a:lnTo>
                <a:lnTo>
                  <a:pt x="98721" y="195453"/>
                </a:lnTo>
                <a:lnTo>
                  <a:pt x="99375" y="196469"/>
                </a:lnTo>
                <a:lnTo>
                  <a:pt x="100094" y="197485"/>
                </a:lnTo>
                <a:lnTo>
                  <a:pt x="100880" y="198501"/>
                </a:lnTo>
                <a:lnTo>
                  <a:pt x="101732" y="199517"/>
                </a:lnTo>
                <a:lnTo>
                  <a:pt x="102649" y="200533"/>
                </a:lnTo>
                <a:lnTo>
                  <a:pt x="103632" y="201549"/>
                </a:lnTo>
                <a:lnTo>
                  <a:pt x="128016" y="225171"/>
                </a:lnTo>
                <a:lnTo>
                  <a:pt x="128547" y="225811"/>
                </a:lnTo>
                <a:lnTo>
                  <a:pt x="129126" y="226375"/>
                </a:lnTo>
                <a:lnTo>
                  <a:pt x="129751" y="226865"/>
                </a:lnTo>
                <a:lnTo>
                  <a:pt x="130424" y="227278"/>
                </a:lnTo>
                <a:lnTo>
                  <a:pt x="131144" y="227617"/>
                </a:lnTo>
                <a:lnTo>
                  <a:pt x="131911" y="227880"/>
                </a:lnTo>
                <a:lnTo>
                  <a:pt x="132724" y="228069"/>
                </a:lnTo>
                <a:lnTo>
                  <a:pt x="133585" y="228181"/>
                </a:lnTo>
                <a:lnTo>
                  <a:pt x="134493" y="228219"/>
                </a:lnTo>
                <a:lnTo>
                  <a:pt x="135405" y="228186"/>
                </a:lnTo>
                <a:lnTo>
                  <a:pt x="136281" y="228088"/>
                </a:lnTo>
                <a:lnTo>
                  <a:pt x="137118" y="227923"/>
                </a:lnTo>
                <a:lnTo>
                  <a:pt x="137917" y="227692"/>
                </a:lnTo>
                <a:lnTo>
                  <a:pt x="138679" y="227396"/>
                </a:lnTo>
                <a:lnTo>
                  <a:pt x="139404" y="227034"/>
                </a:lnTo>
                <a:lnTo>
                  <a:pt x="140091" y="226605"/>
                </a:lnTo>
                <a:lnTo>
                  <a:pt x="140739" y="226112"/>
                </a:lnTo>
                <a:lnTo>
                  <a:pt x="141351" y="225552"/>
                </a:lnTo>
                <a:lnTo>
                  <a:pt x="141911" y="224940"/>
                </a:lnTo>
                <a:lnTo>
                  <a:pt x="142404" y="224292"/>
                </a:lnTo>
                <a:lnTo>
                  <a:pt x="142833" y="223605"/>
                </a:lnTo>
                <a:lnTo>
                  <a:pt x="143195" y="222880"/>
                </a:lnTo>
                <a:lnTo>
                  <a:pt x="143491" y="222118"/>
                </a:lnTo>
                <a:lnTo>
                  <a:pt x="143722" y="221319"/>
                </a:lnTo>
                <a:lnTo>
                  <a:pt x="143887" y="220482"/>
                </a:lnTo>
                <a:lnTo>
                  <a:pt x="143985" y="219606"/>
                </a:lnTo>
                <a:lnTo>
                  <a:pt x="144018" y="218694"/>
                </a:lnTo>
                <a:lnTo>
                  <a:pt x="143980" y="217786"/>
                </a:lnTo>
                <a:lnTo>
                  <a:pt x="143868" y="216925"/>
                </a:lnTo>
                <a:lnTo>
                  <a:pt x="143679" y="216112"/>
                </a:lnTo>
                <a:lnTo>
                  <a:pt x="143416" y="215345"/>
                </a:lnTo>
                <a:lnTo>
                  <a:pt x="143077" y="214625"/>
                </a:lnTo>
                <a:lnTo>
                  <a:pt x="142664" y="213952"/>
                </a:lnTo>
                <a:lnTo>
                  <a:pt x="142174" y="213327"/>
                </a:lnTo>
                <a:lnTo>
                  <a:pt x="141610" y="212748"/>
                </a:lnTo>
                <a:lnTo>
                  <a:pt x="140970" y="212217"/>
                </a:lnTo>
                <a:lnTo>
                  <a:pt x="119634" y="190119"/>
                </a:lnTo>
                <a:lnTo>
                  <a:pt x="152400" y="190119"/>
                </a:lnTo>
                <a:lnTo>
                  <a:pt x="155256" y="190039"/>
                </a:lnTo>
                <a:lnTo>
                  <a:pt x="158064" y="189799"/>
                </a:lnTo>
                <a:lnTo>
                  <a:pt x="160824" y="189399"/>
                </a:lnTo>
                <a:lnTo>
                  <a:pt x="163539" y="188840"/>
                </a:lnTo>
                <a:lnTo>
                  <a:pt x="166206" y="188120"/>
                </a:lnTo>
                <a:lnTo>
                  <a:pt x="168825" y="187241"/>
                </a:lnTo>
                <a:lnTo>
                  <a:pt x="171399" y="186200"/>
                </a:lnTo>
                <a:lnTo>
                  <a:pt x="173925" y="185001"/>
                </a:lnTo>
                <a:lnTo>
                  <a:pt x="176403" y="183642"/>
                </a:lnTo>
                <a:lnTo>
                  <a:pt x="178802" y="182147"/>
                </a:lnTo>
                <a:lnTo>
                  <a:pt x="181088" y="180538"/>
                </a:lnTo>
                <a:lnTo>
                  <a:pt x="183261" y="178816"/>
                </a:lnTo>
                <a:lnTo>
                  <a:pt x="185321" y="176981"/>
                </a:lnTo>
                <a:lnTo>
                  <a:pt x="187268" y="175034"/>
                </a:lnTo>
                <a:lnTo>
                  <a:pt x="189103" y="172974"/>
                </a:lnTo>
                <a:lnTo>
                  <a:pt x="190825" y="170801"/>
                </a:lnTo>
                <a:lnTo>
                  <a:pt x="192434" y="168515"/>
                </a:lnTo>
                <a:lnTo>
                  <a:pt x="193929" y="166116"/>
                </a:lnTo>
                <a:lnTo>
                  <a:pt x="195288" y="163646"/>
                </a:lnTo>
                <a:lnTo>
                  <a:pt x="196487" y="161149"/>
                </a:lnTo>
                <a:lnTo>
                  <a:pt x="197528" y="158623"/>
                </a:lnTo>
                <a:lnTo>
                  <a:pt x="198407" y="156069"/>
                </a:lnTo>
                <a:lnTo>
                  <a:pt x="199127" y="153487"/>
                </a:lnTo>
                <a:lnTo>
                  <a:pt x="199686" y="150876"/>
                </a:lnTo>
                <a:lnTo>
                  <a:pt x="200086" y="148238"/>
                </a:lnTo>
                <a:lnTo>
                  <a:pt x="200326" y="145571"/>
                </a:lnTo>
                <a:lnTo>
                  <a:pt x="200406" y="142875"/>
                </a:lnTo>
                <a:lnTo>
                  <a:pt x="200406" y="84201"/>
                </a:lnTo>
                <a:lnTo>
                  <a:pt x="203063" y="83434"/>
                </a:lnTo>
                <a:lnTo>
                  <a:pt x="205618" y="82488"/>
                </a:lnTo>
                <a:lnTo>
                  <a:pt x="208068" y="81364"/>
                </a:lnTo>
                <a:lnTo>
                  <a:pt x="210416" y="80061"/>
                </a:lnTo>
                <a:lnTo>
                  <a:pt x="212659" y="78580"/>
                </a:lnTo>
                <a:lnTo>
                  <a:pt x="214799" y="76920"/>
                </a:lnTo>
                <a:lnTo>
                  <a:pt x="216836" y="75081"/>
                </a:lnTo>
                <a:lnTo>
                  <a:pt x="218769" y="73062"/>
                </a:lnTo>
                <a:lnTo>
                  <a:pt x="220599" y="70866"/>
                </a:lnTo>
                <a:lnTo>
                  <a:pt x="222278" y="68547"/>
                </a:lnTo>
                <a:lnTo>
                  <a:pt x="223760" y="66163"/>
                </a:lnTo>
                <a:lnTo>
                  <a:pt x="225044" y="63712"/>
                </a:lnTo>
                <a:lnTo>
                  <a:pt x="226130" y="61195"/>
                </a:lnTo>
                <a:lnTo>
                  <a:pt x="227020" y="58613"/>
                </a:lnTo>
                <a:lnTo>
                  <a:pt x="227711" y="55965"/>
                </a:lnTo>
                <a:lnTo>
                  <a:pt x="228205" y="53250"/>
                </a:lnTo>
                <a:lnTo>
                  <a:pt x="228501" y="50471"/>
                </a:lnTo>
                <a:lnTo>
                  <a:pt x="228600" y="47625"/>
                </a:lnTo>
                <a:close/>
                <a:moveTo>
                  <a:pt x="190500" y="65913"/>
                </a:moveTo>
                <a:lnTo>
                  <a:pt x="188830" y="66003"/>
                </a:lnTo>
                <a:lnTo>
                  <a:pt x="187207" y="65932"/>
                </a:lnTo>
                <a:lnTo>
                  <a:pt x="185632" y="65702"/>
                </a:lnTo>
                <a:lnTo>
                  <a:pt x="184103" y="65311"/>
                </a:lnTo>
                <a:lnTo>
                  <a:pt x="182621" y="64760"/>
                </a:lnTo>
                <a:lnTo>
                  <a:pt x="181186" y="64050"/>
                </a:lnTo>
                <a:lnTo>
                  <a:pt x="179799" y="63180"/>
                </a:lnTo>
                <a:lnTo>
                  <a:pt x="178458" y="62150"/>
                </a:lnTo>
                <a:lnTo>
                  <a:pt x="177165" y="60960"/>
                </a:lnTo>
                <a:lnTo>
                  <a:pt x="175966" y="59662"/>
                </a:lnTo>
                <a:lnTo>
                  <a:pt x="174908" y="58307"/>
                </a:lnTo>
                <a:lnTo>
                  <a:pt x="173990" y="56896"/>
                </a:lnTo>
                <a:lnTo>
                  <a:pt x="173214" y="55429"/>
                </a:lnTo>
                <a:lnTo>
                  <a:pt x="172579" y="53905"/>
                </a:lnTo>
                <a:lnTo>
                  <a:pt x="172085" y="52324"/>
                </a:lnTo>
                <a:lnTo>
                  <a:pt x="171732" y="50687"/>
                </a:lnTo>
                <a:lnTo>
                  <a:pt x="171520" y="48994"/>
                </a:lnTo>
                <a:lnTo>
                  <a:pt x="171450" y="47244"/>
                </a:lnTo>
                <a:lnTo>
                  <a:pt x="171520" y="45494"/>
                </a:lnTo>
                <a:lnTo>
                  <a:pt x="171732" y="43801"/>
                </a:lnTo>
                <a:lnTo>
                  <a:pt x="172085" y="42164"/>
                </a:lnTo>
                <a:lnTo>
                  <a:pt x="172579" y="40583"/>
                </a:lnTo>
                <a:lnTo>
                  <a:pt x="173214" y="39059"/>
                </a:lnTo>
                <a:lnTo>
                  <a:pt x="173990" y="37592"/>
                </a:lnTo>
                <a:lnTo>
                  <a:pt x="174908" y="36181"/>
                </a:lnTo>
                <a:lnTo>
                  <a:pt x="175966" y="34826"/>
                </a:lnTo>
                <a:lnTo>
                  <a:pt x="177165" y="33528"/>
                </a:lnTo>
                <a:lnTo>
                  <a:pt x="178458" y="32329"/>
                </a:lnTo>
                <a:lnTo>
                  <a:pt x="179799" y="31271"/>
                </a:lnTo>
                <a:lnTo>
                  <a:pt x="181186" y="30353"/>
                </a:lnTo>
                <a:lnTo>
                  <a:pt x="182621" y="29577"/>
                </a:lnTo>
                <a:lnTo>
                  <a:pt x="184103" y="28942"/>
                </a:lnTo>
                <a:lnTo>
                  <a:pt x="185632" y="28448"/>
                </a:lnTo>
                <a:lnTo>
                  <a:pt x="187207" y="28095"/>
                </a:lnTo>
                <a:lnTo>
                  <a:pt x="188830" y="27883"/>
                </a:lnTo>
                <a:lnTo>
                  <a:pt x="190500" y="27813"/>
                </a:lnTo>
                <a:lnTo>
                  <a:pt x="192170" y="27883"/>
                </a:lnTo>
                <a:lnTo>
                  <a:pt x="193793" y="28095"/>
                </a:lnTo>
                <a:lnTo>
                  <a:pt x="195368" y="28448"/>
                </a:lnTo>
                <a:lnTo>
                  <a:pt x="196897" y="28942"/>
                </a:lnTo>
                <a:lnTo>
                  <a:pt x="198379" y="29577"/>
                </a:lnTo>
                <a:lnTo>
                  <a:pt x="199814" y="30353"/>
                </a:lnTo>
                <a:lnTo>
                  <a:pt x="201201" y="31271"/>
                </a:lnTo>
                <a:lnTo>
                  <a:pt x="202542" y="32329"/>
                </a:lnTo>
                <a:lnTo>
                  <a:pt x="203835" y="33528"/>
                </a:lnTo>
                <a:lnTo>
                  <a:pt x="205034" y="34826"/>
                </a:lnTo>
                <a:lnTo>
                  <a:pt x="206092" y="36181"/>
                </a:lnTo>
                <a:lnTo>
                  <a:pt x="207010" y="37592"/>
                </a:lnTo>
                <a:lnTo>
                  <a:pt x="207786" y="39059"/>
                </a:lnTo>
                <a:lnTo>
                  <a:pt x="208421" y="40583"/>
                </a:lnTo>
                <a:lnTo>
                  <a:pt x="208915" y="42164"/>
                </a:lnTo>
                <a:lnTo>
                  <a:pt x="209268" y="43801"/>
                </a:lnTo>
                <a:lnTo>
                  <a:pt x="209480" y="45494"/>
                </a:lnTo>
                <a:lnTo>
                  <a:pt x="209550" y="47244"/>
                </a:lnTo>
                <a:lnTo>
                  <a:pt x="209480" y="48994"/>
                </a:lnTo>
                <a:lnTo>
                  <a:pt x="209268" y="50687"/>
                </a:lnTo>
                <a:lnTo>
                  <a:pt x="208915" y="52324"/>
                </a:lnTo>
                <a:lnTo>
                  <a:pt x="208421" y="53905"/>
                </a:lnTo>
                <a:lnTo>
                  <a:pt x="207786" y="55429"/>
                </a:lnTo>
                <a:lnTo>
                  <a:pt x="207010" y="56896"/>
                </a:lnTo>
                <a:lnTo>
                  <a:pt x="206092" y="58307"/>
                </a:lnTo>
                <a:lnTo>
                  <a:pt x="205034" y="59662"/>
                </a:lnTo>
                <a:lnTo>
                  <a:pt x="203835" y="60960"/>
                </a:lnTo>
                <a:lnTo>
                  <a:pt x="202542" y="62159"/>
                </a:lnTo>
                <a:lnTo>
                  <a:pt x="201201" y="63217"/>
                </a:lnTo>
                <a:lnTo>
                  <a:pt x="199814" y="64135"/>
                </a:lnTo>
                <a:lnTo>
                  <a:pt x="198379" y="64911"/>
                </a:lnTo>
                <a:lnTo>
                  <a:pt x="196897" y="65546"/>
                </a:lnTo>
                <a:lnTo>
                  <a:pt x="195368" y="66040"/>
                </a:lnTo>
                <a:lnTo>
                  <a:pt x="193793" y="66393"/>
                </a:lnTo>
                <a:lnTo>
                  <a:pt x="192170" y="66605"/>
                </a:lnTo>
                <a:lnTo>
                  <a:pt x="190500" y="66675"/>
                </a:lnTo>
                <a:close/>
                <a:moveTo>
                  <a:pt x="125730" y="67437"/>
                </a:moveTo>
                <a:lnTo>
                  <a:pt x="127489" y="65532"/>
                </a:lnTo>
                <a:lnTo>
                  <a:pt x="129042" y="63542"/>
                </a:lnTo>
                <a:lnTo>
                  <a:pt x="130387" y="61468"/>
                </a:lnTo>
                <a:lnTo>
                  <a:pt x="131525" y="59309"/>
                </a:lnTo>
                <a:lnTo>
                  <a:pt x="132457" y="57065"/>
                </a:lnTo>
                <a:lnTo>
                  <a:pt x="133180" y="54737"/>
                </a:lnTo>
                <a:lnTo>
                  <a:pt x="133698" y="52324"/>
                </a:lnTo>
                <a:lnTo>
                  <a:pt x="134008" y="49826"/>
                </a:lnTo>
                <a:lnTo>
                  <a:pt x="134112" y="47244"/>
                </a:lnTo>
                <a:lnTo>
                  <a:pt x="134008" y="44662"/>
                </a:lnTo>
                <a:lnTo>
                  <a:pt x="133698" y="42164"/>
                </a:lnTo>
                <a:lnTo>
                  <a:pt x="133180" y="39751"/>
                </a:lnTo>
                <a:lnTo>
                  <a:pt x="132457" y="37423"/>
                </a:lnTo>
                <a:lnTo>
                  <a:pt x="131525" y="35179"/>
                </a:lnTo>
                <a:lnTo>
                  <a:pt x="130387" y="33020"/>
                </a:lnTo>
                <a:lnTo>
                  <a:pt x="129042" y="30946"/>
                </a:lnTo>
                <a:lnTo>
                  <a:pt x="127489" y="28956"/>
                </a:lnTo>
                <a:lnTo>
                  <a:pt x="125730" y="27051"/>
                </a:lnTo>
                <a:lnTo>
                  <a:pt x="101346" y="2667"/>
                </a:lnTo>
                <a:lnTo>
                  <a:pt x="100815" y="2187"/>
                </a:lnTo>
                <a:lnTo>
                  <a:pt x="100236" y="1764"/>
                </a:lnTo>
                <a:lnTo>
                  <a:pt x="99611" y="1397"/>
                </a:lnTo>
                <a:lnTo>
                  <a:pt x="98938" y="1087"/>
                </a:lnTo>
                <a:lnTo>
                  <a:pt x="98218" y="832"/>
                </a:lnTo>
                <a:lnTo>
                  <a:pt x="97451" y="635"/>
                </a:lnTo>
                <a:lnTo>
                  <a:pt x="96638" y="494"/>
                </a:lnTo>
                <a:lnTo>
                  <a:pt x="95777" y="410"/>
                </a:lnTo>
                <a:lnTo>
                  <a:pt x="94869" y="381"/>
                </a:lnTo>
                <a:lnTo>
                  <a:pt x="93957" y="414"/>
                </a:lnTo>
                <a:lnTo>
                  <a:pt x="93081" y="512"/>
                </a:lnTo>
                <a:lnTo>
                  <a:pt x="92244" y="677"/>
                </a:lnTo>
                <a:lnTo>
                  <a:pt x="91445" y="908"/>
                </a:lnTo>
                <a:lnTo>
                  <a:pt x="90683" y="1204"/>
                </a:lnTo>
                <a:lnTo>
                  <a:pt x="89958" y="1566"/>
                </a:lnTo>
                <a:lnTo>
                  <a:pt x="89271" y="1995"/>
                </a:lnTo>
                <a:lnTo>
                  <a:pt x="88623" y="2488"/>
                </a:lnTo>
                <a:lnTo>
                  <a:pt x="88011" y="3048"/>
                </a:lnTo>
                <a:lnTo>
                  <a:pt x="87451" y="3655"/>
                </a:lnTo>
                <a:lnTo>
                  <a:pt x="86958" y="4290"/>
                </a:lnTo>
                <a:lnTo>
                  <a:pt x="86529" y="4953"/>
                </a:lnTo>
                <a:lnTo>
                  <a:pt x="86167" y="5645"/>
                </a:lnTo>
                <a:lnTo>
                  <a:pt x="85871" y="6364"/>
                </a:lnTo>
                <a:lnTo>
                  <a:pt x="85640" y="7112"/>
                </a:lnTo>
                <a:lnTo>
                  <a:pt x="85475" y="7888"/>
                </a:lnTo>
                <a:lnTo>
                  <a:pt x="85377" y="8693"/>
                </a:lnTo>
                <a:lnTo>
                  <a:pt x="85344" y="9525"/>
                </a:lnTo>
                <a:lnTo>
                  <a:pt x="85382" y="10362"/>
                </a:lnTo>
                <a:lnTo>
                  <a:pt x="85494" y="11180"/>
                </a:lnTo>
                <a:lnTo>
                  <a:pt x="85683" y="11981"/>
                </a:lnTo>
                <a:lnTo>
                  <a:pt x="85946" y="12762"/>
                </a:lnTo>
                <a:lnTo>
                  <a:pt x="86285" y="13524"/>
                </a:lnTo>
                <a:lnTo>
                  <a:pt x="86698" y="14267"/>
                </a:lnTo>
                <a:lnTo>
                  <a:pt x="87188" y="14990"/>
                </a:lnTo>
                <a:lnTo>
                  <a:pt x="87752" y="15696"/>
                </a:lnTo>
                <a:lnTo>
                  <a:pt x="88392" y="16383"/>
                </a:lnTo>
                <a:lnTo>
                  <a:pt x="109728" y="37719"/>
                </a:lnTo>
                <a:lnTo>
                  <a:pt x="76200" y="37719"/>
                </a:lnTo>
                <a:lnTo>
                  <a:pt x="73344" y="37799"/>
                </a:lnTo>
                <a:lnTo>
                  <a:pt x="70536" y="38039"/>
                </a:lnTo>
                <a:lnTo>
                  <a:pt x="67776" y="38439"/>
                </a:lnTo>
                <a:lnTo>
                  <a:pt x="65061" y="38998"/>
                </a:lnTo>
                <a:lnTo>
                  <a:pt x="62394" y="39718"/>
                </a:lnTo>
                <a:lnTo>
                  <a:pt x="59775" y="40597"/>
                </a:lnTo>
                <a:lnTo>
                  <a:pt x="57201" y="41638"/>
                </a:lnTo>
                <a:lnTo>
                  <a:pt x="54675" y="42837"/>
                </a:lnTo>
                <a:lnTo>
                  <a:pt x="52197" y="44196"/>
                </a:lnTo>
                <a:lnTo>
                  <a:pt x="49802" y="45691"/>
                </a:lnTo>
                <a:lnTo>
                  <a:pt x="47531" y="47300"/>
                </a:lnTo>
                <a:lnTo>
                  <a:pt x="45381" y="49022"/>
                </a:lnTo>
                <a:lnTo>
                  <a:pt x="43354" y="50857"/>
                </a:lnTo>
                <a:lnTo>
                  <a:pt x="41449" y="52804"/>
                </a:lnTo>
                <a:lnTo>
                  <a:pt x="39666" y="54864"/>
                </a:lnTo>
                <a:lnTo>
                  <a:pt x="38006" y="57037"/>
                </a:lnTo>
                <a:lnTo>
                  <a:pt x="36467" y="59323"/>
                </a:lnTo>
                <a:lnTo>
                  <a:pt x="35052" y="61722"/>
                </a:lnTo>
                <a:lnTo>
                  <a:pt x="33773" y="64200"/>
                </a:lnTo>
                <a:lnTo>
                  <a:pt x="32644" y="66726"/>
                </a:lnTo>
                <a:lnTo>
                  <a:pt x="31665" y="69300"/>
                </a:lnTo>
                <a:lnTo>
                  <a:pt x="30837" y="71919"/>
                </a:lnTo>
                <a:lnTo>
                  <a:pt x="30160" y="74586"/>
                </a:lnTo>
                <a:lnTo>
                  <a:pt x="29633" y="77301"/>
                </a:lnTo>
                <a:lnTo>
                  <a:pt x="29257" y="80061"/>
                </a:lnTo>
                <a:lnTo>
                  <a:pt x="29031" y="82869"/>
                </a:lnTo>
                <a:lnTo>
                  <a:pt x="28956" y="85725"/>
                </a:lnTo>
                <a:lnTo>
                  <a:pt x="28956" y="143637"/>
                </a:lnTo>
                <a:lnTo>
                  <a:pt x="26139" y="144404"/>
                </a:lnTo>
                <a:lnTo>
                  <a:pt x="23443" y="145350"/>
                </a:lnTo>
                <a:lnTo>
                  <a:pt x="20870" y="146474"/>
                </a:lnTo>
                <a:lnTo>
                  <a:pt x="18419" y="147777"/>
                </a:lnTo>
                <a:lnTo>
                  <a:pt x="16092" y="149258"/>
                </a:lnTo>
                <a:lnTo>
                  <a:pt x="13886" y="150918"/>
                </a:lnTo>
                <a:lnTo>
                  <a:pt x="11801" y="152757"/>
                </a:lnTo>
                <a:lnTo>
                  <a:pt x="9840" y="154776"/>
                </a:lnTo>
                <a:lnTo>
                  <a:pt x="8001" y="156972"/>
                </a:lnTo>
                <a:lnTo>
                  <a:pt x="6322" y="159291"/>
                </a:lnTo>
                <a:lnTo>
                  <a:pt x="4840" y="161675"/>
                </a:lnTo>
                <a:lnTo>
                  <a:pt x="3556" y="164126"/>
                </a:lnTo>
                <a:lnTo>
                  <a:pt x="2470" y="166643"/>
                </a:lnTo>
                <a:lnTo>
                  <a:pt x="1580" y="169225"/>
                </a:lnTo>
                <a:lnTo>
                  <a:pt x="889" y="171873"/>
                </a:lnTo>
                <a:lnTo>
                  <a:pt x="395" y="174588"/>
                </a:lnTo>
                <a:lnTo>
                  <a:pt x="99" y="177367"/>
                </a:lnTo>
                <a:lnTo>
                  <a:pt x="0" y="180213"/>
                </a:lnTo>
                <a:lnTo>
                  <a:pt x="136" y="183708"/>
                </a:lnTo>
                <a:lnTo>
                  <a:pt x="546" y="187081"/>
                </a:lnTo>
                <a:lnTo>
                  <a:pt x="1228" y="190330"/>
                </a:lnTo>
                <a:lnTo>
                  <a:pt x="2182" y="193458"/>
                </a:lnTo>
                <a:lnTo>
                  <a:pt x="3410" y="196465"/>
                </a:lnTo>
                <a:lnTo>
                  <a:pt x="4911" y="199348"/>
                </a:lnTo>
                <a:lnTo>
                  <a:pt x="6684" y="202109"/>
                </a:lnTo>
                <a:lnTo>
                  <a:pt x="8730" y="204747"/>
                </a:lnTo>
                <a:lnTo>
                  <a:pt x="11049" y="207264"/>
                </a:lnTo>
                <a:lnTo>
                  <a:pt x="13566" y="209588"/>
                </a:lnTo>
                <a:lnTo>
                  <a:pt x="16204" y="211647"/>
                </a:lnTo>
                <a:lnTo>
                  <a:pt x="18965" y="213445"/>
                </a:lnTo>
                <a:lnTo>
                  <a:pt x="21848" y="214978"/>
                </a:lnTo>
                <a:lnTo>
                  <a:pt x="24855" y="216248"/>
                </a:lnTo>
                <a:lnTo>
                  <a:pt x="27983" y="217255"/>
                </a:lnTo>
                <a:lnTo>
                  <a:pt x="31232" y="217998"/>
                </a:lnTo>
                <a:lnTo>
                  <a:pt x="34605" y="218478"/>
                </a:lnTo>
                <a:lnTo>
                  <a:pt x="38100" y="218694"/>
                </a:lnTo>
                <a:lnTo>
                  <a:pt x="41595" y="218633"/>
                </a:lnTo>
                <a:lnTo>
                  <a:pt x="44968" y="218280"/>
                </a:lnTo>
                <a:lnTo>
                  <a:pt x="48217" y="217636"/>
                </a:lnTo>
                <a:lnTo>
                  <a:pt x="51345" y="216699"/>
                </a:lnTo>
                <a:lnTo>
                  <a:pt x="54352" y="215472"/>
                </a:lnTo>
                <a:lnTo>
                  <a:pt x="57235" y="213952"/>
                </a:lnTo>
                <a:lnTo>
                  <a:pt x="59996" y="212142"/>
                </a:lnTo>
                <a:lnTo>
                  <a:pt x="62634" y="210040"/>
                </a:lnTo>
                <a:lnTo>
                  <a:pt x="65151" y="207645"/>
                </a:lnTo>
                <a:lnTo>
                  <a:pt x="67470" y="205058"/>
                </a:lnTo>
                <a:lnTo>
                  <a:pt x="69516" y="202377"/>
                </a:lnTo>
                <a:lnTo>
                  <a:pt x="71289" y="199602"/>
                </a:lnTo>
                <a:lnTo>
                  <a:pt x="72790" y="196732"/>
                </a:lnTo>
                <a:lnTo>
                  <a:pt x="74018" y="193769"/>
                </a:lnTo>
                <a:lnTo>
                  <a:pt x="74972" y="190711"/>
                </a:lnTo>
                <a:lnTo>
                  <a:pt x="75654" y="187561"/>
                </a:lnTo>
                <a:lnTo>
                  <a:pt x="76064" y="184314"/>
                </a:lnTo>
                <a:lnTo>
                  <a:pt x="76200" y="180975"/>
                </a:lnTo>
                <a:lnTo>
                  <a:pt x="76101" y="177969"/>
                </a:lnTo>
                <a:lnTo>
                  <a:pt x="75805" y="175049"/>
                </a:lnTo>
                <a:lnTo>
                  <a:pt x="75311" y="172212"/>
                </a:lnTo>
                <a:lnTo>
                  <a:pt x="74620" y="169460"/>
                </a:lnTo>
                <a:lnTo>
                  <a:pt x="73730" y="166793"/>
                </a:lnTo>
                <a:lnTo>
                  <a:pt x="72644" y="164211"/>
                </a:lnTo>
                <a:lnTo>
                  <a:pt x="71360" y="161714"/>
                </a:lnTo>
                <a:lnTo>
                  <a:pt x="69878" y="159300"/>
                </a:lnTo>
                <a:lnTo>
                  <a:pt x="68199" y="156972"/>
                </a:lnTo>
                <a:lnTo>
                  <a:pt x="66360" y="154776"/>
                </a:lnTo>
                <a:lnTo>
                  <a:pt x="64399" y="152757"/>
                </a:lnTo>
                <a:lnTo>
                  <a:pt x="62314" y="150918"/>
                </a:lnTo>
                <a:lnTo>
                  <a:pt x="60108" y="149258"/>
                </a:lnTo>
                <a:lnTo>
                  <a:pt x="57781" y="147777"/>
                </a:lnTo>
                <a:lnTo>
                  <a:pt x="55330" y="146474"/>
                </a:lnTo>
                <a:lnTo>
                  <a:pt x="52757" y="145350"/>
                </a:lnTo>
                <a:lnTo>
                  <a:pt x="50061" y="144404"/>
                </a:lnTo>
                <a:lnTo>
                  <a:pt x="47244" y="143637"/>
                </a:lnTo>
                <a:lnTo>
                  <a:pt x="47244" y="84963"/>
                </a:lnTo>
                <a:lnTo>
                  <a:pt x="47348" y="82461"/>
                </a:lnTo>
                <a:lnTo>
                  <a:pt x="47658" y="80034"/>
                </a:lnTo>
                <a:lnTo>
                  <a:pt x="48176" y="77682"/>
                </a:lnTo>
                <a:lnTo>
                  <a:pt x="48899" y="75405"/>
                </a:lnTo>
                <a:lnTo>
                  <a:pt x="49831" y="73203"/>
                </a:lnTo>
                <a:lnTo>
                  <a:pt x="50969" y="71077"/>
                </a:lnTo>
                <a:lnTo>
                  <a:pt x="52314" y="69027"/>
                </a:lnTo>
                <a:lnTo>
                  <a:pt x="53867" y="67051"/>
                </a:lnTo>
                <a:lnTo>
                  <a:pt x="55626" y="65151"/>
                </a:lnTo>
                <a:lnTo>
                  <a:pt x="57536" y="63392"/>
                </a:lnTo>
                <a:lnTo>
                  <a:pt x="59540" y="61839"/>
                </a:lnTo>
                <a:lnTo>
                  <a:pt x="61637" y="60494"/>
                </a:lnTo>
                <a:lnTo>
                  <a:pt x="63829" y="59356"/>
                </a:lnTo>
                <a:lnTo>
                  <a:pt x="66115" y="58424"/>
                </a:lnTo>
                <a:lnTo>
                  <a:pt x="68495" y="57701"/>
                </a:lnTo>
                <a:lnTo>
                  <a:pt x="70970" y="57183"/>
                </a:lnTo>
                <a:lnTo>
                  <a:pt x="73538" y="56873"/>
                </a:lnTo>
                <a:lnTo>
                  <a:pt x="76200" y="56769"/>
                </a:lnTo>
                <a:lnTo>
                  <a:pt x="109728" y="56769"/>
                </a:lnTo>
                <a:lnTo>
                  <a:pt x="88392" y="78105"/>
                </a:lnTo>
                <a:lnTo>
                  <a:pt x="87752" y="78792"/>
                </a:lnTo>
                <a:lnTo>
                  <a:pt x="87188" y="79498"/>
                </a:lnTo>
                <a:lnTo>
                  <a:pt x="86698" y="80221"/>
                </a:lnTo>
                <a:lnTo>
                  <a:pt x="86285" y="80964"/>
                </a:lnTo>
                <a:lnTo>
                  <a:pt x="85946" y="81726"/>
                </a:lnTo>
                <a:lnTo>
                  <a:pt x="85683" y="82507"/>
                </a:lnTo>
                <a:lnTo>
                  <a:pt x="85494" y="83308"/>
                </a:lnTo>
                <a:lnTo>
                  <a:pt x="85382" y="84126"/>
                </a:lnTo>
                <a:lnTo>
                  <a:pt x="85344" y="84963"/>
                </a:lnTo>
                <a:lnTo>
                  <a:pt x="85377" y="85795"/>
                </a:lnTo>
                <a:lnTo>
                  <a:pt x="85475" y="86600"/>
                </a:lnTo>
                <a:lnTo>
                  <a:pt x="85640" y="87376"/>
                </a:lnTo>
                <a:lnTo>
                  <a:pt x="85871" y="88124"/>
                </a:lnTo>
                <a:lnTo>
                  <a:pt x="86167" y="88843"/>
                </a:lnTo>
                <a:lnTo>
                  <a:pt x="86529" y="89535"/>
                </a:lnTo>
                <a:lnTo>
                  <a:pt x="86958" y="90198"/>
                </a:lnTo>
                <a:lnTo>
                  <a:pt x="87451" y="90833"/>
                </a:lnTo>
                <a:lnTo>
                  <a:pt x="88011" y="91440"/>
                </a:lnTo>
                <a:lnTo>
                  <a:pt x="88623" y="92000"/>
                </a:lnTo>
                <a:lnTo>
                  <a:pt x="89271" y="92493"/>
                </a:lnTo>
                <a:lnTo>
                  <a:pt x="89958" y="92922"/>
                </a:lnTo>
                <a:lnTo>
                  <a:pt x="90683" y="93284"/>
                </a:lnTo>
                <a:lnTo>
                  <a:pt x="91445" y="93580"/>
                </a:lnTo>
                <a:lnTo>
                  <a:pt x="92244" y="93811"/>
                </a:lnTo>
                <a:lnTo>
                  <a:pt x="93081" y="93976"/>
                </a:lnTo>
                <a:lnTo>
                  <a:pt x="93957" y="94074"/>
                </a:lnTo>
                <a:lnTo>
                  <a:pt x="94869" y="94107"/>
                </a:lnTo>
                <a:lnTo>
                  <a:pt x="95777" y="94078"/>
                </a:lnTo>
                <a:lnTo>
                  <a:pt x="96638" y="93994"/>
                </a:lnTo>
                <a:lnTo>
                  <a:pt x="97451" y="93853"/>
                </a:lnTo>
                <a:lnTo>
                  <a:pt x="98218" y="93656"/>
                </a:lnTo>
                <a:lnTo>
                  <a:pt x="98938" y="93401"/>
                </a:lnTo>
                <a:lnTo>
                  <a:pt x="99611" y="93091"/>
                </a:lnTo>
                <a:lnTo>
                  <a:pt x="100236" y="92724"/>
                </a:lnTo>
                <a:lnTo>
                  <a:pt x="100815" y="92301"/>
                </a:lnTo>
                <a:lnTo>
                  <a:pt x="101346" y="91821"/>
                </a:lnTo>
                <a:close/>
                <a:moveTo>
                  <a:pt x="57150" y="180213"/>
                </a:moveTo>
                <a:lnTo>
                  <a:pt x="57080" y="182038"/>
                </a:lnTo>
                <a:lnTo>
                  <a:pt x="56868" y="183788"/>
                </a:lnTo>
                <a:lnTo>
                  <a:pt x="56515" y="185462"/>
                </a:lnTo>
                <a:lnTo>
                  <a:pt x="56021" y="187061"/>
                </a:lnTo>
                <a:lnTo>
                  <a:pt x="55386" y="188585"/>
                </a:lnTo>
                <a:lnTo>
                  <a:pt x="54610" y="190034"/>
                </a:lnTo>
                <a:lnTo>
                  <a:pt x="53692" y="191408"/>
                </a:lnTo>
                <a:lnTo>
                  <a:pt x="52634" y="192706"/>
                </a:lnTo>
                <a:lnTo>
                  <a:pt x="51435" y="193929"/>
                </a:lnTo>
                <a:lnTo>
                  <a:pt x="50142" y="195048"/>
                </a:lnTo>
                <a:lnTo>
                  <a:pt x="48801" y="196036"/>
                </a:lnTo>
                <a:lnTo>
                  <a:pt x="47414" y="196892"/>
                </a:lnTo>
                <a:lnTo>
                  <a:pt x="45979" y="197617"/>
                </a:lnTo>
                <a:lnTo>
                  <a:pt x="44497" y="198210"/>
                </a:lnTo>
                <a:lnTo>
                  <a:pt x="42968" y="198671"/>
                </a:lnTo>
                <a:lnTo>
                  <a:pt x="41393" y="198999"/>
                </a:lnTo>
                <a:lnTo>
                  <a:pt x="39770" y="199197"/>
                </a:lnTo>
                <a:lnTo>
                  <a:pt x="38100" y="199263"/>
                </a:lnTo>
                <a:lnTo>
                  <a:pt x="36430" y="199197"/>
                </a:lnTo>
                <a:lnTo>
                  <a:pt x="34807" y="198999"/>
                </a:lnTo>
                <a:lnTo>
                  <a:pt x="33232" y="198671"/>
                </a:lnTo>
                <a:lnTo>
                  <a:pt x="31703" y="198210"/>
                </a:lnTo>
                <a:lnTo>
                  <a:pt x="30221" y="197617"/>
                </a:lnTo>
                <a:lnTo>
                  <a:pt x="28786" y="196892"/>
                </a:lnTo>
                <a:lnTo>
                  <a:pt x="27399" y="196036"/>
                </a:lnTo>
                <a:lnTo>
                  <a:pt x="26058" y="195048"/>
                </a:lnTo>
                <a:lnTo>
                  <a:pt x="24765" y="193929"/>
                </a:lnTo>
                <a:lnTo>
                  <a:pt x="23566" y="192711"/>
                </a:lnTo>
                <a:lnTo>
                  <a:pt x="22508" y="191427"/>
                </a:lnTo>
                <a:lnTo>
                  <a:pt x="21590" y="190077"/>
                </a:lnTo>
                <a:lnTo>
                  <a:pt x="20814" y="188661"/>
                </a:lnTo>
                <a:lnTo>
                  <a:pt x="20179" y="187180"/>
                </a:lnTo>
                <a:lnTo>
                  <a:pt x="19685" y="185632"/>
                </a:lnTo>
                <a:lnTo>
                  <a:pt x="19332" y="184018"/>
                </a:lnTo>
                <a:lnTo>
                  <a:pt x="19120" y="182339"/>
                </a:lnTo>
                <a:lnTo>
                  <a:pt x="19050" y="180594"/>
                </a:lnTo>
                <a:lnTo>
                  <a:pt x="19120" y="178849"/>
                </a:lnTo>
                <a:lnTo>
                  <a:pt x="19332" y="177170"/>
                </a:lnTo>
                <a:lnTo>
                  <a:pt x="19685" y="175556"/>
                </a:lnTo>
                <a:lnTo>
                  <a:pt x="20179" y="174008"/>
                </a:lnTo>
                <a:lnTo>
                  <a:pt x="20814" y="172527"/>
                </a:lnTo>
                <a:lnTo>
                  <a:pt x="21590" y="171111"/>
                </a:lnTo>
                <a:lnTo>
                  <a:pt x="22508" y="169761"/>
                </a:lnTo>
                <a:lnTo>
                  <a:pt x="23566" y="168477"/>
                </a:lnTo>
                <a:lnTo>
                  <a:pt x="24765" y="167259"/>
                </a:lnTo>
                <a:lnTo>
                  <a:pt x="26058" y="166135"/>
                </a:lnTo>
                <a:lnTo>
                  <a:pt x="27399" y="165133"/>
                </a:lnTo>
                <a:lnTo>
                  <a:pt x="28786" y="164253"/>
                </a:lnTo>
                <a:lnTo>
                  <a:pt x="30221" y="163496"/>
                </a:lnTo>
                <a:lnTo>
                  <a:pt x="31703" y="162861"/>
                </a:lnTo>
                <a:lnTo>
                  <a:pt x="33232" y="162348"/>
                </a:lnTo>
                <a:lnTo>
                  <a:pt x="34807" y="161958"/>
                </a:lnTo>
                <a:lnTo>
                  <a:pt x="36430" y="161690"/>
                </a:lnTo>
                <a:lnTo>
                  <a:pt x="38100" y="161544"/>
                </a:lnTo>
                <a:lnTo>
                  <a:pt x="39770" y="161534"/>
                </a:lnTo>
                <a:lnTo>
                  <a:pt x="41393" y="161675"/>
                </a:lnTo>
                <a:lnTo>
                  <a:pt x="42968" y="161967"/>
                </a:lnTo>
                <a:lnTo>
                  <a:pt x="44497" y="162410"/>
                </a:lnTo>
                <a:lnTo>
                  <a:pt x="45979" y="163002"/>
                </a:lnTo>
                <a:lnTo>
                  <a:pt x="47414" y="163745"/>
                </a:lnTo>
                <a:lnTo>
                  <a:pt x="48801" y="164639"/>
                </a:lnTo>
                <a:lnTo>
                  <a:pt x="50142" y="165684"/>
                </a:lnTo>
                <a:lnTo>
                  <a:pt x="51435" y="166878"/>
                </a:lnTo>
                <a:lnTo>
                  <a:pt x="52634" y="168181"/>
                </a:lnTo>
                <a:lnTo>
                  <a:pt x="53692" y="169550"/>
                </a:lnTo>
                <a:lnTo>
                  <a:pt x="54610" y="170984"/>
                </a:lnTo>
                <a:lnTo>
                  <a:pt x="55386" y="172484"/>
                </a:lnTo>
                <a:lnTo>
                  <a:pt x="56021" y="174051"/>
                </a:lnTo>
                <a:lnTo>
                  <a:pt x="56515" y="175683"/>
                </a:lnTo>
                <a:lnTo>
                  <a:pt x="56868" y="177381"/>
                </a:lnTo>
                <a:lnTo>
                  <a:pt x="57080" y="179145"/>
                </a:lnTo>
                <a:lnTo>
                  <a:pt x="57150" y="180975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5339417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744FA-C339-47BD-8A90-CB2165A56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三種 Reflection 的責任邊界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F7A859-2BB2-4519-A73C-DC84D034B8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0830 Reflection 圖更新：Balance 已由 Prompt Compliance 取代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C7E0E2-6BEB-4839-AD90-3F954F005D4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FA8DF-534A-4B86-880A-24CB396FF1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72FC67-EA62-4E51-89D5-114AEBECA39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改遊戲策略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95BCED-0331-435C-8E0B-25B558D235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看代表對戰與全域摘要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Commentator → Coach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strategy_prompt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31855-64DF-4648-A566-230C984407CF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902-2890-42E6-B809-F820086B1EB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44AEC2-C144-4654-A94D-BAB574EE779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修正翻譯規則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8F9F1A-C4FE-42E8-B61B-D6286850BE7A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看 policy、Java 與 API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Reviewer → Rule Rewriter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generation_prompt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0E9997-1A3A-4CA1-9F1B-2502B2CEF0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69D595-CD39-4FA9-82AF-BF62CC742AA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COMPLIANCE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B934EF-B89C-4D8C-B69F-5442A1F4B1A9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修 prompt 規範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9E1266-E6D6-4314-B054-778401B40BF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看兩個 prompt 與 contracts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分別 audit，修有 issue 的 gene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不使用勝負或 Java evidence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6AE6C7-5516-4918-8F62-96D264ED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09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3968E7-74FE-444A-BF60-1565B0A5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C13D32-1959-47DD-8751-8A13657D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27BAD5-F6A4-4FF2-A861-0E812654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58"/>
                </a:lnTo>
                <a:lnTo>
                  <a:pt x="24120" y="197254"/>
                </a:lnTo>
                <a:lnTo>
                  <a:pt x="22775" y="195157"/>
                </a:lnTo>
                <a:lnTo>
                  <a:pt x="21637" y="192965"/>
                </a:lnTo>
                <a:lnTo>
                  <a:pt x="20705" y="190679"/>
                </a:lnTo>
                <a:lnTo>
                  <a:pt x="19982" y="188299"/>
                </a:lnTo>
                <a:lnTo>
                  <a:pt x="19464" y="185824"/>
                </a:lnTo>
                <a:lnTo>
                  <a:pt x="19154" y="183256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54" y="44742"/>
                </a:lnTo>
                <a:lnTo>
                  <a:pt x="19464" y="42315"/>
                </a:lnTo>
                <a:lnTo>
                  <a:pt x="19982" y="39963"/>
                </a:lnTo>
                <a:lnTo>
                  <a:pt x="20705" y="37686"/>
                </a:lnTo>
                <a:lnTo>
                  <a:pt x="21637" y="35484"/>
                </a:lnTo>
                <a:lnTo>
                  <a:pt x="22775" y="33358"/>
                </a:lnTo>
                <a:lnTo>
                  <a:pt x="24120" y="31308"/>
                </a:lnTo>
                <a:lnTo>
                  <a:pt x="25673" y="29332"/>
                </a:lnTo>
                <a:lnTo>
                  <a:pt x="27432" y="27432"/>
                </a:lnTo>
                <a:lnTo>
                  <a:pt x="29342" y="25673"/>
                </a:lnTo>
                <a:lnTo>
                  <a:pt x="31346" y="24120"/>
                </a:lnTo>
                <a:lnTo>
                  <a:pt x="33443" y="22775"/>
                </a:lnTo>
                <a:lnTo>
                  <a:pt x="35635" y="21637"/>
                </a:lnTo>
                <a:lnTo>
                  <a:pt x="37921" y="20705"/>
                </a:lnTo>
                <a:lnTo>
                  <a:pt x="40301" y="19982"/>
                </a:lnTo>
                <a:lnTo>
                  <a:pt x="42776" y="19464"/>
                </a:lnTo>
                <a:lnTo>
                  <a:pt x="45344" y="19154"/>
                </a:lnTo>
                <a:lnTo>
                  <a:pt x="48006" y="19050"/>
                </a:lnTo>
                <a:lnTo>
                  <a:pt x="95250" y="19050"/>
                </a:lnTo>
                <a:lnTo>
                  <a:pt x="95250" y="66294"/>
                </a:lnTo>
                <a:lnTo>
                  <a:pt x="95354" y="68956"/>
                </a:lnTo>
                <a:lnTo>
                  <a:pt x="95664" y="71524"/>
                </a:lnTo>
                <a:lnTo>
                  <a:pt x="96182" y="73999"/>
                </a:lnTo>
                <a:lnTo>
                  <a:pt x="96905" y="76379"/>
                </a:lnTo>
                <a:lnTo>
                  <a:pt x="97837" y="78665"/>
                </a:lnTo>
                <a:lnTo>
                  <a:pt x="98975" y="80857"/>
                </a:lnTo>
                <a:lnTo>
                  <a:pt x="100320" y="82954"/>
                </a:lnTo>
                <a:lnTo>
                  <a:pt x="101873" y="84958"/>
                </a:lnTo>
                <a:lnTo>
                  <a:pt x="103632" y="86868"/>
                </a:lnTo>
                <a:lnTo>
                  <a:pt x="105532" y="88627"/>
                </a:lnTo>
                <a:lnTo>
                  <a:pt x="107508" y="90180"/>
                </a:lnTo>
                <a:lnTo>
                  <a:pt x="109558" y="91525"/>
                </a:lnTo>
                <a:lnTo>
                  <a:pt x="111684" y="92663"/>
                </a:lnTo>
                <a:lnTo>
                  <a:pt x="113886" y="93595"/>
                </a:lnTo>
                <a:lnTo>
                  <a:pt x="116163" y="94318"/>
                </a:lnTo>
                <a:lnTo>
                  <a:pt x="118515" y="94836"/>
                </a:lnTo>
                <a:lnTo>
                  <a:pt x="120942" y="95146"/>
                </a:lnTo>
                <a:lnTo>
                  <a:pt x="123444" y="95250"/>
                </a:lnTo>
                <a:lnTo>
                  <a:pt x="179070" y="95250"/>
                </a:lnTo>
                <a:lnTo>
                  <a:pt x="180067" y="95203"/>
                </a:lnTo>
                <a:lnTo>
                  <a:pt x="181026" y="95061"/>
                </a:lnTo>
                <a:lnTo>
                  <a:pt x="181948" y="94827"/>
                </a:lnTo>
                <a:lnTo>
                  <a:pt x="182833" y="94498"/>
                </a:lnTo>
                <a:lnTo>
                  <a:pt x="183680" y="94074"/>
                </a:lnTo>
                <a:lnTo>
                  <a:pt x="184489" y="93556"/>
                </a:lnTo>
                <a:lnTo>
                  <a:pt x="185260" y="92945"/>
                </a:lnTo>
                <a:lnTo>
                  <a:pt x="185994" y="92240"/>
                </a:lnTo>
                <a:lnTo>
                  <a:pt x="186690" y="91440"/>
                </a:lnTo>
                <a:lnTo>
                  <a:pt x="187311" y="90584"/>
                </a:lnTo>
                <a:lnTo>
                  <a:pt x="187819" y="89709"/>
                </a:lnTo>
                <a:lnTo>
                  <a:pt x="188214" y="88815"/>
                </a:lnTo>
                <a:lnTo>
                  <a:pt x="188496" y="87902"/>
                </a:lnTo>
                <a:lnTo>
                  <a:pt x="188665" y="86972"/>
                </a:lnTo>
                <a:lnTo>
                  <a:pt x="188722" y="86021"/>
                </a:lnTo>
                <a:lnTo>
                  <a:pt x="188665" y="85053"/>
                </a:lnTo>
                <a:lnTo>
                  <a:pt x="188496" y="84065"/>
                </a:lnTo>
                <a:lnTo>
                  <a:pt x="188214" y="83058"/>
                </a:lnTo>
                <a:lnTo>
                  <a:pt x="187095" y="79219"/>
                </a:lnTo>
                <a:lnTo>
                  <a:pt x="185768" y="75494"/>
                </a:lnTo>
                <a:lnTo>
                  <a:pt x="184234" y="71882"/>
                </a:lnTo>
                <a:lnTo>
                  <a:pt x="182494" y="68383"/>
                </a:lnTo>
                <a:lnTo>
                  <a:pt x="180547" y="64996"/>
                </a:lnTo>
                <a:lnTo>
                  <a:pt x="178393" y="61722"/>
                </a:lnTo>
                <a:lnTo>
                  <a:pt x="176032" y="58561"/>
                </a:lnTo>
                <a:lnTo>
                  <a:pt x="173464" y="55513"/>
                </a:lnTo>
                <a:lnTo>
                  <a:pt x="170688" y="52578"/>
                </a:lnTo>
                <a:lnTo>
                  <a:pt x="137922" y="19812"/>
                </a:lnTo>
                <a:lnTo>
                  <a:pt x="135692" y="17672"/>
                </a:lnTo>
                <a:lnTo>
                  <a:pt x="133406" y="15654"/>
                </a:lnTo>
                <a:lnTo>
                  <a:pt x="131064" y="13758"/>
                </a:lnTo>
                <a:lnTo>
                  <a:pt x="128665" y="11985"/>
                </a:lnTo>
                <a:lnTo>
                  <a:pt x="126210" y="10334"/>
                </a:lnTo>
                <a:lnTo>
                  <a:pt x="123698" y="8805"/>
                </a:lnTo>
                <a:lnTo>
                  <a:pt x="121129" y="7399"/>
                </a:lnTo>
                <a:lnTo>
                  <a:pt x="118505" y="6115"/>
                </a:lnTo>
                <a:lnTo>
                  <a:pt x="115824" y="4953"/>
                </a:lnTo>
                <a:lnTo>
                  <a:pt x="113106" y="3914"/>
                </a:lnTo>
                <a:lnTo>
                  <a:pt x="110368" y="2997"/>
                </a:lnTo>
                <a:lnTo>
                  <a:pt x="107612" y="2201"/>
                </a:lnTo>
                <a:lnTo>
                  <a:pt x="104836" y="1529"/>
                </a:lnTo>
                <a:lnTo>
                  <a:pt x="102042" y="978"/>
                </a:lnTo>
                <a:lnTo>
                  <a:pt x="99230" y="551"/>
                </a:lnTo>
                <a:lnTo>
                  <a:pt x="96398" y="245"/>
                </a:lnTo>
                <a:lnTo>
                  <a:pt x="93547" y="61"/>
                </a:lnTo>
                <a:lnTo>
                  <a:pt x="90678" y="0"/>
                </a:lnTo>
                <a:lnTo>
                  <a:pt x="48006" y="0"/>
                </a:lnTo>
                <a:lnTo>
                  <a:pt x="45150" y="80"/>
                </a:lnTo>
                <a:lnTo>
                  <a:pt x="42342" y="320"/>
                </a:lnTo>
                <a:lnTo>
                  <a:pt x="39582" y="720"/>
                </a:lnTo>
                <a:lnTo>
                  <a:pt x="36867" y="1279"/>
                </a:lnTo>
                <a:lnTo>
                  <a:pt x="34200" y="1999"/>
                </a:lnTo>
                <a:lnTo>
                  <a:pt x="31581" y="2878"/>
                </a:lnTo>
                <a:lnTo>
                  <a:pt x="29007" y="3919"/>
                </a:lnTo>
                <a:lnTo>
                  <a:pt x="26481" y="5118"/>
                </a:lnTo>
                <a:lnTo>
                  <a:pt x="24003" y="6477"/>
                </a:lnTo>
                <a:lnTo>
                  <a:pt x="21604" y="7972"/>
                </a:lnTo>
                <a:lnTo>
                  <a:pt x="19318" y="9581"/>
                </a:lnTo>
                <a:lnTo>
                  <a:pt x="17145" y="11303"/>
                </a:lnTo>
                <a:lnTo>
                  <a:pt x="15085" y="13138"/>
                </a:lnTo>
                <a:lnTo>
                  <a:pt x="13138" y="15085"/>
                </a:lnTo>
                <a:lnTo>
                  <a:pt x="11303" y="17145"/>
                </a:lnTo>
                <a:lnTo>
                  <a:pt x="9581" y="19318"/>
                </a:lnTo>
                <a:lnTo>
                  <a:pt x="7972" y="21604"/>
                </a:lnTo>
                <a:lnTo>
                  <a:pt x="6477" y="24003"/>
                </a:lnTo>
                <a:lnTo>
                  <a:pt x="5118" y="26481"/>
                </a:lnTo>
                <a:lnTo>
                  <a:pt x="3919" y="29007"/>
                </a:lnTo>
                <a:lnTo>
                  <a:pt x="2878" y="31581"/>
                </a:lnTo>
                <a:lnTo>
                  <a:pt x="1999" y="34200"/>
                </a:lnTo>
                <a:lnTo>
                  <a:pt x="1279" y="36867"/>
                </a:lnTo>
                <a:lnTo>
                  <a:pt x="720" y="39582"/>
                </a:lnTo>
                <a:lnTo>
                  <a:pt x="320" y="42342"/>
                </a:lnTo>
                <a:lnTo>
                  <a:pt x="80" y="45150"/>
                </a:lnTo>
                <a:lnTo>
                  <a:pt x="0" y="48006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81" y="223482"/>
                </a:lnTo>
                <a:lnTo>
                  <a:pt x="29007" y="224681"/>
                </a:lnTo>
                <a:lnTo>
                  <a:pt x="31581" y="225722"/>
                </a:lnTo>
                <a:lnTo>
                  <a:pt x="34200" y="226601"/>
                </a:lnTo>
                <a:lnTo>
                  <a:pt x="36867" y="227321"/>
                </a:lnTo>
                <a:lnTo>
                  <a:pt x="39582" y="227880"/>
                </a:lnTo>
                <a:lnTo>
                  <a:pt x="42342" y="228280"/>
                </a:lnTo>
                <a:lnTo>
                  <a:pt x="45150" y="228520"/>
                </a:lnTo>
                <a:lnTo>
                  <a:pt x="48006" y="228600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6" y="228304"/>
                </a:lnTo>
                <a:lnTo>
                  <a:pt x="117537" y="228073"/>
                </a:lnTo>
                <a:lnTo>
                  <a:pt x="118299" y="227777"/>
                </a:lnTo>
                <a:lnTo>
                  <a:pt x="119042" y="227415"/>
                </a:lnTo>
                <a:lnTo>
                  <a:pt x="119765" y="226986"/>
                </a:lnTo>
                <a:lnTo>
                  <a:pt x="120471" y="226493"/>
                </a:lnTo>
                <a:lnTo>
                  <a:pt x="121158" y="225933"/>
                </a:lnTo>
                <a:lnTo>
                  <a:pt x="121798" y="225321"/>
                </a:lnTo>
                <a:lnTo>
                  <a:pt x="122362" y="224673"/>
                </a:lnTo>
                <a:lnTo>
                  <a:pt x="122852" y="223986"/>
                </a:lnTo>
                <a:lnTo>
                  <a:pt x="123265" y="223261"/>
                </a:lnTo>
                <a:lnTo>
                  <a:pt x="123604" y="222499"/>
                </a:lnTo>
                <a:lnTo>
                  <a:pt x="123867" y="221700"/>
                </a:lnTo>
                <a:lnTo>
                  <a:pt x="124056" y="220863"/>
                </a:lnTo>
                <a:lnTo>
                  <a:pt x="124168" y="219987"/>
                </a:lnTo>
                <a:lnTo>
                  <a:pt x="124206" y="219075"/>
                </a:lnTo>
                <a:lnTo>
                  <a:pt x="124168" y="218163"/>
                </a:lnTo>
                <a:lnTo>
                  <a:pt x="124056" y="217287"/>
                </a:lnTo>
                <a:lnTo>
                  <a:pt x="123867" y="216450"/>
                </a:lnTo>
                <a:lnTo>
                  <a:pt x="123604" y="215651"/>
                </a:lnTo>
                <a:lnTo>
                  <a:pt x="123265" y="214889"/>
                </a:lnTo>
                <a:lnTo>
                  <a:pt x="122852" y="214164"/>
                </a:lnTo>
                <a:lnTo>
                  <a:pt x="122362" y="213477"/>
                </a:lnTo>
                <a:lnTo>
                  <a:pt x="121798" y="212829"/>
                </a:lnTo>
                <a:lnTo>
                  <a:pt x="121158" y="212217"/>
                </a:lnTo>
                <a:lnTo>
                  <a:pt x="120471" y="211657"/>
                </a:lnTo>
                <a:lnTo>
                  <a:pt x="119765" y="211164"/>
                </a:lnTo>
                <a:lnTo>
                  <a:pt x="119042" y="210735"/>
                </a:lnTo>
                <a:lnTo>
                  <a:pt x="118299" y="210373"/>
                </a:lnTo>
                <a:lnTo>
                  <a:pt x="117537" y="210077"/>
                </a:lnTo>
                <a:lnTo>
                  <a:pt x="116756" y="209846"/>
                </a:lnTo>
                <a:lnTo>
                  <a:pt x="115955" y="209681"/>
                </a:lnTo>
                <a:lnTo>
                  <a:pt x="115137" y="209583"/>
                </a:lnTo>
                <a:lnTo>
                  <a:pt x="114300" y="209550"/>
                </a:lnTo>
                <a:close/>
                <a:moveTo>
                  <a:pt x="114300" y="25146"/>
                </a:moveTo>
                <a:lnTo>
                  <a:pt x="115476" y="25842"/>
                </a:lnTo>
                <a:lnTo>
                  <a:pt x="116633" y="26576"/>
                </a:lnTo>
                <a:lnTo>
                  <a:pt x="117771" y="27347"/>
                </a:lnTo>
                <a:lnTo>
                  <a:pt x="118891" y="28156"/>
                </a:lnTo>
                <a:lnTo>
                  <a:pt x="119991" y="29003"/>
                </a:lnTo>
                <a:lnTo>
                  <a:pt x="121073" y="29888"/>
                </a:lnTo>
                <a:lnTo>
                  <a:pt x="122136" y="30810"/>
                </a:lnTo>
                <a:lnTo>
                  <a:pt x="123180" y="31769"/>
                </a:lnTo>
                <a:lnTo>
                  <a:pt x="124206" y="32766"/>
                </a:lnTo>
                <a:lnTo>
                  <a:pt x="157734" y="66294"/>
                </a:lnTo>
                <a:lnTo>
                  <a:pt x="158731" y="67320"/>
                </a:lnTo>
                <a:lnTo>
                  <a:pt x="159690" y="68364"/>
                </a:lnTo>
                <a:lnTo>
                  <a:pt x="160612" y="69427"/>
                </a:lnTo>
                <a:lnTo>
                  <a:pt x="161497" y="70509"/>
                </a:lnTo>
                <a:lnTo>
                  <a:pt x="162344" y="71609"/>
                </a:lnTo>
                <a:lnTo>
                  <a:pt x="163153" y="72729"/>
                </a:lnTo>
                <a:lnTo>
                  <a:pt x="163924" y="73867"/>
                </a:lnTo>
                <a:lnTo>
                  <a:pt x="164658" y="75024"/>
                </a:lnTo>
                <a:lnTo>
                  <a:pt x="165354" y="76200"/>
                </a:lnTo>
                <a:lnTo>
                  <a:pt x="124206" y="76200"/>
                </a:lnTo>
                <a:lnTo>
                  <a:pt x="123213" y="76167"/>
                </a:lnTo>
                <a:lnTo>
                  <a:pt x="122268" y="76069"/>
                </a:lnTo>
                <a:lnTo>
                  <a:pt x="121369" y="75904"/>
                </a:lnTo>
                <a:lnTo>
                  <a:pt x="120518" y="75673"/>
                </a:lnTo>
                <a:lnTo>
                  <a:pt x="119714" y="75377"/>
                </a:lnTo>
                <a:lnTo>
                  <a:pt x="118957" y="75015"/>
                </a:lnTo>
                <a:lnTo>
                  <a:pt x="118246" y="74586"/>
                </a:lnTo>
                <a:lnTo>
                  <a:pt x="117583" y="74093"/>
                </a:lnTo>
                <a:lnTo>
                  <a:pt x="116967" y="73533"/>
                </a:lnTo>
                <a:lnTo>
                  <a:pt x="116407" y="72917"/>
                </a:lnTo>
                <a:lnTo>
                  <a:pt x="115914" y="72254"/>
                </a:lnTo>
                <a:lnTo>
                  <a:pt x="115485" y="71543"/>
                </a:lnTo>
                <a:lnTo>
                  <a:pt x="115123" y="70786"/>
                </a:lnTo>
                <a:lnTo>
                  <a:pt x="114827" y="69982"/>
                </a:lnTo>
                <a:lnTo>
                  <a:pt x="114596" y="69131"/>
                </a:lnTo>
                <a:lnTo>
                  <a:pt x="114431" y="68232"/>
                </a:lnTo>
                <a:lnTo>
                  <a:pt x="114333" y="67287"/>
                </a:lnTo>
                <a:lnTo>
                  <a:pt x="114300" y="66294"/>
                </a:lnTo>
                <a:close/>
                <a:moveTo>
                  <a:pt x="105156" y="171450"/>
                </a:moveTo>
                <a:lnTo>
                  <a:pt x="105118" y="172287"/>
                </a:lnTo>
                <a:lnTo>
                  <a:pt x="105006" y="173105"/>
                </a:lnTo>
                <a:lnTo>
                  <a:pt x="104817" y="173906"/>
                </a:lnTo>
                <a:lnTo>
                  <a:pt x="104554" y="174687"/>
                </a:lnTo>
                <a:lnTo>
                  <a:pt x="104215" y="175449"/>
                </a:lnTo>
                <a:lnTo>
                  <a:pt x="103802" y="176192"/>
                </a:lnTo>
                <a:lnTo>
                  <a:pt x="103312" y="176915"/>
                </a:lnTo>
                <a:lnTo>
                  <a:pt x="102748" y="177621"/>
                </a:lnTo>
                <a:lnTo>
                  <a:pt x="102108" y="178308"/>
                </a:lnTo>
                <a:lnTo>
                  <a:pt x="101421" y="178939"/>
                </a:lnTo>
                <a:lnTo>
                  <a:pt x="100715" y="179475"/>
                </a:lnTo>
                <a:lnTo>
                  <a:pt x="99992" y="179917"/>
                </a:lnTo>
                <a:lnTo>
                  <a:pt x="99249" y="180264"/>
                </a:lnTo>
                <a:lnTo>
                  <a:pt x="98487" y="180519"/>
                </a:lnTo>
                <a:lnTo>
                  <a:pt x="97706" y="180679"/>
                </a:lnTo>
                <a:lnTo>
                  <a:pt x="96905" y="180744"/>
                </a:lnTo>
                <a:lnTo>
                  <a:pt x="96087" y="180716"/>
                </a:lnTo>
                <a:lnTo>
                  <a:pt x="95250" y="180594"/>
                </a:lnTo>
                <a:lnTo>
                  <a:pt x="48006" y="180594"/>
                </a:lnTo>
                <a:lnTo>
                  <a:pt x="47013" y="180716"/>
                </a:lnTo>
                <a:lnTo>
                  <a:pt x="46068" y="180744"/>
                </a:lnTo>
                <a:lnTo>
                  <a:pt x="45169" y="180679"/>
                </a:lnTo>
                <a:lnTo>
                  <a:pt x="44318" y="180519"/>
                </a:lnTo>
                <a:lnTo>
                  <a:pt x="43514" y="180264"/>
                </a:lnTo>
                <a:lnTo>
                  <a:pt x="42757" y="179917"/>
                </a:lnTo>
                <a:lnTo>
                  <a:pt x="42046" y="179475"/>
                </a:lnTo>
                <a:lnTo>
                  <a:pt x="41383" y="178939"/>
                </a:lnTo>
                <a:lnTo>
                  <a:pt x="40767" y="178308"/>
                </a:lnTo>
                <a:lnTo>
                  <a:pt x="40207" y="177621"/>
                </a:lnTo>
                <a:lnTo>
                  <a:pt x="39714" y="176915"/>
                </a:lnTo>
                <a:lnTo>
                  <a:pt x="39285" y="176192"/>
                </a:lnTo>
                <a:lnTo>
                  <a:pt x="38923" y="175449"/>
                </a:lnTo>
                <a:lnTo>
                  <a:pt x="38627" y="174687"/>
                </a:lnTo>
                <a:lnTo>
                  <a:pt x="38396" y="173906"/>
                </a:lnTo>
                <a:lnTo>
                  <a:pt x="38231" y="173105"/>
                </a:lnTo>
                <a:lnTo>
                  <a:pt x="38133" y="172287"/>
                </a:lnTo>
                <a:lnTo>
                  <a:pt x="38100" y="171450"/>
                </a:lnTo>
                <a:lnTo>
                  <a:pt x="38133" y="170613"/>
                </a:lnTo>
                <a:lnTo>
                  <a:pt x="38231" y="169795"/>
                </a:lnTo>
                <a:lnTo>
                  <a:pt x="38396" y="168994"/>
                </a:lnTo>
                <a:lnTo>
                  <a:pt x="38627" y="168213"/>
                </a:lnTo>
                <a:lnTo>
                  <a:pt x="38923" y="167451"/>
                </a:lnTo>
                <a:lnTo>
                  <a:pt x="39285" y="166708"/>
                </a:lnTo>
                <a:lnTo>
                  <a:pt x="39714" y="165985"/>
                </a:lnTo>
                <a:lnTo>
                  <a:pt x="40207" y="165279"/>
                </a:lnTo>
                <a:lnTo>
                  <a:pt x="40767" y="164592"/>
                </a:lnTo>
                <a:lnTo>
                  <a:pt x="41383" y="163952"/>
                </a:lnTo>
                <a:lnTo>
                  <a:pt x="42046" y="163388"/>
                </a:lnTo>
                <a:lnTo>
                  <a:pt x="42757" y="162898"/>
                </a:lnTo>
                <a:lnTo>
                  <a:pt x="43514" y="162485"/>
                </a:lnTo>
                <a:lnTo>
                  <a:pt x="44318" y="162146"/>
                </a:lnTo>
                <a:lnTo>
                  <a:pt x="45169" y="161883"/>
                </a:lnTo>
                <a:lnTo>
                  <a:pt x="46068" y="161694"/>
                </a:lnTo>
                <a:lnTo>
                  <a:pt x="47013" y="161582"/>
                </a:lnTo>
                <a:lnTo>
                  <a:pt x="48006" y="161544"/>
                </a:lnTo>
                <a:lnTo>
                  <a:pt x="95250" y="161544"/>
                </a:lnTo>
                <a:lnTo>
                  <a:pt x="96087" y="161736"/>
                </a:lnTo>
                <a:lnTo>
                  <a:pt x="96905" y="161976"/>
                </a:lnTo>
                <a:lnTo>
                  <a:pt x="97706" y="162264"/>
                </a:lnTo>
                <a:lnTo>
                  <a:pt x="98487" y="162597"/>
                </a:lnTo>
                <a:lnTo>
                  <a:pt x="99249" y="162978"/>
                </a:lnTo>
                <a:lnTo>
                  <a:pt x="99992" y="163407"/>
                </a:lnTo>
                <a:lnTo>
                  <a:pt x="100715" y="163881"/>
                </a:lnTo>
                <a:lnTo>
                  <a:pt x="101421" y="164403"/>
                </a:lnTo>
                <a:lnTo>
                  <a:pt x="102108" y="164973"/>
                </a:lnTo>
                <a:lnTo>
                  <a:pt x="102748" y="165580"/>
                </a:lnTo>
                <a:lnTo>
                  <a:pt x="103312" y="166215"/>
                </a:lnTo>
                <a:lnTo>
                  <a:pt x="103802" y="166878"/>
                </a:lnTo>
                <a:lnTo>
                  <a:pt x="104215" y="167570"/>
                </a:lnTo>
                <a:lnTo>
                  <a:pt x="104554" y="168289"/>
                </a:lnTo>
                <a:lnTo>
                  <a:pt x="104817" y="169037"/>
                </a:lnTo>
                <a:lnTo>
                  <a:pt x="105006" y="169813"/>
                </a:lnTo>
                <a:lnTo>
                  <a:pt x="105118" y="170618"/>
                </a:lnTo>
                <a:lnTo>
                  <a:pt x="105156" y="171450"/>
                </a:lnTo>
                <a:close/>
                <a:moveTo>
                  <a:pt x="105156" y="133350"/>
                </a:moveTo>
                <a:lnTo>
                  <a:pt x="105118" y="134187"/>
                </a:lnTo>
                <a:lnTo>
                  <a:pt x="105006" y="135005"/>
                </a:lnTo>
                <a:lnTo>
                  <a:pt x="104817" y="135806"/>
                </a:lnTo>
                <a:lnTo>
                  <a:pt x="104554" y="136587"/>
                </a:lnTo>
                <a:lnTo>
                  <a:pt x="104215" y="137349"/>
                </a:lnTo>
                <a:lnTo>
                  <a:pt x="103802" y="138092"/>
                </a:lnTo>
                <a:lnTo>
                  <a:pt x="103312" y="138815"/>
                </a:lnTo>
                <a:lnTo>
                  <a:pt x="102748" y="139521"/>
                </a:lnTo>
                <a:lnTo>
                  <a:pt x="102108" y="140208"/>
                </a:lnTo>
                <a:lnTo>
                  <a:pt x="101421" y="140848"/>
                </a:lnTo>
                <a:lnTo>
                  <a:pt x="100715" y="141412"/>
                </a:lnTo>
                <a:lnTo>
                  <a:pt x="99992" y="141902"/>
                </a:lnTo>
                <a:lnTo>
                  <a:pt x="99249" y="142315"/>
                </a:lnTo>
                <a:lnTo>
                  <a:pt x="98487" y="142654"/>
                </a:lnTo>
                <a:lnTo>
                  <a:pt x="97706" y="142917"/>
                </a:lnTo>
                <a:lnTo>
                  <a:pt x="96905" y="143106"/>
                </a:lnTo>
                <a:lnTo>
                  <a:pt x="96087" y="143218"/>
                </a:lnTo>
                <a:lnTo>
                  <a:pt x="95250" y="143256"/>
                </a:lnTo>
                <a:lnTo>
                  <a:pt x="48006" y="143256"/>
                </a:lnTo>
                <a:lnTo>
                  <a:pt x="47013" y="143064"/>
                </a:lnTo>
                <a:lnTo>
                  <a:pt x="46068" y="142824"/>
                </a:lnTo>
                <a:lnTo>
                  <a:pt x="45169" y="142536"/>
                </a:lnTo>
                <a:lnTo>
                  <a:pt x="44318" y="142203"/>
                </a:lnTo>
                <a:lnTo>
                  <a:pt x="43514" y="141822"/>
                </a:lnTo>
                <a:lnTo>
                  <a:pt x="42757" y="141393"/>
                </a:lnTo>
                <a:lnTo>
                  <a:pt x="42046" y="140919"/>
                </a:lnTo>
                <a:lnTo>
                  <a:pt x="41383" y="140397"/>
                </a:lnTo>
                <a:lnTo>
                  <a:pt x="40767" y="139827"/>
                </a:lnTo>
                <a:lnTo>
                  <a:pt x="40207" y="139220"/>
                </a:lnTo>
                <a:lnTo>
                  <a:pt x="39714" y="138585"/>
                </a:lnTo>
                <a:lnTo>
                  <a:pt x="39285" y="137922"/>
                </a:lnTo>
                <a:lnTo>
                  <a:pt x="38923" y="137230"/>
                </a:lnTo>
                <a:lnTo>
                  <a:pt x="38627" y="136511"/>
                </a:lnTo>
                <a:lnTo>
                  <a:pt x="38396" y="135763"/>
                </a:lnTo>
                <a:lnTo>
                  <a:pt x="38231" y="134987"/>
                </a:lnTo>
                <a:lnTo>
                  <a:pt x="38133" y="134182"/>
                </a:lnTo>
                <a:lnTo>
                  <a:pt x="38100" y="133350"/>
                </a:lnTo>
                <a:lnTo>
                  <a:pt x="38133" y="132513"/>
                </a:lnTo>
                <a:lnTo>
                  <a:pt x="38231" y="131695"/>
                </a:lnTo>
                <a:lnTo>
                  <a:pt x="38396" y="130894"/>
                </a:lnTo>
                <a:lnTo>
                  <a:pt x="38627" y="130113"/>
                </a:lnTo>
                <a:lnTo>
                  <a:pt x="38923" y="129351"/>
                </a:lnTo>
                <a:lnTo>
                  <a:pt x="39285" y="128608"/>
                </a:lnTo>
                <a:lnTo>
                  <a:pt x="39714" y="127885"/>
                </a:lnTo>
                <a:lnTo>
                  <a:pt x="40207" y="127179"/>
                </a:lnTo>
                <a:lnTo>
                  <a:pt x="40767" y="126492"/>
                </a:lnTo>
                <a:lnTo>
                  <a:pt x="41383" y="125852"/>
                </a:lnTo>
                <a:lnTo>
                  <a:pt x="42046" y="125288"/>
                </a:lnTo>
                <a:lnTo>
                  <a:pt x="42757" y="124798"/>
                </a:lnTo>
                <a:lnTo>
                  <a:pt x="43514" y="124385"/>
                </a:lnTo>
                <a:lnTo>
                  <a:pt x="44318" y="124046"/>
                </a:lnTo>
                <a:lnTo>
                  <a:pt x="45169" y="123783"/>
                </a:lnTo>
                <a:lnTo>
                  <a:pt x="46068" y="123594"/>
                </a:lnTo>
                <a:lnTo>
                  <a:pt x="47013" y="123482"/>
                </a:lnTo>
                <a:lnTo>
                  <a:pt x="48006" y="123444"/>
                </a:lnTo>
                <a:lnTo>
                  <a:pt x="95250" y="123444"/>
                </a:lnTo>
                <a:lnTo>
                  <a:pt x="96087" y="123482"/>
                </a:lnTo>
                <a:lnTo>
                  <a:pt x="96905" y="123594"/>
                </a:lnTo>
                <a:lnTo>
                  <a:pt x="97706" y="123783"/>
                </a:lnTo>
                <a:lnTo>
                  <a:pt x="98487" y="124046"/>
                </a:lnTo>
                <a:lnTo>
                  <a:pt x="99249" y="124385"/>
                </a:lnTo>
                <a:lnTo>
                  <a:pt x="99992" y="124798"/>
                </a:lnTo>
                <a:lnTo>
                  <a:pt x="100715" y="125288"/>
                </a:lnTo>
                <a:lnTo>
                  <a:pt x="101421" y="125852"/>
                </a:lnTo>
                <a:lnTo>
                  <a:pt x="102108" y="126492"/>
                </a:lnTo>
                <a:lnTo>
                  <a:pt x="102748" y="127179"/>
                </a:lnTo>
                <a:lnTo>
                  <a:pt x="103312" y="127885"/>
                </a:lnTo>
                <a:lnTo>
                  <a:pt x="103802" y="128608"/>
                </a:lnTo>
                <a:lnTo>
                  <a:pt x="104215" y="129351"/>
                </a:lnTo>
                <a:lnTo>
                  <a:pt x="104554" y="130113"/>
                </a:lnTo>
                <a:lnTo>
                  <a:pt x="104817" y="130894"/>
                </a:lnTo>
                <a:lnTo>
                  <a:pt x="105006" y="131695"/>
                </a:lnTo>
                <a:lnTo>
                  <a:pt x="105118" y="132513"/>
                </a:lnTo>
                <a:lnTo>
                  <a:pt x="105156" y="133350"/>
                </a:lnTo>
                <a:close/>
                <a:moveTo>
                  <a:pt x="215646" y="117348"/>
                </a:moveTo>
                <a:lnTo>
                  <a:pt x="179070" y="105156"/>
                </a:lnTo>
                <a:lnTo>
                  <a:pt x="178393" y="105006"/>
                </a:lnTo>
                <a:lnTo>
                  <a:pt x="177716" y="104892"/>
                </a:lnTo>
                <a:lnTo>
                  <a:pt x="177038" y="104817"/>
                </a:lnTo>
                <a:lnTo>
                  <a:pt x="176361" y="104780"/>
                </a:lnTo>
                <a:lnTo>
                  <a:pt x="175683" y="104780"/>
                </a:lnTo>
                <a:lnTo>
                  <a:pt x="175006" y="104817"/>
                </a:lnTo>
                <a:lnTo>
                  <a:pt x="174328" y="104892"/>
                </a:lnTo>
                <a:lnTo>
                  <a:pt x="173651" y="105006"/>
                </a:lnTo>
                <a:lnTo>
                  <a:pt x="172974" y="105156"/>
                </a:lnTo>
                <a:lnTo>
                  <a:pt x="137160" y="117348"/>
                </a:lnTo>
                <a:lnTo>
                  <a:pt x="135838" y="117734"/>
                </a:lnTo>
                <a:lnTo>
                  <a:pt x="134583" y="118214"/>
                </a:lnTo>
                <a:lnTo>
                  <a:pt x="133392" y="118787"/>
                </a:lnTo>
                <a:lnTo>
                  <a:pt x="132268" y="119455"/>
                </a:lnTo>
                <a:lnTo>
                  <a:pt x="131210" y="120217"/>
                </a:lnTo>
                <a:lnTo>
                  <a:pt x="130217" y="121073"/>
                </a:lnTo>
                <a:lnTo>
                  <a:pt x="129290" y="122024"/>
                </a:lnTo>
                <a:lnTo>
                  <a:pt x="128430" y="123068"/>
                </a:lnTo>
                <a:lnTo>
                  <a:pt x="127635" y="124206"/>
                </a:lnTo>
                <a:lnTo>
                  <a:pt x="126915" y="125400"/>
                </a:lnTo>
                <a:lnTo>
                  <a:pt x="126281" y="126614"/>
                </a:lnTo>
                <a:lnTo>
                  <a:pt x="125730" y="127846"/>
                </a:lnTo>
                <a:lnTo>
                  <a:pt x="125264" y="129098"/>
                </a:lnTo>
                <a:lnTo>
                  <a:pt x="124883" y="130368"/>
                </a:lnTo>
                <a:lnTo>
                  <a:pt x="124587" y="131656"/>
                </a:lnTo>
                <a:lnTo>
                  <a:pt x="124376" y="132964"/>
                </a:lnTo>
                <a:lnTo>
                  <a:pt x="124248" y="134291"/>
                </a:lnTo>
                <a:lnTo>
                  <a:pt x="124206" y="135636"/>
                </a:lnTo>
                <a:lnTo>
                  <a:pt x="124206" y="166878"/>
                </a:lnTo>
                <a:lnTo>
                  <a:pt x="124441" y="171741"/>
                </a:lnTo>
                <a:lnTo>
                  <a:pt x="125147" y="176512"/>
                </a:lnTo>
                <a:lnTo>
                  <a:pt x="126322" y="181186"/>
                </a:lnTo>
                <a:lnTo>
                  <a:pt x="127969" y="185768"/>
                </a:lnTo>
                <a:lnTo>
                  <a:pt x="130086" y="190255"/>
                </a:lnTo>
                <a:lnTo>
                  <a:pt x="132673" y="194649"/>
                </a:lnTo>
                <a:lnTo>
                  <a:pt x="135730" y="198948"/>
                </a:lnTo>
                <a:lnTo>
                  <a:pt x="139257" y="203153"/>
                </a:lnTo>
                <a:lnTo>
                  <a:pt x="143256" y="207264"/>
                </a:lnTo>
                <a:lnTo>
                  <a:pt x="145843" y="209766"/>
                </a:lnTo>
                <a:lnTo>
                  <a:pt x="148524" y="212193"/>
                </a:lnTo>
                <a:lnTo>
                  <a:pt x="151299" y="214545"/>
                </a:lnTo>
                <a:lnTo>
                  <a:pt x="154169" y="216822"/>
                </a:lnTo>
                <a:lnTo>
                  <a:pt x="157132" y="219024"/>
                </a:lnTo>
                <a:lnTo>
                  <a:pt x="160190" y="221150"/>
                </a:lnTo>
                <a:lnTo>
                  <a:pt x="163340" y="223200"/>
                </a:lnTo>
                <a:lnTo>
                  <a:pt x="166587" y="225176"/>
                </a:lnTo>
                <a:lnTo>
                  <a:pt x="169926" y="227076"/>
                </a:lnTo>
                <a:lnTo>
                  <a:pt x="172212" y="227838"/>
                </a:lnTo>
                <a:lnTo>
                  <a:pt x="172724" y="227998"/>
                </a:lnTo>
                <a:lnTo>
                  <a:pt x="173246" y="228139"/>
                </a:lnTo>
                <a:lnTo>
                  <a:pt x="173778" y="228261"/>
                </a:lnTo>
                <a:lnTo>
                  <a:pt x="174319" y="228365"/>
                </a:lnTo>
                <a:lnTo>
                  <a:pt x="174869" y="228450"/>
                </a:lnTo>
                <a:lnTo>
                  <a:pt x="175430" y="228515"/>
                </a:lnTo>
                <a:lnTo>
                  <a:pt x="175998" y="228562"/>
                </a:lnTo>
                <a:lnTo>
                  <a:pt x="176577" y="228590"/>
                </a:lnTo>
                <a:lnTo>
                  <a:pt x="177165" y="228600"/>
                </a:lnTo>
                <a:lnTo>
                  <a:pt x="177753" y="228581"/>
                </a:lnTo>
                <a:lnTo>
                  <a:pt x="178332" y="228525"/>
                </a:lnTo>
                <a:lnTo>
                  <a:pt x="178900" y="228430"/>
                </a:lnTo>
                <a:lnTo>
                  <a:pt x="179461" y="228299"/>
                </a:lnTo>
                <a:lnTo>
                  <a:pt x="180011" y="228129"/>
                </a:lnTo>
                <a:lnTo>
                  <a:pt x="180552" y="227923"/>
                </a:lnTo>
                <a:lnTo>
                  <a:pt x="181084" y="227678"/>
                </a:lnTo>
                <a:lnTo>
                  <a:pt x="181606" y="227396"/>
                </a:lnTo>
                <a:lnTo>
                  <a:pt x="182118" y="227076"/>
                </a:lnTo>
                <a:lnTo>
                  <a:pt x="182118" y="227076"/>
                </a:lnTo>
                <a:lnTo>
                  <a:pt x="185467" y="225656"/>
                </a:lnTo>
                <a:lnTo>
                  <a:pt x="188741" y="224103"/>
                </a:lnTo>
                <a:lnTo>
                  <a:pt x="191939" y="222419"/>
                </a:lnTo>
                <a:lnTo>
                  <a:pt x="195062" y="220604"/>
                </a:lnTo>
                <a:lnTo>
                  <a:pt x="198110" y="218656"/>
                </a:lnTo>
                <a:lnTo>
                  <a:pt x="201083" y="216578"/>
                </a:lnTo>
                <a:lnTo>
                  <a:pt x="203981" y="214367"/>
                </a:lnTo>
                <a:lnTo>
                  <a:pt x="206803" y="212025"/>
                </a:lnTo>
                <a:lnTo>
                  <a:pt x="209550" y="209550"/>
                </a:lnTo>
                <a:lnTo>
                  <a:pt x="213549" y="205561"/>
                </a:lnTo>
                <a:lnTo>
                  <a:pt x="217076" y="201384"/>
                </a:lnTo>
                <a:lnTo>
                  <a:pt x="220133" y="197019"/>
                </a:lnTo>
                <a:lnTo>
                  <a:pt x="222720" y="192466"/>
                </a:lnTo>
                <a:lnTo>
                  <a:pt x="224837" y="187724"/>
                </a:lnTo>
                <a:lnTo>
                  <a:pt x="226484" y="182795"/>
                </a:lnTo>
                <a:lnTo>
                  <a:pt x="227659" y="177677"/>
                </a:lnTo>
                <a:lnTo>
                  <a:pt x="228365" y="172372"/>
                </a:lnTo>
                <a:lnTo>
                  <a:pt x="228600" y="166878"/>
                </a:lnTo>
                <a:lnTo>
                  <a:pt x="228600" y="135636"/>
                </a:lnTo>
                <a:lnTo>
                  <a:pt x="228558" y="134291"/>
                </a:lnTo>
                <a:lnTo>
                  <a:pt x="228430" y="132964"/>
                </a:lnTo>
                <a:lnTo>
                  <a:pt x="228219" y="131656"/>
                </a:lnTo>
                <a:lnTo>
                  <a:pt x="227923" y="130368"/>
                </a:lnTo>
                <a:lnTo>
                  <a:pt x="227542" y="129098"/>
                </a:lnTo>
                <a:lnTo>
                  <a:pt x="227076" y="127846"/>
                </a:lnTo>
                <a:lnTo>
                  <a:pt x="226525" y="126614"/>
                </a:lnTo>
                <a:lnTo>
                  <a:pt x="225891" y="125400"/>
                </a:lnTo>
                <a:lnTo>
                  <a:pt x="225171" y="124206"/>
                </a:lnTo>
                <a:lnTo>
                  <a:pt x="224376" y="123068"/>
                </a:lnTo>
                <a:lnTo>
                  <a:pt x="223516" y="122024"/>
                </a:lnTo>
                <a:lnTo>
                  <a:pt x="222589" y="121073"/>
                </a:lnTo>
                <a:lnTo>
                  <a:pt x="221596" y="120217"/>
                </a:lnTo>
                <a:lnTo>
                  <a:pt x="220538" y="119455"/>
                </a:lnTo>
                <a:lnTo>
                  <a:pt x="219414" y="118787"/>
                </a:lnTo>
                <a:lnTo>
                  <a:pt x="218223" y="118214"/>
                </a:lnTo>
                <a:lnTo>
                  <a:pt x="216968" y="117734"/>
                </a:lnTo>
                <a:lnTo>
                  <a:pt x="215646" y="117348"/>
                </a:lnTo>
                <a:close/>
                <a:moveTo>
                  <a:pt x="209550" y="166878"/>
                </a:moveTo>
                <a:lnTo>
                  <a:pt x="209390" y="170397"/>
                </a:lnTo>
                <a:lnTo>
                  <a:pt x="208910" y="173840"/>
                </a:lnTo>
                <a:lnTo>
                  <a:pt x="208111" y="177207"/>
                </a:lnTo>
                <a:lnTo>
                  <a:pt x="206992" y="180500"/>
                </a:lnTo>
                <a:lnTo>
                  <a:pt x="205551" y="183717"/>
                </a:lnTo>
                <a:lnTo>
                  <a:pt x="203793" y="186860"/>
                </a:lnTo>
                <a:lnTo>
                  <a:pt x="201714" y="189927"/>
                </a:lnTo>
                <a:lnTo>
                  <a:pt x="199314" y="192917"/>
                </a:lnTo>
                <a:lnTo>
                  <a:pt x="196596" y="195834"/>
                </a:lnTo>
                <a:lnTo>
                  <a:pt x="194696" y="197499"/>
                </a:lnTo>
                <a:lnTo>
                  <a:pt x="192720" y="199108"/>
                </a:lnTo>
                <a:lnTo>
                  <a:pt x="190670" y="200660"/>
                </a:lnTo>
                <a:lnTo>
                  <a:pt x="188544" y="202156"/>
                </a:lnTo>
                <a:lnTo>
                  <a:pt x="186342" y="203595"/>
                </a:lnTo>
                <a:lnTo>
                  <a:pt x="184065" y="204978"/>
                </a:lnTo>
                <a:lnTo>
                  <a:pt x="181713" y="206305"/>
                </a:lnTo>
                <a:lnTo>
                  <a:pt x="179286" y="207575"/>
                </a:lnTo>
                <a:lnTo>
                  <a:pt x="176784" y="208788"/>
                </a:lnTo>
                <a:lnTo>
                  <a:pt x="174122" y="207405"/>
                </a:lnTo>
                <a:lnTo>
                  <a:pt x="171554" y="205966"/>
                </a:lnTo>
                <a:lnTo>
                  <a:pt x="169079" y="204470"/>
                </a:lnTo>
                <a:lnTo>
                  <a:pt x="166699" y="202918"/>
                </a:lnTo>
                <a:lnTo>
                  <a:pt x="164413" y="201309"/>
                </a:lnTo>
                <a:lnTo>
                  <a:pt x="162221" y="199644"/>
                </a:lnTo>
                <a:lnTo>
                  <a:pt x="160124" y="197923"/>
                </a:lnTo>
                <a:lnTo>
                  <a:pt x="158120" y="196145"/>
                </a:lnTo>
                <a:lnTo>
                  <a:pt x="156210" y="194310"/>
                </a:lnTo>
                <a:lnTo>
                  <a:pt x="153492" y="191412"/>
                </a:lnTo>
                <a:lnTo>
                  <a:pt x="151092" y="188478"/>
                </a:lnTo>
                <a:lnTo>
                  <a:pt x="149013" y="185505"/>
                </a:lnTo>
                <a:lnTo>
                  <a:pt x="147255" y="182494"/>
                </a:lnTo>
                <a:lnTo>
                  <a:pt x="145814" y="179446"/>
                </a:lnTo>
                <a:lnTo>
                  <a:pt x="144695" y="176361"/>
                </a:lnTo>
                <a:lnTo>
                  <a:pt x="143896" y="173238"/>
                </a:lnTo>
                <a:lnTo>
                  <a:pt x="143416" y="170076"/>
                </a:lnTo>
                <a:lnTo>
                  <a:pt x="143256" y="166878"/>
                </a:lnTo>
                <a:lnTo>
                  <a:pt x="143256" y="135636"/>
                </a:lnTo>
                <a:lnTo>
                  <a:pt x="176022" y="124206"/>
                </a:lnTo>
                <a:lnTo>
                  <a:pt x="209550" y="135636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161771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12F089-5AE9-406D-919D-787C851A9E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實驗分成四個階段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C9E0C-1EB6-47A0-90BB-4F3B2B1066B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先檢查反思輸出，再檢查改版後的演化表現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E893E-B43F-48A5-BD53-D0B67890598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B7F118-6789-4B49-8608-FFBD77D7F2A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實驗一　09/03　固定輸入的九次反思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6448BA-B2AB-421A-ABB8-3D25D278C57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Strategy、Code、Balance 各 3 次；檢查欄位 scope 與內容問題。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97B0BD-AEE8-4150-9BEA-CEF2FF0AB68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3A087C-D4E2-43E0-8F21-056DE59E5E9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實驗二　09/04 上午　加入 contract 後重跑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761E09-CD49-4952-ABE5-8236E97F154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仍各 3 次，確認規則資訊送入後是否足以避免錯誤。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121736-39C6-447A-AA23-4798251621C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2DBC-3122-427A-9540-1F1003585ED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實驗三　09/04 下午　子代串接 Compliance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F6C77B-1B5A-42C8-BD5F-236BB9490AA0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3 + Code 3，再把 6 個成功子代各送入 Compliance。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73EB88-0CB0-4EF4-ADB3-2E05284DDD10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8C117E-61A8-4F8C-826D-82FF0C403D8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實驗四　09/04–09/07　三組比例的演化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C80354-20A4-4B66-937A-85FB402D21B8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S/C/PC = 20/20/60、33/33/34、40/40/20；比較族群與 champion。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619CF5-C336-4ABA-9716-4DA0873D160B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前 3 階段是 reflection inspection；第 4 階段才有演化與新策略對戰結果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4F6A61-2932-42B6-9C51-E52E9069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10 / 33</a:t>
            </a:r>
          </a:p>
        </p:txBody>
      </p:sp>
    </p:spTree>
    <p:extLst>
      <p:ext uri="{BB962C8B-B14F-4D97-AF65-F5344CB8AC3E}">
        <p14:creationId xmlns:p14="http://schemas.microsoft.com/office/powerpoint/2010/main" val="40217506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16199-09DB-48D8-9944-F23C146CBE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實驗一：同一父代、三種反思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61052-9752-4825-A09E-BD326F5EB1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09/03　Worker Rush　每種 operator 各 3 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F02C1-E8F2-420F-9A6C-46326EC662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4D208-5F07-4BD3-A14B-254DF4F40C4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固定父代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106300-28BE-4F6A-828B-4AB9CC31BB1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9 次獨立 trial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991DD-1CA9-467B-8F74-7733274A00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 Worker Rush policy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同一 inherited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每次都從原 subject 開始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7C1F8E-8BE9-4569-9CA0-7FCC74BC2D0A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98617F-349E-4841-AB59-8A6DE3C64B33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固定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A6C9DD-8A18-40CD-B53B-54C5C68AABA5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同一組評估資料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0454E-5CFC-45F0-8A33-DE5698F8A72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10 個 opponents，共 180 場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選 10 場代表 traces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Balance 只拿 W/D/L 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3CFD6F-A6A3-46E3-A983-11B3C3F6498D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5D7D3C-A6CA-4A97-ABF9-AB32E783E95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檢查目標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57D8A8-CC1A-43D6-846A-FC34CA39CCD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輸出與狀態轉換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68FBEB-246C-40AA-905E-29516070108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保存每次 request / response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比對實際改變的 gene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人工檢查內容是否可執行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841138-CD2B-4944-9B34-5C3534A6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11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7CCAC9-8091-4AA2-9719-69105F3F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850DE6-2694-4F6B-A9B4-9F0280FA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135943-8308-4D23-981A-8ED76B6C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5554" y="212607"/>
                </a:moveTo>
                <a:lnTo>
                  <a:pt x="169196" y="155487"/>
                </a:lnTo>
                <a:lnTo>
                  <a:pt x="172604" y="151190"/>
                </a:lnTo>
                <a:lnTo>
                  <a:pt x="175721" y="146762"/>
                </a:lnTo>
                <a:lnTo>
                  <a:pt x="178546" y="142202"/>
                </a:lnTo>
                <a:lnTo>
                  <a:pt x="181081" y="137510"/>
                </a:lnTo>
                <a:lnTo>
                  <a:pt x="183323" y="132687"/>
                </a:lnTo>
                <a:lnTo>
                  <a:pt x="185274" y="127731"/>
                </a:lnTo>
                <a:lnTo>
                  <a:pt x="186934" y="122645"/>
                </a:lnTo>
                <a:lnTo>
                  <a:pt x="188302" y="117427"/>
                </a:lnTo>
                <a:lnTo>
                  <a:pt x="189378" y="112077"/>
                </a:lnTo>
                <a:lnTo>
                  <a:pt x="190158" y="106675"/>
                </a:lnTo>
                <a:lnTo>
                  <a:pt x="190638" y="101301"/>
                </a:lnTo>
                <a:lnTo>
                  <a:pt x="190816" y="95957"/>
                </a:lnTo>
                <a:lnTo>
                  <a:pt x="190694" y="90639"/>
                </a:lnTo>
                <a:lnTo>
                  <a:pt x="190271" y="85351"/>
                </a:lnTo>
                <a:lnTo>
                  <a:pt x="189548" y="80090"/>
                </a:lnTo>
                <a:lnTo>
                  <a:pt x="188523" y="74857"/>
                </a:lnTo>
                <a:lnTo>
                  <a:pt x="187197" y="69653"/>
                </a:lnTo>
                <a:lnTo>
                  <a:pt x="185570" y="64478"/>
                </a:lnTo>
                <a:lnTo>
                  <a:pt x="183661" y="59395"/>
                </a:lnTo>
                <a:lnTo>
                  <a:pt x="181489" y="54473"/>
                </a:lnTo>
                <a:lnTo>
                  <a:pt x="179055" y="49711"/>
                </a:lnTo>
                <a:lnTo>
                  <a:pt x="176355" y="45108"/>
                </a:lnTo>
                <a:lnTo>
                  <a:pt x="173394" y="40666"/>
                </a:lnTo>
                <a:lnTo>
                  <a:pt x="170169" y="36383"/>
                </a:lnTo>
                <a:lnTo>
                  <a:pt x="166681" y="32260"/>
                </a:lnTo>
                <a:lnTo>
                  <a:pt x="162929" y="28297"/>
                </a:lnTo>
                <a:lnTo>
                  <a:pt x="158914" y="24494"/>
                </a:lnTo>
                <a:lnTo>
                  <a:pt x="154707" y="20911"/>
                </a:lnTo>
                <a:lnTo>
                  <a:pt x="150377" y="17611"/>
                </a:lnTo>
                <a:lnTo>
                  <a:pt x="145925" y="14593"/>
                </a:lnTo>
                <a:lnTo>
                  <a:pt x="141351" y="11857"/>
                </a:lnTo>
                <a:lnTo>
                  <a:pt x="136654" y="9403"/>
                </a:lnTo>
                <a:lnTo>
                  <a:pt x="131836" y="7231"/>
                </a:lnTo>
                <a:lnTo>
                  <a:pt x="126895" y="5341"/>
                </a:lnTo>
                <a:lnTo>
                  <a:pt x="121831" y="3734"/>
                </a:lnTo>
                <a:lnTo>
                  <a:pt x="116646" y="2408"/>
                </a:lnTo>
                <a:lnTo>
                  <a:pt x="111395" y="1369"/>
                </a:lnTo>
                <a:lnTo>
                  <a:pt x="106134" y="621"/>
                </a:lnTo>
                <a:lnTo>
                  <a:pt x="100864" y="165"/>
                </a:lnTo>
                <a:lnTo>
                  <a:pt x="95585" y="1"/>
                </a:lnTo>
                <a:lnTo>
                  <a:pt x="90296" y="128"/>
                </a:lnTo>
                <a:lnTo>
                  <a:pt x="84998" y="546"/>
                </a:lnTo>
                <a:lnTo>
                  <a:pt x="79690" y="1255"/>
                </a:lnTo>
                <a:lnTo>
                  <a:pt x="74373" y="2257"/>
                </a:lnTo>
                <a:lnTo>
                  <a:pt x="69047" y="3550"/>
                </a:lnTo>
                <a:lnTo>
                  <a:pt x="63796" y="5124"/>
                </a:lnTo>
                <a:lnTo>
                  <a:pt x="58704" y="6972"/>
                </a:lnTo>
                <a:lnTo>
                  <a:pt x="53772" y="9093"/>
                </a:lnTo>
                <a:lnTo>
                  <a:pt x="49001" y="11485"/>
                </a:lnTo>
                <a:lnTo>
                  <a:pt x="44389" y="14151"/>
                </a:lnTo>
                <a:lnTo>
                  <a:pt x="39937" y="17090"/>
                </a:lnTo>
                <a:lnTo>
                  <a:pt x="35644" y="20301"/>
                </a:lnTo>
                <a:lnTo>
                  <a:pt x="31513" y="23784"/>
                </a:lnTo>
                <a:lnTo>
                  <a:pt x="27540" y="27540"/>
                </a:lnTo>
                <a:lnTo>
                  <a:pt x="23784" y="31513"/>
                </a:lnTo>
                <a:lnTo>
                  <a:pt x="20301" y="35644"/>
                </a:lnTo>
                <a:lnTo>
                  <a:pt x="17090" y="39937"/>
                </a:lnTo>
                <a:lnTo>
                  <a:pt x="14151" y="44389"/>
                </a:lnTo>
                <a:lnTo>
                  <a:pt x="11485" y="49001"/>
                </a:lnTo>
                <a:lnTo>
                  <a:pt x="9093" y="53772"/>
                </a:lnTo>
                <a:lnTo>
                  <a:pt x="6972" y="58704"/>
                </a:lnTo>
                <a:lnTo>
                  <a:pt x="5124" y="63796"/>
                </a:lnTo>
                <a:lnTo>
                  <a:pt x="3550" y="69047"/>
                </a:lnTo>
                <a:lnTo>
                  <a:pt x="2257" y="74373"/>
                </a:lnTo>
                <a:lnTo>
                  <a:pt x="1255" y="79690"/>
                </a:lnTo>
                <a:lnTo>
                  <a:pt x="546" y="84998"/>
                </a:lnTo>
                <a:lnTo>
                  <a:pt x="128" y="90296"/>
                </a:lnTo>
                <a:lnTo>
                  <a:pt x="1" y="95585"/>
                </a:lnTo>
                <a:lnTo>
                  <a:pt x="165" y="100864"/>
                </a:lnTo>
                <a:lnTo>
                  <a:pt x="621" y="106134"/>
                </a:lnTo>
                <a:lnTo>
                  <a:pt x="1369" y="111395"/>
                </a:lnTo>
                <a:lnTo>
                  <a:pt x="2408" y="116646"/>
                </a:lnTo>
                <a:lnTo>
                  <a:pt x="3734" y="121831"/>
                </a:lnTo>
                <a:lnTo>
                  <a:pt x="5341" y="126895"/>
                </a:lnTo>
                <a:lnTo>
                  <a:pt x="7231" y="131836"/>
                </a:lnTo>
                <a:lnTo>
                  <a:pt x="9403" y="136654"/>
                </a:lnTo>
                <a:lnTo>
                  <a:pt x="11857" y="141351"/>
                </a:lnTo>
                <a:lnTo>
                  <a:pt x="14593" y="145925"/>
                </a:lnTo>
                <a:lnTo>
                  <a:pt x="17611" y="150377"/>
                </a:lnTo>
                <a:lnTo>
                  <a:pt x="20911" y="154707"/>
                </a:lnTo>
                <a:lnTo>
                  <a:pt x="24494" y="158914"/>
                </a:lnTo>
                <a:lnTo>
                  <a:pt x="28297" y="162929"/>
                </a:lnTo>
                <a:lnTo>
                  <a:pt x="32260" y="166681"/>
                </a:lnTo>
                <a:lnTo>
                  <a:pt x="36383" y="170169"/>
                </a:lnTo>
                <a:lnTo>
                  <a:pt x="40666" y="173394"/>
                </a:lnTo>
                <a:lnTo>
                  <a:pt x="45108" y="176355"/>
                </a:lnTo>
                <a:lnTo>
                  <a:pt x="49711" y="179055"/>
                </a:lnTo>
                <a:lnTo>
                  <a:pt x="54473" y="181489"/>
                </a:lnTo>
                <a:lnTo>
                  <a:pt x="59395" y="183661"/>
                </a:lnTo>
                <a:lnTo>
                  <a:pt x="64478" y="185570"/>
                </a:lnTo>
                <a:lnTo>
                  <a:pt x="69653" y="187197"/>
                </a:lnTo>
                <a:lnTo>
                  <a:pt x="74857" y="188523"/>
                </a:lnTo>
                <a:lnTo>
                  <a:pt x="80090" y="189548"/>
                </a:lnTo>
                <a:lnTo>
                  <a:pt x="85351" y="190271"/>
                </a:lnTo>
                <a:lnTo>
                  <a:pt x="90639" y="190694"/>
                </a:lnTo>
                <a:lnTo>
                  <a:pt x="95957" y="190816"/>
                </a:lnTo>
                <a:lnTo>
                  <a:pt x="101301" y="190638"/>
                </a:lnTo>
                <a:lnTo>
                  <a:pt x="106675" y="190158"/>
                </a:lnTo>
                <a:lnTo>
                  <a:pt x="112077" y="189378"/>
                </a:lnTo>
                <a:lnTo>
                  <a:pt x="117427" y="188302"/>
                </a:lnTo>
                <a:lnTo>
                  <a:pt x="122645" y="186934"/>
                </a:lnTo>
                <a:lnTo>
                  <a:pt x="127731" y="185274"/>
                </a:lnTo>
                <a:lnTo>
                  <a:pt x="132687" y="183323"/>
                </a:lnTo>
                <a:lnTo>
                  <a:pt x="137510" y="181081"/>
                </a:lnTo>
                <a:lnTo>
                  <a:pt x="142202" y="178546"/>
                </a:lnTo>
                <a:lnTo>
                  <a:pt x="146762" y="175721"/>
                </a:lnTo>
                <a:lnTo>
                  <a:pt x="151190" y="172604"/>
                </a:lnTo>
                <a:lnTo>
                  <a:pt x="155487" y="169196"/>
                </a:lnTo>
                <a:lnTo>
                  <a:pt x="212607" y="225554"/>
                </a:lnTo>
                <a:lnTo>
                  <a:pt x="213138" y="226193"/>
                </a:lnTo>
                <a:lnTo>
                  <a:pt x="213716" y="226757"/>
                </a:lnTo>
                <a:lnTo>
                  <a:pt x="214341" y="227246"/>
                </a:lnTo>
                <a:lnTo>
                  <a:pt x="215014" y="227660"/>
                </a:lnTo>
                <a:lnTo>
                  <a:pt x="215733" y="227998"/>
                </a:lnTo>
                <a:lnTo>
                  <a:pt x="216499" y="228262"/>
                </a:lnTo>
                <a:lnTo>
                  <a:pt x="217313" y="228450"/>
                </a:lnTo>
                <a:lnTo>
                  <a:pt x="218173" y="228563"/>
                </a:lnTo>
                <a:lnTo>
                  <a:pt x="219080" y="228600"/>
                </a:lnTo>
                <a:lnTo>
                  <a:pt x="219992" y="228567"/>
                </a:lnTo>
                <a:lnTo>
                  <a:pt x="220867" y="228469"/>
                </a:lnTo>
                <a:lnTo>
                  <a:pt x="221703" y="228304"/>
                </a:lnTo>
                <a:lnTo>
                  <a:pt x="222503" y="228073"/>
                </a:lnTo>
                <a:lnTo>
                  <a:pt x="223264" y="227777"/>
                </a:lnTo>
                <a:lnTo>
                  <a:pt x="223988" y="227415"/>
                </a:lnTo>
                <a:lnTo>
                  <a:pt x="224675" y="226987"/>
                </a:lnTo>
                <a:lnTo>
                  <a:pt x="225323" y="226494"/>
                </a:lnTo>
                <a:lnTo>
                  <a:pt x="225935" y="225935"/>
                </a:lnTo>
                <a:lnTo>
                  <a:pt x="226494" y="225323"/>
                </a:lnTo>
                <a:lnTo>
                  <a:pt x="226987" y="224675"/>
                </a:lnTo>
                <a:lnTo>
                  <a:pt x="227415" y="223988"/>
                </a:lnTo>
                <a:lnTo>
                  <a:pt x="227777" y="223264"/>
                </a:lnTo>
                <a:lnTo>
                  <a:pt x="228073" y="222503"/>
                </a:lnTo>
                <a:lnTo>
                  <a:pt x="228304" y="221703"/>
                </a:lnTo>
                <a:lnTo>
                  <a:pt x="228469" y="220867"/>
                </a:lnTo>
                <a:lnTo>
                  <a:pt x="228567" y="219992"/>
                </a:lnTo>
                <a:lnTo>
                  <a:pt x="228600" y="219080"/>
                </a:lnTo>
                <a:lnTo>
                  <a:pt x="228563" y="218173"/>
                </a:lnTo>
                <a:lnTo>
                  <a:pt x="228450" y="217313"/>
                </a:lnTo>
                <a:lnTo>
                  <a:pt x="228262" y="216499"/>
                </a:lnTo>
                <a:lnTo>
                  <a:pt x="227998" y="215733"/>
                </a:lnTo>
                <a:lnTo>
                  <a:pt x="227660" y="215014"/>
                </a:lnTo>
                <a:lnTo>
                  <a:pt x="227246" y="214341"/>
                </a:lnTo>
                <a:lnTo>
                  <a:pt x="226757" y="213716"/>
                </a:lnTo>
                <a:lnTo>
                  <a:pt x="226193" y="213138"/>
                </a:lnTo>
                <a:lnTo>
                  <a:pt x="225554" y="212607"/>
                </a:lnTo>
                <a:close/>
                <a:moveTo>
                  <a:pt x="95321" y="171480"/>
                </a:moveTo>
                <a:lnTo>
                  <a:pt x="90789" y="171354"/>
                </a:lnTo>
                <a:lnTo>
                  <a:pt x="86333" y="170973"/>
                </a:lnTo>
                <a:lnTo>
                  <a:pt x="81951" y="170338"/>
                </a:lnTo>
                <a:lnTo>
                  <a:pt x="77645" y="169450"/>
                </a:lnTo>
                <a:lnTo>
                  <a:pt x="73414" y="168308"/>
                </a:lnTo>
                <a:lnTo>
                  <a:pt x="69258" y="166911"/>
                </a:lnTo>
                <a:lnTo>
                  <a:pt x="65178" y="165261"/>
                </a:lnTo>
                <a:lnTo>
                  <a:pt x="61172" y="163357"/>
                </a:lnTo>
                <a:lnTo>
                  <a:pt x="57242" y="161199"/>
                </a:lnTo>
                <a:lnTo>
                  <a:pt x="53439" y="158826"/>
                </a:lnTo>
                <a:lnTo>
                  <a:pt x="49814" y="156273"/>
                </a:lnTo>
                <a:lnTo>
                  <a:pt x="46369" y="153541"/>
                </a:lnTo>
                <a:lnTo>
                  <a:pt x="43101" y="150631"/>
                </a:lnTo>
                <a:lnTo>
                  <a:pt x="40013" y="147542"/>
                </a:lnTo>
                <a:lnTo>
                  <a:pt x="37103" y="144275"/>
                </a:lnTo>
                <a:lnTo>
                  <a:pt x="34371" y="140829"/>
                </a:lnTo>
                <a:lnTo>
                  <a:pt x="31818" y="137205"/>
                </a:lnTo>
                <a:lnTo>
                  <a:pt x="29444" y="133401"/>
                </a:lnTo>
                <a:lnTo>
                  <a:pt x="27286" y="129471"/>
                </a:lnTo>
                <a:lnTo>
                  <a:pt x="25382" y="125465"/>
                </a:lnTo>
                <a:lnTo>
                  <a:pt x="23732" y="121385"/>
                </a:lnTo>
                <a:lnTo>
                  <a:pt x="22336" y="117229"/>
                </a:lnTo>
                <a:lnTo>
                  <a:pt x="21193" y="112998"/>
                </a:lnTo>
                <a:lnTo>
                  <a:pt x="20305" y="108692"/>
                </a:lnTo>
                <a:lnTo>
                  <a:pt x="19670" y="104310"/>
                </a:lnTo>
                <a:lnTo>
                  <a:pt x="19289" y="99853"/>
                </a:lnTo>
                <a:lnTo>
                  <a:pt x="19162" y="95321"/>
                </a:lnTo>
                <a:lnTo>
                  <a:pt x="19289" y="90789"/>
                </a:lnTo>
                <a:lnTo>
                  <a:pt x="19670" y="86333"/>
                </a:lnTo>
                <a:lnTo>
                  <a:pt x="20305" y="81951"/>
                </a:lnTo>
                <a:lnTo>
                  <a:pt x="21193" y="77645"/>
                </a:lnTo>
                <a:lnTo>
                  <a:pt x="22336" y="73414"/>
                </a:lnTo>
                <a:lnTo>
                  <a:pt x="23732" y="69258"/>
                </a:lnTo>
                <a:lnTo>
                  <a:pt x="25382" y="65178"/>
                </a:lnTo>
                <a:lnTo>
                  <a:pt x="27286" y="61172"/>
                </a:lnTo>
                <a:lnTo>
                  <a:pt x="29444" y="57242"/>
                </a:lnTo>
                <a:lnTo>
                  <a:pt x="31818" y="53439"/>
                </a:lnTo>
                <a:lnTo>
                  <a:pt x="34371" y="49814"/>
                </a:lnTo>
                <a:lnTo>
                  <a:pt x="37103" y="46369"/>
                </a:lnTo>
                <a:lnTo>
                  <a:pt x="40013" y="43101"/>
                </a:lnTo>
                <a:lnTo>
                  <a:pt x="43101" y="40013"/>
                </a:lnTo>
                <a:lnTo>
                  <a:pt x="46369" y="37103"/>
                </a:lnTo>
                <a:lnTo>
                  <a:pt x="49814" y="34371"/>
                </a:lnTo>
                <a:lnTo>
                  <a:pt x="53439" y="31818"/>
                </a:lnTo>
                <a:lnTo>
                  <a:pt x="57242" y="29444"/>
                </a:lnTo>
                <a:lnTo>
                  <a:pt x="61172" y="27286"/>
                </a:lnTo>
                <a:lnTo>
                  <a:pt x="65178" y="25382"/>
                </a:lnTo>
                <a:lnTo>
                  <a:pt x="69258" y="23732"/>
                </a:lnTo>
                <a:lnTo>
                  <a:pt x="73414" y="22336"/>
                </a:lnTo>
                <a:lnTo>
                  <a:pt x="77645" y="21193"/>
                </a:lnTo>
                <a:lnTo>
                  <a:pt x="81951" y="20305"/>
                </a:lnTo>
                <a:lnTo>
                  <a:pt x="86333" y="19670"/>
                </a:lnTo>
                <a:lnTo>
                  <a:pt x="90789" y="19289"/>
                </a:lnTo>
                <a:lnTo>
                  <a:pt x="95321" y="19162"/>
                </a:lnTo>
                <a:lnTo>
                  <a:pt x="99853" y="19289"/>
                </a:lnTo>
                <a:lnTo>
                  <a:pt x="104310" y="19670"/>
                </a:lnTo>
                <a:lnTo>
                  <a:pt x="108692" y="20305"/>
                </a:lnTo>
                <a:lnTo>
                  <a:pt x="112998" y="21193"/>
                </a:lnTo>
                <a:lnTo>
                  <a:pt x="117229" y="22336"/>
                </a:lnTo>
                <a:lnTo>
                  <a:pt x="121385" y="23732"/>
                </a:lnTo>
                <a:lnTo>
                  <a:pt x="125465" y="25382"/>
                </a:lnTo>
                <a:lnTo>
                  <a:pt x="129471" y="27286"/>
                </a:lnTo>
                <a:lnTo>
                  <a:pt x="133401" y="29444"/>
                </a:lnTo>
                <a:lnTo>
                  <a:pt x="137205" y="31818"/>
                </a:lnTo>
                <a:lnTo>
                  <a:pt x="140829" y="34371"/>
                </a:lnTo>
                <a:lnTo>
                  <a:pt x="144275" y="37103"/>
                </a:lnTo>
                <a:lnTo>
                  <a:pt x="147542" y="40013"/>
                </a:lnTo>
                <a:lnTo>
                  <a:pt x="150631" y="43101"/>
                </a:lnTo>
                <a:lnTo>
                  <a:pt x="153541" y="46369"/>
                </a:lnTo>
                <a:lnTo>
                  <a:pt x="156273" y="49814"/>
                </a:lnTo>
                <a:lnTo>
                  <a:pt x="158826" y="53439"/>
                </a:lnTo>
                <a:lnTo>
                  <a:pt x="161199" y="57242"/>
                </a:lnTo>
                <a:lnTo>
                  <a:pt x="163357" y="61172"/>
                </a:lnTo>
                <a:lnTo>
                  <a:pt x="165261" y="65178"/>
                </a:lnTo>
                <a:lnTo>
                  <a:pt x="166911" y="69258"/>
                </a:lnTo>
                <a:lnTo>
                  <a:pt x="168308" y="73414"/>
                </a:lnTo>
                <a:lnTo>
                  <a:pt x="169450" y="77645"/>
                </a:lnTo>
                <a:lnTo>
                  <a:pt x="170338" y="81951"/>
                </a:lnTo>
                <a:lnTo>
                  <a:pt x="170973" y="86333"/>
                </a:lnTo>
                <a:lnTo>
                  <a:pt x="171354" y="90789"/>
                </a:lnTo>
                <a:lnTo>
                  <a:pt x="171480" y="95321"/>
                </a:lnTo>
                <a:lnTo>
                  <a:pt x="171354" y="99853"/>
                </a:lnTo>
                <a:lnTo>
                  <a:pt x="170973" y="104310"/>
                </a:lnTo>
                <a:lnTo>
                  <a:pt x="170338" y="108692"/>
                </a:lnTo>
                <a:lnTo>
                  <a:pt x="169450" y="112998"/>
                </a:lnTo>
                <a:lnTo>
                  <a:pt x="168308" y="117229"/>
                </a:lnTo>
                <a:lnTo>
                  <a:pt x="166911" y="121385"/>
                </a:lnTo>
                <a:lnTo>
                  <a:pt x="165261" y="125465"/>
                </a:lnTo>
                <a:lnTo>
                  <a:pt x="163357" y="129471"/>
                </a:lnTo>
                <a:lnTo>
                  <a:pt x="161199" y="133401"/>
                </a:lnTo>
                <a:lnTo>
                  <a:pt x="158826" y="137205"/>
                </a:lnTo>
                <a:lnTo>
                  <a:pt x="156273" y="140829"/>
                </a:lnTo>
                <a:lnTo>
                  <a:pt x="153541" y="144275"/>
                </a:lnTo>
                <a:lnTo>
                  <a:pt x="150631" y="147542"/>
                </a:lnTo>
                <a:lnTo>
                  <a:pt x="147542" y="150631"/>
                </a:lnTo>
                <a:lnTo>
                  <a:pt x="144275" y="153541"/>
                </a:lnTo>
                <a:lnTo>
                  <a:pt x="140829" y="156273"/>
                </a:lnTo>
                <a:lnTo>
                  <a:pt x="137205" y="158826"/>
                </a:lnTo>
                <a:lnTo>
                  <a:pt x="133401" y="161199"/>
                </a:lnTo>
                <a:lnTo>
                  <a:pt x="129471" y="163357"/>
                </a:lnTo>
                <a:lnTo>
                  <a:pt x="125465" y="165261"/>
                </a:lnTo>
                <a:lnTo>
                  <a:pt x="121385" y="166911"/>
                </a:lnTo>
                <a:lnTo>
                  <a:pt x="117229" y="168308"/>
                </a:lnTo>
                <a:lnTo>
                  <a:pt x="112998" y="169450"/>
                </a:lnTo>
                <a:lnTo>
                  <a:pt x="108692" y="170338"/>
                </a:lnTo>
                <a:lnTo>
                  <a:pt x="104310" y="170973"/>
                </a:lnTo>
                <a:lnTo>
                  <a:pt x="99853" y="171354"/>
                </a:lnTo>
                <a:lnTo>
                  <a:pt x="95321" y="17148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677110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5A56B-F0FE-49B2-8EE7-F7677F3651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實驗一：8 / 9 次成功套用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151D43-3555-4E71-8EBE-5AC269F2244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09/03　成功套用後仍需人工檢查策略語義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D408BD-AAC3-407F-A57F-A934040A3AC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0215FC-056D-4D8B-BF60-8298CC645DF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02147-8AAF-4B6E-BF2C-E89595EFB668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572BD5-AC02-45D1-866A-2C54E7AC8EF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55BE06-8CA1-4A3D-846B-41A78FC33754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strategy_prompt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F8ACF7-586A-47D9-A671-EA31D044C40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66AAD1-D02D-4238-B79E-716FF19947D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E4B64A-1B7F-4706-9C34-50A424353726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7E4C7-6A6E-4392-9E93-CB6441E2793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97BC4E-D53F-4C66-825C-378E28D3675C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C3 三次 rewrite 後回滾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A50DCC-2CC4-40A3-820D-82CE5F7C9F0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88F209-9C5F-4D62-B5EB-D6BAD38580A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B71844-8C6E-4580-8957-FD747CF21966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0D67A6-F9F4-4E67-B7FD-337CC6AA7711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E0BE78-667D-4E4F-A5E7-CA35D0AC3505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兩個 prompt 同時改變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91741D-CA56-4BD2-B2CC-9EB8D83ECAD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欄位修改大致符合預期，但成功套用的內容仍可能包含不存在的遊戲概念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6231F4-6928-44C4-A1CB-1936794DD901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9 個 trial 的 inherited Java 均未被反思直接改寫；未量測新策略勝率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F0D423-F0FF-4FF4-870F-82809D6F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12 / 33</a:t>
            </a:r>
          </a:p>
        </p:txBody>
      </p:sp>
    </p:spTree>
    <p:extLst>
      <p:ext uri="{BB962C8B-B14F-4D97-AF65-F5344CB8AC3E}">
        <p14:creationId xmlns:p14="http://schemas.microsoft.com/office/powerpoint/2010/main" val="40331550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954233-66DB-4EA6-8879-829D63000B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實驗一：各次 trial 暴露的問題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A43121-198A-4BCC-87EF-AC66A345FAC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09/03　反思能改內容，但規則 grounding 尚不足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B9355-85F5-42A6-A57C-3CE5911348B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CC5B6-5E48-4532-AABD-470751BB8AA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8D8DDB-B788-4D68-84E5-B2869D1CF8D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S1 / S2 / S3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B5E150-19A3-49B9-8496-07E1564BF5C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S1：加入 Heavy 與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S2：採集／回存條件互相衝突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S3：把 Base HP 當資源儲量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E60CA3-0720-45C2-A8B6-82E724FF05A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5E2058-7014-4D56-8468-92CB61CAB3CE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63224F-25A6-4B61-9CBC-0825B5413D6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C1 / C2 / C3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0263DB-98BE-4FB9-B13D-E614194E1E0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C1：targeting rule，經 retry 套用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C2：schema retry 後新增 rule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C3：具體 Worker 詞遭拒絕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A193EB-EFDF-4A07-8AAC-BB0340DFFFC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FA5D06-B008-4F07-A472-CF44DE98DCCE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A623E8-B74E-42CC-BD26-FEFD5597A11D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B1 / B2 / B3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85BBC1-334A-4E5B-8594-29CCBBA1B06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B1：Wall、Tower、Marine、Tank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B2：Armory、tech、high ground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B3：Marine、Siege Tank、RL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61B444-2174-42F7-8034-EB4FA1D4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13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E6FA6C-28D3-4AE1-B38F-44885605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491CC4-1ACF-45FA-8C4C-7E88FE45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813EA6-3FE2-473E-9F91-DBE56920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7838" y="101346"/>
                </a:moveTo>
                <a:lnTo>
                  <a:pt x="198882" y="22098"/>
                </a:lnTo>
                <a:lnTo>
                  <a:pt x="198149" y="20292"/>
                </a:lnTo>
                <a:lnTo>
                  <a:pt x="197302" y="18599"/>
                </a:lnTo>
                <a:lnTo>
                  <a:pt x="196342" y="17018"/>
                </a:lnTo>
                <a:lnTo>
                  <a:pt x="195269" y="15551"/>
                </a:lnTo>
                <a:lnTo>
                  <a:pt x="194084" y="14196"/>
                </a:lnTo>
                <a:lnTo>
                  <a:pt x="192786" y="12954"/>
                </a:lnTo>
                <a:lnTo>
                  <a:pt x="191375" y="11825"/>
                </a:lnTo>
                <a:lnTo>
                  <a:pt x="189851" y="10809"/>
                </a:lnTo>
                <a:lnTo>
                  <a:pt x="188214" y="9906"/>
                </a:lnTo>
                <a:lnTo>
                  <a:pt x="186511" y="9134"/>
                </a:lnTo>
                <a:lnTo>
                  <a:pt x="184790" y="8513"/>
                </a:lnTo>
                <a:lnTo>
                  <a:pt x="183050" y="8043"/>
                </a:lnTo>
                <a:lnTo>
                  <a:pt x="181290" y="7724"/>
                </a:lnTo>
                <a:lnTo>
                  <a:pt x="179512" y="7554"/>
                </a:lnTo>
                <a:lnTo>
                  <a:pt x="177716" y="7535"/>
                </a:lnTo>
                <a:lnTo>
                  <a:pt x="175900" y="7667"/>
                </a:lnTo>
                <a:lnTo>
                  <a:pt x="174066" y="7950"/>
                </a:lnTo>
                <a:lnTo>
                  <a:pt x="172212" y="8382"/>
                </a:lnTo>
                <a:lnTo>
                  <a:pt x="124206" y="20574"/>
                </a:lnTo>
                <a:lnTo>
                  <a:pt x="124206" y="9144"/>
                </a:lnTo>
                <a:lnTo>
                  <a:pt x="124168" y="8312"/>
                </a:lnTo>
                <a:lnTo>
                  <a:pt x="124056" y="7507"/>
                </a:lnTo>
                <a:lnTo>
                  <a:pt x="123867" y="6731"/>
                </a:lnTo>
                <a:lnTo>
                  <a:pt x="123604" y="5983"/>
                </a:lnTo>
                <a:lnTo>
                  <a:pt x="123265" y="5264"/>
                </a:lnTo>
                <a:lnTo>
                  <a:pt x="122852" y="4572"/>
                </a:lnTo>
                <a:lnTo>
                  <a:pt x="122362" y="3909"/>
                </a:lnTo>
                <a:lnTo>
                  <a:pt x="121798" y="3274"/>
                </a:lnTo>
                <a:lnTo>
                  <a:pt x="121158" y="2667"/>
                </a:lnTo>
                <a:lnTo>
                  <a:pt x="120471" y="2107"/>
                </a:lnTo>
                <a:lnTo>
                  <a:pt x="119765" y="1614"/>
                </a:lnTo>
                <a:lnTo>
                  <a:pt x="119042" y="1185"/>
                </a:lnTo>
                <a:lnTo>
                  <a:pt x="118299" y="823"/>
                </a:lnTo>
                <a:lnTo>
                  <a:pt x="117537" y="527"/>
                </a:lnTo>
                <a:lnTo>
                  <a:pt x="116756" y="296"/>
                </a:lnTo>
                <a:lnTo>
                  <a:pt x="115955" y="131"/>
                </a:lnTo>
                <a:lnTo>
                  <a:pt x="115137" y="33"/>
                </a:lnTo>
                <a:lnTo>
                  <a:pt x="114300" y="0"/>
                </a:lnTo>
                <a:lnTo>
                  <a:pt x="113468" y="33"/>
                </a:lnTo>
                <a:lnTo>
                  <a:pt x="112663" y="131"/>
                </a:lnTo>
                <a:lnTo>
                  <a:pt x="111887" y="296"/>
                </a:lnTo>
                <a:lnTo>
                  <a:pt x="111139" y="527"/>
                </a:lnTo>
                <a:lnTo>
                  <a:pt x="110420" y="823"/>
                </a:lnTo>
                <a:lnTo>
                  <a:pt x="109728" y="1185"/>
                </a:lnTo>
                <a:lnTo>
                  <a:pt x="109065" y="1614"/>
                </a:lnTo>
                <a:lnTo>
                  <a:pt x="108430" y="2107"/>
                </a:lnTo>
                <a:lnTo>
                  <a:pt x="107823" y="2667"/>
                </a:lnTo>
                <a:lnTo>
                  <a:pt x="107263" y="3283"/>
                </a:lnTo>
                <a:lnTo>
                  <a:pt x="106770" y="3946"/>
                </a:lnTo>
                <a:lnTo>
                  <a:pt x="106341" y="4657"/>
                </a:lnTo>
                <a:lnTo>
                  <a:pt x="105979" y="5414"/>
                </a:lnTo>
                <a:lnTo>
                  <a:pt x="105683" y="6218"/>
                </a:lnTo>
                <a:lnTo>
                  <a:pt x="105452" y="7069"/>
                </a:lnTo>
                <a:lnTo>
                  <a:pt x="105287" y="7968"/>
                </a:lnTo>
                <a:lnTo>
                  <a:pt x="105189" y="8913"/>
                </a:lnTo>
                <a:lnTo>
                  <a:pt x="105156" y="9906"/>
                </a:lnTo>
                <a:lnTo>
                  <a:pt x="105156" y="25908"/>
                </a:lnTo>
                <a:lnTo>
                  <a:pt x="54864" y="39624"/>
                </a:lnTo>
                <a:lnTo>
                  <a:pt x="52860" y="40179"/>
                </a:lnTo>
                <a:lnTo>
                  <a:pt x="50913" y="40828"/>
                </a:lnTo>
                <a:lnTo>
                  <a:pt x="49022" y="41571"/>
                </a:lnTo>
                <a:lnTo>
                  <a:pt x="47188" y="42408"/>
                </a:lnTo>
                <a:lnTo>
                  <a:pt x="45409" y="43340"/>
                </a:lnTo>
                <a:lnTo>
                  <a:pt x="43688" y="44366"/>
                </a:lnTo>
                <a:lnTo>
                  <a:pt x="42023" y="45485"/>
                </a:lnTo>
                <a:lnTo>
                  <a:pt x="40415" y="46698"/>
                </a:lnTo>
                <a:lnTo>
                  <a:pt x="38862" y="48006"/>
                </a:lnTo>
                <a:lnTo>
                  <a:pt x="37385" y="49399"/>
                </a:lnTo>
                <a:lnTo>
                  <a:pt x="36003" y="50865"/>
                </a:lnTo>
                <a:lnTo>
                  <a:pt x="34713" y="52408"/>
                </a:lnTo>
                <a:lnTo>
                  <a:pt x="33518" y="54027"/>
                </a:lnTo>
                <a:lnTo>
                  <a:pt x="32418" y="55720"/>
                </a:lnTo>
                <a:lnTo>
                  <a:pt x="31412" y="57489"/>
                </a:lnTo>
                <a:lnTo>
                  <a:pt x="30499" y="59332"/>
                </a:lnTo>
                <a:lnTo>
                  <a:pt x="29680" y="61251"/>
                </a:lnTo>
                <a:lnTo>
                  <a:pt x="28956" y="63246"/>
                </a:lnTo>
                <a:lnTo>
                  <a:pt x="762" y="139446"/>
                </a:lnTo>
                <a:lnTo>
                  <a:pt x="602" y="139822"/>
                </a:lnTo>
                <a:lnTo>
                  <a:pt x="461" y="140274"/>
                </a:lnTo>
                <a:lnTo>
                  <a:pt x="339" y="140800"/>
                </a:lnTo>
                <a:lnTo>
                  <a:pt x="235" y="141402"/>
                </a:lnTo>
                <a:lnTo>
                  <a:pt x="150" y="142080"/>
                </a:lnTo>
                <a:lnTo>
                  <a:pt x="85" y="142833"/>
                </a:lnTo>
                <a:lnTo>
                  <a:pt x="38" y="143661"/>
                </a:lnTo>
                <a:lnTo>
                  <a:pt x="10" y="144564"/>
                </a:lnTo>
                <a:lnTo>
                  <a:pt x="0" y="145542"/>
                </a:lnTo>
                <a:lnTo>
                  <a:pt x="0" y="145542"/>
                </a:lnTo>
                <a:lnTo>
                  <a:pt x="70" y="148228"/>
                </a:lnTo>
                <a:lnTo>
                  <a:pt x="282" y="150866"/>
                </a:lnTo>
                <a:lnTo>
                  <a:pt x="635" y="153458"/>
                </a:lnTo>
                <a:lnTo>
                  <a:pt x="1129" y="156003"/>
                </a:lnTo>
                <a:lnTo>
                  <a:pt x="1764" y="158501"/>
                </a:lnTo>
                <a:lnTo>
                  <a:pt x="2540" y="160952"/>
                </a:lnTo>
                <a:lnTo>
                  <a:pt x="3458" y="163355"/>
                </a:lnTo>
                <a:lnTo>
                  <a:pt x="4516" y="165711"/>
                </a:lnTo>
                <a:lnTo>
                  <a:pt x="5715" y="168021"/>
                </a:lnTo>
                <a:lnTo>
                  <a:pt x="7037" y="170256"/>
                </a:lnTo>
                <a:lnTo>
                  <a:pt x="8462" y="172386"/>
                </a:lnTo>
                <a:lnTo>
                  <a:pt x="9991" y="174413"/>
                </a:lnTo>
                <a:lnTo>
                  <a:pt x="11622" y="176337"/>
                </a:lnTo>
                <a:lnTo>
                  <a:pt x="13359" y="178158"/>
                </a:lnTo>
                <a:lnTo>
                  <a:pt x="15198" y="179874"/>
                </a:lnTo>
                <a:lnTo>
                  <a:pt x="17140" y="181487"/>
                </a:lnTo>
                <a:lnTo>
                  <a:pt x="19186" y="182997"/>
                </a:lnTo>
                <a:lnTo>
                  <a:pt x="21336" y="184404"/>
                </a:lnTo>
                <a:lnTo>
                  <a:pt x="23556" y="185683"/>
                </a:lnTo>
                <a:lnTo>
                  <a:pt x="25814" y="186812"/>
                </a:lnTo>
                <a:lnTo>
                  <a:pt x="28109" y="187791"/>
                </a:lnTo>
                <a:lnTo>
                  <a:pt x="30442" y="188619"/>
                </a:lnTo>
                <a:lnTo>
                  <a:pt x="32813" y="189296"/>
                </a:lnTo>
                <a:lnTo>
                  <a:pt x="35222" y="189823"/>
                </a:lnTo>
                <a:lnTo>
                  <a:pt x="37668" y="190199"/>
                </a:lnTo>
                <a:lnTo>
                  <a:pt x="40151" y="190425"/>
                </a:lnTo>
                <a:lnTo>
                  <a:pt x="42672" y="190500"/>
                </a:lnTo>
                <a:lnTo>
                  <a:pt x="46501" y="190359"/>
                </a:lnTo>
                <a:lnTo>
                  <a:pt x="50198" y="189935"/>
                </a:lnTo>
                <a:lnTo>
                  <a:pt x="53763" y="189230"/>
                </a:lnTo>
                <a:lnTo>
                  <a:pt x="57197" y="188243"/>
                </a:lnTo>
                <a:lnTo>
                  <a:pt x="60499" y="186972"/>
                </a:lnTo>
                <a:lnTo>
                  <a:pt x="63669" y="185420"/>
                </a:lnTo>
                <a:lnTo>
                  <a:pt x="66708" y="183586"/>
                </a:lnTo>
                <a:lnTo>
                  <a:pt x="69614" y="181469"/>
                </a:lnTo>
                <a:lnTo>
                  <a:pt x="72390" y="179070"/>
                </a:lnTo>
                <a:lnTo>
                  <a:pt x="73712" y="177687"/>
                </a:lnTo>
                <a:lnTo>
                  <a:pt x="74967" y="176248"/>
                </a:lnTo>
                <a:lnTo>
                  <a:pt x="76158" y="174752"/>
                </a:lnTo>
                <a:lnTo>
                  <a:pt x="77282" y="173200"/>
                </a:lnTo>
                <a:lnTo>
                  <a:pt x="78340" y="171591"/>
                </a:lnTo>
                <a:lnTo>
                  <a:pt x="79333" y="169926"/>
                </a:lnTo>
                <a:lnTo>
                  <a:pt x="80260" y="168205"/>
                </a:lnTo>
                <a:lnTo>
                  <a:pt x="81120" y="166427"/>
                </a:lnTo>
                <a:lnTo>
                  <a:pt x="81915" y="164592"/>
                </a:lnTo>
                <a:lnTo>
                  <a:pt x="82635" y="162729"/>
                </a:lnTo>
                <a:lnTo>
                  <a:pt x="83269" y="160867"/>
                </a:lnTo>
                <a:lnTo>
                  <a:pt x="83820" y="159004"/>
                </a:lnTo>
                <a:lnTo>
                  <a:pt x="84286" y="157142"/>
                </a:lnTo>
                <a:lnTo>
                  <a:pt x="84667" y="155278"/>
                </a:lnTo>
                <a:lnTo>
                  <a:pt x="84963" y="153416"/>
                </a:lnTo>
                <a:lnTo>
                  <a:pt x="85174" y="151553"/>
                </a:lnTo>
                <a:lnTo>
                  <a:pt x="85302" y="149691"/>
                </a:lnTo>
                <a:lnTo>
                  <a:pt x="85344" y="147828"/>
                </a:lnTo>
                <a:lnTo>
                  <a:pt x="85344" y="139446"/>
                </a:lnTo>
                <a:lnTo>
                  <a:pt x="55626" y="59436"/>
                </a:lnTo>
                <a:lnTo>
                  <a:pt x="59436" y="57912"/>
                </a:lnTo>
                <a:lnTo>
                  <a:pt x="105156" y="45720"/>
                </a:lnTo>
                <a:lnTo>
                  <a:pt x="105156" y="209550"/>
                </a:lnTo>
                <a:lnTo>
                  <a:pt x="48006" y="209550"/>
                </a:lnTo>
                <a:lnTo>
                  <a:pt x="47013" y="209583"/>
                </a:lnTo>
                <a:lnTo>
                  <a:pt x="46068" y="209681"/>
                </a:lnTo>
                <a:lnTo>
                  <a:pt x="45169" y="209846"/>
                </a:lnTo>
                <a:lnTo>
                  <a:pt x="44318" y="210077"/>
                </a:lnTo>
                <a:lnTo>
                  <a:pt x="43514" y="210373"/>
                </a:lnTo>
                <a:lnTo>
                  <a:pt x="42757" y="210735"/>
                </a:lnTo>
                <a:lnTo>
                  <a:pt x="42046" y="211164"/>
                </a:lnTo>
                <a:lnTo>
                  <a:pt x="41383" y="211657"/>
                </a:lnTo>
                <a:lnTo>
                  <a:pt x="40767" y="212217"/>
                </a:lnTo>
                <a:lnTo>
                  <a:pt x="40207" y="212829"/>
                </a:lnTo>
                <a:lnTo>
                  <a:pt x="39714" y="213477"/>
                </a:lnTo>
                <a:lnTo>
                  <a:pt x="39285" y="214164"/>
                </a:lnTo>
                <a:lnTo>
                  <a:pt x="38923" y="214889"/>
                </a:lnTo>
                <a:lnTo>
                  <a:pt x="38627" y="215651"/>
                </a:lnTo>
                <a:lnTo>
                  <a:pt x="38396" y="216450"/>
                </a:lnTo>
                <a:lnTo>
                  <a:pt x="38231" y="217287"/>
                </a:lnTo>
                <a:lnTo>
                  <a:pt x="38133" y="218163"/>
                </a:lnTo>
                <a:lnTo>
                  <a:pt x="38100" y="219075"/>
                </a:lnTo>
                <a:lnTo>
                  <a:pt x="38133" y="219987"/>
                </a:lnTo>
                <a:lnTo>
                  <a:pt x="38231" y="220863"/>
                </a:lnTo>
                <a:lnTo>
                  <a:pt x="38396" y="221700"/>
                </a:lnTo>
                <a:lnTo>
                  <a:pt x="38627" y="222499"/>
                </a:lnTo>
                <a:lnTo>
                  <a:pt x="38923" y="223261"/>
                </a:lnTo>
                <a:lnTo>
                  <a:pt x="39285" y="223986"/>
                </a:lnTo>
                <a:lnTo>
                  <a:pt x="39714" y="224673"/>
                </a:lnTo>
                <a:lnTo>
                  <a:pt x="40207" y="225321"/>
                </a:lnTo>
                <a:lnTo>
                  <a:pt x="40767" y="225933"/>
                </a:lnTo>
                <a:lnTo>
                  <a:pt x="41374" y="226493"/>
                </a:lnTo>
                <a:lnTo>
                  <a:pt x="42009" y="226986"/>
                </a:lnTo>
                <a:lnTo>
                  <a:pt x="42672" y="227415"/>
                </a:lnTo>
                <a:lnTo>
                  <a:pt x="43364" y="227777"/>
                </a:lnTo>
                <a:lnTo>
                  <a:pt x="44083" y="228073"/>
                </a:lnTo>
                <a:lnTo>
                  <a:pt x="44831" y="228304"/>
                </a:lnTo>
                <a:lnTo>
                  <a:pt x="45607" y="228469"/>
                </a:lnTo>
                <a:lnTo>
                  <a:pt x="46412" y="228567"/>
                </a:lnTo>
                <a:lnTo>
                  <a:pt x="47244" y="228600"/>
                </a:lnTo>
                <a:lnTo>
                  <a:pt x="181356" y="228600"/>
                </a:lnTo>
                <a:lnTo>
                  <a:pt x="182188" y="228567"/>
                </a:lnTo>
                <a:lnTo>
                  <a:pt x="182993" y="228469"/>
                </a:lnTo>
                <a:lnTo>
                  <a:pt x="183769" y="228304"/>
                </a:lnTo>
                <a:lnTo>
                  <a:pt x="184517" y="228073"/>
                </a:lnTo>
                <a:lnTo>
                  <a:pt x="185236" y="227777"/>
                </a:lnTo>
                <a:lnTo>
                  <a:pt x="185928" y="227415"/>
                </a:lnTo>
                <a:lnTo>
                  <a:pt x="186591" y="226986"/>
                </a:lnTo>
                <a:lnTo>
                  <a:pt x="187226" y="226493"/>
                </a:lnTo>
                <a:lnTo>
                  <a:pt x="187833" y="225933"/>
                </a:lnTo>
                <a:lnTo>
                  <a:pt x="188393" y="225321"/>
                </a:lnTo>
                <a:lnTo>
                  <a:pt x="188886" y="224673"/>
                </a:lnTo>
                <a:lnTo>
                  <a:pt x="189315" y="223986"/>
                </a:lnTo>
                <a:lnTo>
                  <a:pt x="189677" y="223261"/>
                </a:lnTo>
                <a:lnTo>
                  <a:pt x="189973" y="222499"/>
                </a:lnTo>
                <a:lnTo>
                  <a:pt x="190204" y="221700"/>
                </a:lnTo>
                <a:lnTo>
                  <a:pt x="190369" y="220863"/>
                </a:lnTo>
                <a:lnTo>
                  <a:pt x="190467" y="219987"/>
                </a:lnTo>
                <a:lnTo>
                  <a:pt x="190500" y="219075"/>
                </a:lnTo>
                <a:lnTo>
                  <a:pt x="190467" y="218163"/>
                </a:lnTo>
                <a:lnTo>
                  <a:pt x="190369" y="217287"/>
                </a:lnTo>
                <a:lnTo>
                  <a:pt x="190204" y="216450"/>
                </a:lnTo>
                <a:lnTo>
                  <a:pt x="189973" y="215651"/>
                </a:lnTo>
                <a:lnTo>
                  <a:pt x="189677" y="214889"/>
                </a:lnTo>
                <a:lnTo>
                  <a:pt x="189315" y="214164"/>
                </a:lnTo>
                <a:lnTo>
                  <a:pt x="188886" y="213477"/>
                </a:lnTo>
                <a:lnTo>
                  <a:pt x="188393" y="212829"/>
                </a:lnTo>
                <a:lnTo>
                  <a:pt x="187833" y="212217"/>
                </a:lnTo>
                <a:lnTo>
                  <a:pt x="187217" y="211657"/>
                </a:lnTo>
                <a:lnTo>
                  <a:pt x="186554" y="211164"/>
                </a:lnTo>
                <a:lnTo>
                  <a:pt x="185843" y="210735"/>
                </a:lnTo>
                <a:lnTo>
                  <a:pt x="185086" y="210373"/>
                </a:lnTo>
                <a:lnTo>
                  <a:pt x="184282" y="210077"/>
                </a:lnTo>
                <a:lnTo>
                  <a:pt x="183431" y="209846"/>
                </a:lnTo>
                <a:lnTo>
                  <a:pt x="182532" y="209681"/>
                </a:lnTo>
                <a:lnTo>
                  <a:pt x="181587" y="209583"/>
                </a:lnTo>
                <a:lnTo>
                  <a:pt x="180594" y="209550"/>
                </a:lnTo>
                <a:lnTo>
                  <a:pt x="124206" y="209550"/>
                </a:lnTo>
                <a:lnTo>
                  <a:pt x="124206" y="40386"/>
                </a:lnTo>
                <a:lnTo>
                  <a:pt x="170688" y="28194"/>
                </a:lnTo>
                <a:lnTo>
                  <a:pt x="143256" y="101346"/>
                </a:lnTo>
                <a:lnTo>
                  <a:pt x="142494" y="107442"/>
                </a:lnTo>
                <a:lnTo>
                  <a:pt x="142795" y="111441"/>
                </a:lnTo>
                <a:lnTo>
                  <a:pt x="143360" y="115307"/>
                </a:lnTo>
                <a:lnTo>
                  <a:pt x="144188" y="119042"/>
                </a:lnTo>
                <a:lnTo>
                  <a:pt x="145278" y="122644"/>
                </a:lnTo>
                <a:lnTo>
                  <a:pt x="146634" y="126116"/>
                </a:lnTo>
                <a:lnTo>
                  <a:pt x="148251" y="129455"/>
                </a:lnTo>
                <a:lnTo>
                  <a:pt x="150133" y="132663"/>
                </a:lnTo>
                <a:lnTo>
                  <a:pt x="152278" y="135740"/>
                </a:lnTo>
                <a:lnTo>
                  <a:pt x="154686" y="138684"/>
                </a:lnTo>
                <a:lnTo>
                  <a:pt x="157306" y="141412"/>
                </a:lnTo>
                <a:lnTo>
                  <a:pt x="160086" y="143839"/>
                </a:lnTo>
                <a:lnTo>
                  <a:pt x="163026" y="145965"/>
                </a:lnTo>
                <a:lnTo>
                  <a:pt x="166126" y="147790"/>
                </a:lnTo>
                <a:lnTo>
                  <a:pt x="169385" y="149314"/>
                </a:lnTo>
                <a:lnTo>
                  <a:pt x="172804" y="150537"/>
                </a:lnTo>
                <a:lnTo>
                  <a:pt x="176384" y="151459"/>
                </a:lnTo>
                <a:lnTo>
                  <a:pt x="180123" y="152080"/>
                </a:lnTo>
                <a:lnTo>
                  <a:pt x="184023" y="152400"/>
                </a:lnTo>
                <a:lnTo>
                  <a:pt x="187942" y="152410"/>
                </a:lnTo>
                <a:lnTo>
                  <a:pt x="191737" y="152099"/>
                </a:lnTo>
                <a:lnTo>
                  <a:pt x="195411" y="151468"/>
                </a:lnTo>
                <a:lnTo>
                  <a:pt x="198962" y="150519"/>
                </a:lnTo>
                <a:lnTo>
                  <a:pt x="202391" y="149248"/>
                </a:lnTo>
                <a:lnTo>
                  <a:pt x="205698" y="147658"/>
                </a:lnTo>
                <a:lnTo>
                  <a:pt x="208882" y="145749"/>
                </a:lnTo>
                <a:lnTo>
                  <a:pt x="211945" y="143520"/>
                </a:lnTo>
                <a:lnTo>
                  <a:pt x="214884" y="140970"/>
                </a:lnTo>
                <a:lnTo>
                  <a:pt x="216366" y="139587"/>
                </a:lnTo>
                <a:lnTo>
                  <a:pt x="217762" y="138148"/>
                </a:lnTo>
                <a:lnTo>
                  <a:pt x="219075" y="136652"/>
                </a:lnTo>
                <a:lnTo>
                  <a:pt x="220303" y="135100"/>
                </a:lnTo>
                <a:lnTo>
                  <a:pt x="221446" y="133491"/>
                </a:lnTo>
                <a:lnTo>
                  <a:pt x="222504" y="131826"/>
                </a:lnTo>
                <a:lnTo>
                  <a:pt x="223477" y="130105"/>
                </a:lnTo>
                <a:lnTo>
                  <a:pt x="224367" y="128327"/>
                </a:lnTo>
                <a:lnTo>
                  <a:pt x="225171" y="126492"/>
                </a:lnTo>
                <a:lnTo>
                  <a:pt x="225891" y="124629"/>
                </a:lnTo>
                <a:lnTo>
                  <a:pt x="226525" y="122767"/>
                </a:lnTo>
                <a:lnTo>
                  <a:pt x="227076" y="120904"/>
                </a:lnTo>
                <a:lnTo>
                  <a:pt x="227542" y="119042"/>
                </a:lnTo>
                <a:lnTo>
                  <a:pt x="227923" y="117178"/>
                </a:lnTo>
                <a:lnTo>
                  <a:pt x="228219" y="115316"/>
                </a:lnTo>
                <a:lnTo>
                  <a:pt x="228430" y="113453"/>
                </a:lnTo>
                <a:lnTo>
                  <a:pt x="228558" y="111591"/>
                </a:lnTo>
                <a:lnTo>
                  <a:pt x="228600" y="109728"/>
                </a:lnTo>
                <a:close/>
                <a:moveTo>
                  <a:pt x="41910" y="171450"/>
                </a:moveTo>
                <a:lnTo>
                  <a:pt x="40236" y="171224"/>
                </a:lnTo>
                <a:lnTo>
                  <a:pt x="38598" y="170885"/>
                </a:lnTo>
                <a:lnTo>
                  <a:pt x="36999" y="170434"/>
                </a:lnTo>
                <a:lnTo>
                  <a:pt x="35438" y="169870"/>
                </a:lnTo>
                <a:lnTo>
                  <a:pt x="33914" y="169193"/>
                </a:lnTo>
                <a:lnTo>
                  <a:pt x="32427" y="168402"/>
                </a:lnTo>
                <a:lnTo>
                  <a:pt x="30978" y="167499"/>
                </a:lnTo>
                <a:lnTo>
                  <a:pt x="29568" y="166483"/>
                </a:lnTo>
                <a:lnTo>
                  <a:pt x="28194" y="165354"/>
                </a:lnTo>
                <a:lnTo>
                  <a:pt x="26886" y="164141"/>
                </a:lnTo>
                <a:lnTo>
                  <a:pt x="25673" y="162871"/>
                </a:lnTo>
                <a:lnTo>
                  <a:pt x="24554" y="161544"/>
                </a:lnTo>
                <a:lnTo>
                  <a:pt x="23528" y="160161"/>
                </a:lnTo>
                <a:lnTo>
                  <a:pt x="22596" y="158722"/>
                </a:lnTo>
                <a:lnTo>
                  <a:pt x="21759" y="157226"/>
                </a:lnTo>
                <a:lnTo>
                  <a:pt x="21016" y="155674"/>
                </a:lnTo>
                <a:lnTo>
                  <a:pt x="20367" y="154065"/>
                </a:lnTo>
                <a:lnTo>
                  <a:pt x="19812" y="152400"/>
                </a:lnTo>
                <a:lnTo>
                  <a:pt x="66294" y="152400"/>
                </a:lnTo>
                <a:lnTo>
                  <a:pt x="65908" y="154055"/>
                </a:lnTo>
                <a:lnTo>
                  <a:pt x="65428" y="155637"/>
                </a:lnTo>
                <a:lnTo>
                  <a:pt x="64855" y="157142"/>
                </a:lnTo>
                <a:lnTo>
                  <a:pt x="64187" y="158571"/>
                </a:lnTo>
                <a:lnTo>
                  <a:pt x="63425" y="159926"/>
                </a:lnTo>
                <a:lnTo>
                  <a:pt x="62569" y="161205"/>
                </a:lnTo>
                <a:lnTo>
                  <a:pt x="61618" y="162410"/>
                </a:lnTo>
                <a:lnTo>
                  <a:pt x="60574" y="163539"/>
                </a:lnTo>
                <a:lnTo>
                  <a:pt x="59436" y="164592"/>
                </a:lnTo>
                <a:lnTo>
                  <a:pt x="57715" y="166182"/>
                </a:lnTo>
                <a:lnTo>
                  <a:pt x="55937" y="167565"/>
                </a:lnTo>
                <a:lnTo>
                  <a:pt x="54102" y="168741"/>
                </a:lnTo>
                <a:lnTo>
                  <a:pt x="52211" y="169710"/>
                </a:lnTo>
                <a:lnTo>
                  <a:pt x="50263" y="170472"/>
                </a:lnTo>
                <a:lnTo>
                  <a:pt x="48260" y="171027"/>
                </a:lnTo>
                <a:lnTo>
                  <a:pt x="46200" y="171375"/>
                </a:lnTo>
                <a:lnTo>
                  <a:pt x="44083" y="171516"/>
                </a:lnTo>
                <a:lnTo>
                  <a:pt x="41910" y="171450"/>
                </a:lnTo>
                <a:close/>
                <a:moveTo>
                  <a:pt x="62484" y="133350"/>
                </a:moveTo>
                <a:lnTo>
                  <a:pt x="22860" y="133350"/>
                </a:lnTo>
                <a:lnTo>
                  <a:pt x="42672" y="79248"/>
                </a:lnTo>
                <a:close/>
                <a:moveTo>
                  <a:pt x="185928" y="41910"/>
                </a:moveTo>
                <a:lnTo>
                  <a:pt x="205740" y="95250"/>
                </a:lnTo>
                <a:lnTo>
                  <a:pt x="166116" y="95250"/>
                </a:lnTo>
                <a:close/>
                <a:moveTo>
                  <a:pt x="184404" y="133350"/>
                </a:moveTo>
                <a:lnTo>
                  <a:pt x="182730" y="133124"/>
                </a:lnTo>
                <a:lnTo>
                  <a:pt x="181092" y="132785"/>
                </a:lnTo>
                <a:lnTo>
                  <a:pt x="179493" y="132334"/>
                </a:lnTo>
                <a:lnTo>
                  <a:pt x="177932" y="131770"/>
                </a:lnTo>
                <a:lnTo>
                  <a:pt x="176408" y="131093"/>
                </a:lnTo>
                <a:lnTo>
                  <a:pt x="174921" y="130302"/>
                </a:lnTo>
                <a:lnTo>
                  <a:pt x="173472" y="129399"/>
                </a:lnTo>
                <a:lnTo>
                  <a:pt x="172062" y="128383"/>
                </a:lnTo>
                <a:lnTo>
                  <a:pt x="170688" y="127254"/>
                </a:lnTo>
                <a:lnTo>
                  <a:pt x="169390" y="126041"/>
                </a:lnTo>
                <a:lnTo>
                  <a:pt x="168205" y="124771"/>
                </a:lnTo>
                <a:lnTo>
                  <a:pt x="167132" y="123444"/>
                </a:lnTo>
                <a:lnTo>
                  <a:pt x="166172" y="122061"/>
                </a:lnTo>
                <a:lnTo>
                  <a:pt x="165325" y="120622"/>
                </a:lnTo>
                <a:lnTo>
                  <a:pt x="164592" y="119126"/>
                </a:lnTo>
                <a:lnTo>
                  <a:pt x="163971" y="117574"/>
                </a:lnTo>
                <a:lnTo>
                  <a:pt x="163463" y="115965"/>
                </a:lnTo>
                <a:lnTo>
                  <a:pt x="163068" y="114300"/>
                </a:lnTo>
                <a:lnTo>
                  <a:pt x="208788" y="114300"/>
                </a:lnTo>
                <a:lnTo>
                  <a:pt x="208402" y="115955"/>
                </a:lnTo>
                <a:lnTo>
                  <a:pt x="207922" y="117537"/>
                </a:lnTo>
                <a:lnTo>
                  <a:pt x="207349" y="119042"/>
                </a:lnTo>
                <a:lnTo>
                  <a:pt x="206681" y="120471"/>
                </a:lnTo>
                <a:lnTo>
                  <a:pt x="205919" y="121826"/>
                </a:lnTo>
                <a:lnTo>
                  <a:pt x="205063" y="123105"/>
                </a:lnTo>
                <a:lnTo>
                  <a:pt x="204112" y="124310"/>
                </a:lnTo>
                <a:lnTo>
                  <a:pt x="203068" y="125439"/>
                </a:lnTo>
                <a:lnTo>
                  <a:pt x="201930" y="126492"/>
                </a:lnTo>
                <a:lnTo>
                  <a:pt x="200359" y="128082"/>
                </a:lnTo>
                <a:lnTo>
                  <a:pt x="198693" y="129465"/>
                </a:lnTo>
                <a:lnTo>
                  <a:pt x="196935" y="130641"/>
                </a:lnTo>
                <a:lnTo>
                  <a:pt x="195082" y="131610"/>
                </a:lnTo>
                <a:lnTo>
                  <a:pt x="193134" y="132372"/>
                </a:lnTo>
                <a:lnTo>
                  <a:pt x="191092" y="132927"/>
                </a:lnTo>
                <a:lnTo>
                  <a:pt x="188957" y="133275"/>
                </a:lnTo>
                <a:lnTo>
                  <a:pt x="186728" y="133416"/>
                </a:lnTo>
                <a:lnTo>
                  <a:pt x="184404" y="1333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1091921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93DF0-FADB-4B95-A354-6C4F77024A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實驗二：補規則後仍有錯誤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54F27-AAE3-4E88-B710-023E05DE6A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上午　相同設計重跑；Gameplay contract 已送入策略改寫角色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5CBEFD-32E9-4ABA-976D-F415752406E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5F7D52-3143-405E-B6F9-10898A04EEE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28758C-6A56-4C6C-B458-6E3F1CE49D2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33B825-E4CA-4C0D-8D37-BBD13900DFF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6D61F0-7631-4056-AE96-AE1168DBC94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policy gene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CFE762-CBF3-4586-86B0-ED35FEDB03D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6AB530-B067-4407-AEDA-65F6F4B1585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F13BBB-DDEC-4612-A876-E474D9A3EE78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411787-5751-4B25-ABA4-7E2F2D5AD10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C537F8-66F0-4513-BE49-AF339C6B7C5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C2、C3：改寫失敗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793F4E-B7DD-4609-A2BB-804E85F81C1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3F7259-FAB8-48E7-9135-F5CA72FE492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C5B885-C03F-4CCF-8A15-75D9C5E4AB0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3D4724-10F2-4E14-B3F4-EF7CEC5FB80F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 / 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F45F54-4CA2-42B4-8649-D3859DA7C4AD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B1：schema 不合格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66062C-EE58-44AE-BFDD-E40BCBF4CB83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6 / 9 次套用；五份成功產生的 strategy prompt 仍出現規則問題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03279E-61E7-4AE1-94D8-FE7AF76569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 baseline 的 GP = -90.316206；本次同樣未重生 Java 或重跑新策略對戰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D87D82-DECA-4930-9E81-49F2F9A1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14 / 33</a:t>
            </a:r>
          </a:p>
        </p:txBody>
      </p:sp>
    </p:spTree>
    <p:extLst>
      <p:ext uri="{BB962C8B-B14F-4D97-AF65-F5344CB8AC3E}">
        <p14:creationId xmlns:p14="http://schemas.microsoft.com/office/powerpoint/2010/main" val="32567210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9EEF8-39A9-426B-BCEF-90F0B4A270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實驗二：Strategy 的三個變體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E534E-39DE-4C38-AF31-EF75BD798E2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上午　提供 contract 後，仍未穩定落實行動前提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9812BD-7BF3-4B61-856F-BD3E5661B07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A730F2-AE9A-41EC-941E-ED57199DE7E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008DBE-9283-43B9-9D7D-3C549A8C259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Barracks 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A7509E-26A7-4644-AFF4-54C37E02EAF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增加 Light 與防守分工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卻要求等待 Base HP 恢復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遊戲沒有治療／修復機制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F49846-42C1-4EDC-BDF2-BE944B5DB4A4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C5C7B3-793A-42B5-A419-4B9B3874FC2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9A00D5-77D7-4E48-A64E-3E75A07489E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Redundant harvesters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34AA4B-37EB-48FB-BAA5-2DE1F3E3874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維持兩名採集者並轉 Heavy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立即重建的敘述缺少前提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未列 Worker、資源與空格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8A3DAE-ECEA-42FA-A4F9-09C8F55F2ADE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B9DE16-40FE-40D2-9E48-F6F4B22C249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56C1B2-16B4-47FD-9C2F-3485520DDF9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Resource collection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351C05-6135-46C9-8452-F36DC51AEC9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加入集中反擊與 Barracks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卻要求所有 Worker 死後建造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缺少能執行建造的單位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295AAE-FFC8-43CE-BD47-07FC366F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15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C4E3F1-3E54-4747-AF42-9059C0AF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C74D1B-C618-4CCA-B66B-A2CDA758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5B4DD3-42B4-4603-848C-8589FB50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29425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FB4D5-AD51-466F-8732-D60ED1F562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實驗二：Code 與 Balance 的問題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D667D-C658-41EC-AC11-79692F6173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上午　將模型判讀錯誤與驗證器拒絕分開看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0ADDAC-76A8-4DEA-9CC0-1829E835A3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Code：1 / 3 套用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8EE8AD-9ED2-445A-A7C8-7BA8E95E1D6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Balance：2 / 3 套用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2E87C4-6CFD-4867-9538-FC7DF439E97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C1：套用 API compliance rule，但誤判既有 Java 沒有連續生產與回存。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C2：3 次 rewrite 仍含 resource，遭泛化規則檢查拒絕。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C3：3 次 rewrite 仍含 commandTrain，安全回滾。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14A6D6-2F2B-48AE-848F-56D6E4D7A2B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B1：weakness 用陣列混合多個 opponent／map，schema 失敗。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B2：新 policy 使用 scouting、map ID，還要求無 Worker 時建 Base。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B3：無 Barracks 生 Ranged、Barracks upgrade 與資源歸屬錯誤。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1C4733-0544-459E-B588-EB84B928B50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修正方向：分清角色責任，加入 final-policy 檢查與具體錯誤回饋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35141-B8B8-4259-8AEA-319121DD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16 / 33</a:t>
            </a:r>
          </a:p>
        </p:txBody>
      </p:sp>
    </p:spTree>
    <p:extLst>
      <p:ext uri="{BB962C8B-B14F-4D97-AF65-F5344CB8AC3E}">
        <p14:creationId xmlns:p14="http://schemas.microsoft.com/office/powerpoint/2010/main" val="6800489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93509-7C54-42EB-BDE2-D3643A3BDA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實驗三：用上游子代驗證 Compliance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1A6F91-7420-4AD0-B351-E5CA23AAFC6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下午　兩條上游路徑，各自把成功輸出交給下一個 operator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F87B76-A6DB-4F5D-9A80-11601B84D5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固定 Worker Rush subject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9CDB4-75DA-45B7-A510-C2C1B4C8EA6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Reflection × 3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Code Reflection × 3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每次從同一原始 subject 開始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F55C8-A8AD-4DFC-9847-8FBF83C14F6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6 個子代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6CA184-E642-44EF-B78F-788D9F05E56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保留來源 hash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各自作為父代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51AF43-761C-4946-B600-704832810B8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Compliance × 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E7DEBE-B834-4437-9311-3A54D6BF379C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分別 audit 兩個 gene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只修有 issue 的欄位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3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套用或安全拒絕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9E5FAA-D54C-43C3-8B2D-0658EAAC29E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Compliance 的輸入隨上游子代改變；這 6 次不是重複測同一份 prompt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CEAF1B-CDF1-47BF-ACE0-4E24CF46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17 / 33</a:t>
            </a:r>
          </a:p>
        </p:txBody>
      </p:sp>
    </p:spTree>
    <p:extLst>
      <p:ext uri="{BB962C8B-B14F-4D97-AF65-F5344CB8AC3E}">
        <p14:creationId xmlns:p14="http://schemas.microsoft.com/office/powerpoint/2010/main" val="16111678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1D296-FFAC-450A-9FFF-282A07F9AD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實驗三：10 / 12 次安全套用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2B7026-96FD-49A3-89FE-341BFAE7CDD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下午　驗證修改方向、欄位 scope 與失敗保護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2CDD2-C836-4900-85DB-0E80953CFB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8299CF-C3B7-41DB-BD63-59D9B286136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FE5C3B-C4AD-4615-B49B-ED6AB4D1E21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/ scope correct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44289E-9C9F-41BF-93F6-1A14CEA10DB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C7B831-044B-4379-8B38-27AA13EDAD6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 policy gene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69D6FE-7E89-4605-BFD2-E4DAA2E9B47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5292B9-F412-4FB0-8E3A-0873A1030A19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F2318E-7340-41B8-B500-9BCC958776EC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/ scope correct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F8BE88-AE60-4D42-8D45-4D9D325175C9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BE4025-EFD9-479D-B553-AB71DDEF563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只改通用翻譯規則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1433F7-C600-4D89-9B9F-213A2CA84FD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01DC5A-CECA-46D7-99B6-4B3A785AC2D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COMPLIANCE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3EF6DE-61D3-4F30-95F6-163B8767B0E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8950D7-DEAC-46E7-B08B-13F0EB8759C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4 / 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F0C206-FEC4-4311-BBA5-49E8812F620C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 次拒絕，父代維持原值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B1462D-0AD3-4B17-9E80-8F6456F6ED6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12 次 inherited Java hash 相同；上游 6 次全部遵守各自欄位邊界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87B786-7134-46C6-B25B-7B1C2190077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成功的 Compliance trial 1 / 3 / 5 / 6 實際都只改 strategy_prompt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9A8116-87F7-4CFE-8C96-2DA712C1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18 / 33</a:t>
            </a:r>
          </a:p>
        </p:txBody>
      </p:sp>
    </p:spTree>
    <p:extLst>
      <p:ext uri="{BB962C8B-B14F-4D97-AF65-F5344CB8AC3E}">
        <p14:creationId xmlns:p14="http://schemas.microsoft.com/office/powerpoint/2010/main" val="20504713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B200C-5AB7-40BC-B5DC-AFEB19BBF6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實驗三：兩次拒絕與後續修補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9838D-B5FE-48A7-A743-9BCC2F294E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 驗證記錄保留原結果；修補後尚需同設計重跑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341BC2-7385-488E-9987-237C73FAF4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Trial 2：距離誤判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E3F0A6-3191-460B-803A-2D5B874F5B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Trial 4：schema 不合格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39EB3-8774-494F-9C4B-08406DFD851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輸出要求 Light 發現距離 3 的 Ranged，先靠近再在距離 1 攻擊。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當時 validator 把觀察距離當成攻擊距離，拒絕了合法接近動作。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後續修補：區分觀察／接近距離與 acting unit 的攻擊範圍。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99F120-328C-4241-963A-4D4349B3E20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部分 response 把 revised_strategy_prompt 回成 array；其他回應仍有距離或條件矛盾。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 次內未得到可接受 policy，所有欄位保留原值。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後續修補：明確 string JSON schema，重試附原輸出與精確錯誤。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02EC59-690F-4EAD-A4F9-8BA6C63EE22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10 / 12 是當次驗證結果，不能改寫成修補後已全數通過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C3040-C504-4283-BBEB-28C2FE7E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19 / 33</a:t>
            </a:r>
          </a:p>
        </p:txBody>
      </p:sp>
    </p:spTree>
    <p:extLst>
      <p:ext uri="{BB962C8B-B14F-4D97-AF65-F5344CB8AC3E}">
        <p14:creationId xmlns:p14="http://schemas.microsoft.com/office/powerpoint/2010/main" val="153328859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CF82B-D1D6-4ECA-B38C-D7CA8BBFB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實驗四：三種固定比例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9CEE0-17D0-4E11-8E6E-6A60C60EC18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09/04–09/07　S / C / PC 分別代表 Strategy / Code / Prompt Compliance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90DB1-1425-49A0-8CD8-2AEDA0ADB20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674A2-3D00-4E85-B5CE-763299753B2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共同設定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A39BF-D8EC-46CA-A4FA-84EAEDC3F2A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20 代；族群 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50A988-9E34-4E4C-84FA-6F70B179F00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Ministral 3 8B；seed 7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交叉 0.75；mutation 0.85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 candidate 評估 180 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52D6AE-4C9E-4AC0-84D4-47648A0B083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349D0F-0F3C-40D5-A872-65DCC75D173E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三組比例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325F07-4CE3-4EE6-B043-74A17281A80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只改 operator 機率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456402-D3DF-426B-83D0-B69BB254999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 / 20 / 60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33 / 33 / 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40 / 40 / 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C56BD7-008C-4E6E-9AE1-492D28E8F6B1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221733-37AB-486C-A883-E1D05EF956A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初始條件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82D217-D671-4033-8D79-89A404F4B44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8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Mixed policies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56F6BD-F634-472B-A948-F1AABF221F9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 個 Worker Rush + 9 個 LLM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G0 共用固定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每組各跑 1 個 run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09D1C2-6519-4C26-B267-6A6AA3EF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20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7BCC13-E4A0-4CCF-A76E-955D3AA3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C053A7-3EFF-43B1-A896-5ED09C34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13FB99-41DA-421A-939D-E2B79EB9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2714249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B7444-64DD-41D2-A359-5DB1288F28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比例實驗的整體結果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8EC64-6875-4CDD-B1B5-CDBF26CE2BD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族群平均、champion 與執行可靠度呈現不同面向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7B1CDA-A0FA-409B-A918-45D77807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21 / 33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1104900" y="3048000"/>
          <a:ext xmlns:a="http://schemas.openxmlformats.org/drawingml/2006/main" cx="13716000" cy="2971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52600"/>
                <a:gridCol w="1733550"/>
                <a:gridCol w="1562100"/>
                <a:gridCol w="2971800"/>
                <a:gridCol w="1733550"/>
                <a:gridCol w="1866900"/>
                <a:gridCol w="2095500"/>
              </a:tblGrid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比例 S/C/PC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最終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mean GP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最佳 GP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Final Test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W / D / L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有效 policy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失敗子代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LLM 時間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20/20/60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-65.41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-40.72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258 / 31 / 311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10 / 10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12 / 200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8.98 h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33/33/34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-53.37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-49.27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223 / 51 / 326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10 / 10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 / 200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7.80 h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40/40/20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-90.16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-88.84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 / 170 / 429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5 / 10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18 / 200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PMingLiU"/>
                          <a:ea typeface="PMingLiU"/>
                          <a:cs typeface="PMingLiU"/>
                        </a:rPr>
                        <a:t>10.08 h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AE39B-6857-45E5-A0C4-0C1B0E80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34150"/>
            <a:ext cx="12306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33/33/34：最後族群平均較好，失敗少且成本低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A1E9C-8306-4117-9EB4-C5F7D01B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219950"/>
            <a:ext cx="1230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20/20/60：單一最佳個體較強；40/40/20：本次改善有限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6323B2-60D8-4638-A4EE-3491C057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9343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875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GP 越高越好；每組 Final Test 600 場；每組各 1 run</a:t>
            </a:r>
          </a:p>
        </p:txBody>
      </p:sp>
    </p:spTree>
    <p:extLst>
      <p:ext uri="{BB962C8B-B14F-4D97-AF65-F5344CB8AC3E}">
        <p14:creationId xmlns:p14="http://schemas.microsoft.com/office/powerpoint/2010/main" val="360014462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77052-33BD-49EC-85B8-FA56CB7C92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每代生存者的平均 GP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DE4DC-1898-4C49-BEC9-4AA19ECDB5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33/33/34 改善較早；20/20/60 後段上升後回落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79A25-F6CF-4D96-AF9D-EEF87F7E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22 / 33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1066800" y="2752725"/>
          <a:ext xmlns:a="http://schemas.openxmlformats.org/drawingml/2006/main" cx="10953750" cy="4857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43159398208452a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FA5DC-0DBD-4661-9666-AED60AA5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3143250"/>
            <a:ext cx="2686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3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G20 mean GP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D5FAA-4B90-4E79-A36F-28A1D709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3905250"/>
            <a:ext cx="26860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69B45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C69B45"/>
                </a:solidFill>
                <a:latin typeface="PMingLiU"/>
                <a:ea typeface="PMingLiU"/>
                <a:cs typeface="PMingLiU"/>
              </a:rPr>
              <a:t>33/33/34</a:t>
            </a:r>
          </a:p>
          <a:p xmlns:a="http://schemas.openxmlformats.org/drawingml/2006/main">
            <a:pPr algn="ctr">
              <a:buNone/>
              <a:defRPr sz="2850" b="1">
                <a:solidFill>
                  <a:srgbClr val="C69B45"/>
                </a:solidFill>
                <a:latin typeface="PMingLiU"/>
                <a:ea typeface="PMingLiU"/>
                <a:cs typeface="PMingLiU"/>
              </a:defRPr>
            </a:pPr>
            <a:r>
              <a:rPr sz="2850" b="1">
                <a:solidFill>
                  <a:srgbClr val="C69B45"/>
                </a:solidFill>
                <a:latin typeface="PMingLiU"/>
                <a:ea typeface="PMingLiU"/>
                <a:cs typeface="PMingLiU"/>
              </a:rPr>
              <a:t>-53.37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428E9-78BF-4627-A729-F964314C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5124450"/>
            <a:ext cx="2686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20/20/60</a:t>
            </a:r>
          </a:p>
          <a:p xmlns:a="http://schemas.openxmlformats.org/drawingml/2006/main">
            <a:pPr algn="ctr">
              <a:buNone/>
              <a:defRPr sz="25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-65.41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92ECF9-9559-40E4-9D4F-BDD97E2E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6286500"/>
            <a:ext cx="2686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40/40/20</a:t>
            </a:r>
          </a:p>
          <a:p xmlns:a="http://schemas.openxmlformats.org/drawingml/2006/main">
            <a:pPr algn="ctr">
              <a:buNone/>
              <a:defRPr sz="25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-90.16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301E1F-B1CA-400A-A27C-69FCE1B3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924800"/>
            <a:ext cx="12687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Lexicase 依 opponent cases 選擇；GP 曲線可能回落，不代表父代 Java 被重新生成</a:t>
            </a:r>
          </a:p>
        </p:txBody>
      </p:sp>
    </p:spTree>
    <p:extLst>
      <p:ext uri="{BB962C8B-B14F-4D97-AF65-F5344CB8AC3E}">
        <p14:creationId xmlns:p14="http://schemas.microsoft.com/office/powerpoint/2010/main" val="249595236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6ADB4-F0B9-46DD-91C7-38AD8C70B7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600 場 Final Test 的 champion 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7DAC4-83EC-4EBA-B568-4DB9D50B989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20/20/60 的單一 champion 勝場最多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A3DB7-EFAF-43CD-8810-3A9CBCEC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23 / 33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1238250" y="2752725"/>
          <a:ext xmlns:a="http://schemas.openxmlformats.org/drawingml/2006/main" cx="133350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f48241b06e43d9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CC86E-9F85-45D0-A913-DA47451D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4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20/20/60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333019-5E44-4C8E-BF5E-D3D2FBEB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258 / 31 / 311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4050D4-B177-4563-B2A8-4F961F03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69B45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C69B45"/>
                </a:solidFill>
                <a:latin typeface="PMingLiU"/>
                <a:ea typeface="PMingLiU"/>
                <a:cs typeface="PMingLiU"/>
              </a:rPr>
              <a:t>Win rate 43.0%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41DCEB-745F-4D40-99BD-6EC198D6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4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33/33/34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0C3482-4D0C-453F-8395-4EEA974A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223 / 51 / 326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5D3340-9833-4D38-9768-1EC6B8DE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Win rate 37.2%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DF17BE-4296-4459-817F-CCDEEC3B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4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40/40/20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FF68F6-E040-4800-AF49-904B30C7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4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1 / 170 / 429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8D232E-BFAD-4075-8243-D360AF08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Win rate 0.17%</a:t>
            </a:r>
          </a:p>
        </p:txBody>
      </p:sp>
    </p:spTree>
    <p:extLst>
      <p:ext uri="{BB962C8B-B14F-4D97-AF65-F5344CB8AC3E}">
        <p14:creationId xmlns:p14="http://schemas.microsoft.com/office/powerpoint/2010/main" val="293716742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AE5DC6-019A-487A-BAD2-2282D2694C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可靠度與 LLM 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750EF8-9D3C-4440-8C9A-56555EE56B6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33/33/34 在這三個 run 中失敗最少、累積 LLM 時間最短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A2DBB-5C3A-49F5-83FE-C1C00BD6B25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E0559E-D685-4304-90B2-6FF0B1FA73C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20 / 20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AFBC8C-1D5C-4EC1-A712-628D0033A92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失敗 offspring / 200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B30206-7540-4A6C-B84F-4CFEB7E7E7F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12 / 200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A86A8-2985-44AE-8FFA-E1893A473FD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Policy 10/10；8.98 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9749F6-73DA-4D50-9578-6CCD0D00D62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74EA47-7F45-4747-8D4F-D81D0DF5A1E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33 / 33 / 34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A7F427-3BC6-4B4B-8AC9-78CB9144781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失敗 offspring / 200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4327C2-CCBB-4A3E-BA22-732295BBB329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 / 200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EB5D06-8447-4EB6-88C6-A8E9509F03D9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Policy 10/10；7.80 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893639-90CA-48D5-B142-FF36C6E85AD5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AB80EA-C621-406A-931D-3A5CE7062BDC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40 / 40 / 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9064F1-E300-4B75-A028-6FB779AF6E2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失敗 offspring / 200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A9841C-0184-4B9E-9826-3CA5070C3C7F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9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18 / 200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FDE6B9-BD24-46AA-9E57-C3271E5C4F0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Policy 5/10；10.08 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FE0F2F-A324-4201-9B0E-91E2A512806A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77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失敗率依序 6.0%、0.5%、9.0%；33/33/34 最低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F18787-B9B2-49AC-926E-DAFB8781A7D6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有效 policy 數與對戰勝率是不同指標；LLM 時間是累積值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395543-45A5-4BF5-B8DC-74681C2A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24 / 33</a:t>
            </a:r>
          </a:p>
        </p:txBody>
      </p:sp>
    </p:spTree>
    <p:extLst>
      <p:ext uri="{BB962C8B-B14F-4D97-AF65-F5344CB8AC3E}">
        <p14:creationId xmlns:p14="http://schemas.microsoft.com/office/powerpoint/2010/main" val="55780556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9F87A-A11C-4ACA-B3DE-391CA210C8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09/07 的 AOS 設定與比較限制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9E1C0E-A78C-47CA-89A8-62A3656642F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以 33/33/34 作為初始分佈，觀察 opponent credit 如何調整機率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0C8AA-B950-4A7A-A8A6-4244CD89D6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已建立的 AOS 實驗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B80D8-CF06-45C1-88E4-441AA2788C5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目前能下的結論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FC12E-4834-44CD-B96F-B055B01748F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模式：aos_opponent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初始 S/C/PC：0.33 / 0.33 / 0.34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最低機率：0.10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沿用 20 代、population 10、seed 7 與 mixed policies。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設定已登錄 09/07 run；來源簡報尚未提供其結果。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1FE4C5-AF70-414E-A91F-2A79381FC1F8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33/33/34：這次族群平均與可靠度較佳，可作暫定起點。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20/20/60：保留作 champion 對照。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每個比例僅 1 run，且初始 LLM policies 不同；正式比較需固定 population 並跑至少 3 seeds。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CFBBF9-2BC2-4EFA-AF9D-87CD19A71A9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下一輪比較 static 與 AOS，並追蹤機率、operator credit、GP 與失敗率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DC07D-8C53-4739-A44C-52D7820C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25 / 33</a:t>
            </a:r>
          </a:p>
        </p:txBody>
      </p:sp>
    </p:spTree>
    <p:extLst>
      <p:ext uri="{BB962C8B-B14F-4D97-AF65-F5344CB8AC3E}">
        <p14:creationId xmlns:p14="http://schemas.microsoft.com/office/powerpoint/2010/main" val="115326295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F7775-AFDB-4252-A112-1630A1C53A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本次總結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3F2B2-0BAA-403C-A8D0-A23A690CEB7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先把反思做對，再檢查是否讓演化更有效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953712-1873-4F22-AAA5-F7C2E6ABC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已由資料支持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CB23B-56BA-47A1-B48D-36165AE7E1F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下一步驗證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9476BC-9D35-48E6-BD34-FF5BA39C6F8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改版已明確區分策略、翻譯規則與 prompt 合規性。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串接驗證確認欄位隔離、Java 繼承與安全拒絕。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比例實驗中，33/33/34 的族群較好；20/20/60 的 champion 較好。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33F86B-2443-4FD3-AD4E-0A1B70ECF51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用最後修補版重跑 3 + 3 + 6 的串接驗證。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固定初始 policies，以多個 seeds 比較 static 與 AOS。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75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同時回報 survivor population、champion、失敗階段與時間成本。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632462-F392-4EA7-B5B9-BBCCC22E557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暫以 33/33/34 為 AOS 起點，保留 20/20/60 對照，等待多次實驗確認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637396-E58A-4B19-907C-B200AA99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26 / 33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BB1FBE-8E5F-4D5C-B5FB-34E44474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8229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A6747E"/>
                </a:solidFill>
                <a:latin typeface="PMingLiU"/>
                <a:ea typeface="PMingLiU"/>
                <a:cs typeface="PMingLiU"/>
              </a:defRPr>
            </a:pPr>
            <a:r>
              <a:rPr sz="1200">
                <a:solidFill>
                  <a:srgbClr val="A6747E"/>
                </a:solidFill>
                <a:latin typeface="PMingLiU"/>
                <a:ea typeface="PMingLiU"/>
                <a:cs typeface="PMingLiU"/>
              </a:rPr>
              <a:t>Uicons by Flaticon · flaticon.com/uicons</a:t>
            </a:r>
          </a:p>
        </p:txBody>
      </p:sp>
    </p:spTree>
    <p:extLst>
      <p:ext uri="{BB962C8B-B14F-4D97-AF65-F5344CB8AC3E}">
        <p14:creationId xmlns:p14="http://schemas.microsoft.com/office/powerpoint/2010/main" val="404394315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2E681-955A-4A2D-A265-D62D4F9731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0907 後更新：版本時間軸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2DCC2-CC63-42F2-A09C-322BA609B70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追加章節｜09/08 00:00 至 09/09 10:59；依已提交版本整理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A68E94-0DED-4F9B-A595-4DFFAE49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98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D603C-057A-4984-ADA3-CA102263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9875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MingLiU"/>
                <a:ea typeface="PMingLiU"/>
                <a:cs typeface="PMingLiU"/>
              </a:defRPr>
            </a:pPr>
            <a:r>
              <a:rPr sz="1725" b="1">
                <a:solidFill>
                  <a:srgbClr val="FFFFFF"/>
                </a:solidFill>
                <a:latin typeface="PMingLiU"/>
                <a:ea typeface="PMingLiU"/>
                <a:cs typeface="PMingLiU"/>
              </a:rPr>
              <a:t>V1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AD0A5-2BCA-4FD4-A07B-FAEB612F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86050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09/08 08:46｜新增 Code Reflection 評估設定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D77DC6-07B4-4F20-A30B-F8E6376D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124200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新增 5×3 與 20×10 實驗設定。348cbe6da1b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62E0C5-38FF-40A5-8E62-2F81DB56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33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6F1E12-1362-4CF1-93F0-7EEE2AD2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338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MingLiU"/>
                <a:ea typeface="PMingLiU"/>
                <a:cs typeface="PMingLiU"/>
              </a:defRPr>
            </a:pPr>
            <a:r>
              <a:rPr sz="1725" b="1">
                <a:solidFill>
                  <a:srgbClr val="FFFFFF"/>
                </a:solidFill>
                <a:latin typeface="PMingLiU"/>
                <a:ea typeface="PMingLiU"/>
                <a:cs typeface="PMingLiU"/>
              </a:rPr>
              <a:t>V2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F11140-388B-4F8A-9C12-EDC8B05C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9975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09/08 08:47｜登錄 5×3 執行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6C4944-E429-4280-94A8-C876B6EB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48125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保存小型檢查的 run 對應。dfc4a117610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D5A8D3-AF6A-4D18-873F-449FDC7E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577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F36DE9-B352-439A-BD50-501FDA11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57725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MingLiU"/>
                <a:ea typeface="PMingLiU"/>
                <a:cs typeface="PMingLiU"/>
              </a:defRPr>
            </a:pPr>
            <a:r>
              <a:rPr sz="1725" b="1">
                <a:solidFill>
                  <a:srgbClr val="FFFFFF"/>
                </a:solidFill>
                <a:latin typeface="PMingLiU"/>
                <a:ea typeface="PMingLiU"/>
                <a:cs typeface="PMingLiU"/>
              </a:rPr>
              <a:t>V3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0AA0E8-4ADD-4C0E-8B4D-727C3C59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33900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09/08 10:18｜登錄 20×10 執行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465A54-C9CE-4500-8CB0-F143FBB7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972050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保存完整規模的 run 對應。9e855d0f417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2438AE-C29A-4813-85B8-BBEF5395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816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779A5E-5E31-454D-BC47-029E467F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816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MingLiU"/>
                <a:ea typeface="PMingLiU"/>
                <a:cs typeface="PMingLiU"/>
              </a:defRPr>
            </a:pPr>
            <a:r>
              <a:rPr sz="1725" b="1">
                <a:solidFill>
                  <a:srgbClr val="FFFFFF"/>
                </a:solidFill>
                <a:latin typeface="PMingLiU"/>
                <a:ea typeface="PMingLiU"/>
                <a:cs typeface="PMingLiU"/>
              </a:rPr>
              <a:t>V4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2CDC06-0F4E-469A-8638-889DF07F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457825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09/08 12:11｜每代統一產生 Java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B6D2C7-405E-4F27-9F8E-C40C66B6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895975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加入三階段流程與 generation_model。eb2d6e23693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085016-F32B-4FB8-8FFA-2F7FB156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5055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2D592F-D2D6-4F48-AC0E-3101C09A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505575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MingLiU"/>
                <a:ea typeface="PMingLiU"/>
                <a:cs typeface="PMingLiU"/>
              </a:defRPr>
            </a:pPr>
            <a:r>
              <a:rPr sz="1725" b="1">
                <a:solidFill>
                  <a:srgbClr val="FFFFFF"/>
                </a:solidFill>
                <a:latin typeface="PMingLiU"/>
                <a:ea typeface="PMingLiU"/>
                <a:cs typeface="PMingLiU"/>
              </a:rPr>
              <a:t>V5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767523-4011-4C54-B38D-9B9D6A97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381750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55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09/09 10:59｜主分支整合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BF7EC1-4C7D-41A2-BC42-66BDA74D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819900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合併簡報資產、skill 與使用量控制。0009cafe6d3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C7EDB3-FD9F-4981-92A5-4DA26A84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6390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A9E560-D4F8-4BC6-A203-09A8972D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7658100"/>
            <a:ext cx="10706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以下採新版命名：Strategy / Prompt / Code Reflection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AA1F2D-2ECA-47CF-BEFA-EDF80006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27 / 33</a:t>
            </a:r>
          </a:p>
        </p:txBody>
      </p:sp>
    </p:spTree>
    <p:extLst>
      <p:ext uri="{BB962C8B-B14F-4D97-AF65-F5344CB8AC3E}">
        <p14:creationId xmlns:p14="http://schemas.microsoft.com/office/powerpoint/2010/main" val="171478610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27DA27-83F2-43F4-858D-4CA07B51D5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V1–V3：評估設定與執行索引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96F169-0679-481F-8AF1-DA12CAA72E2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5×3 先檢查行為，20×10 進行較完整的 Code Reflection 評估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15DC8E-1387-4EAE-918B-146952B5ED9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共同實驗條件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DB774-BA73-4FB1-8B65-AA9565886E7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已登錄的兩組執行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A5ED8-C1E1-4E58-9CD8-B65895BA214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Ministral 3 8B；random seed 7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mu_plus_lambda；static operators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Strategy / Prompt / Code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比例 0.33 / 0.33 / 0.34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crossover 0.75；mutation 1.0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8×8、16×16、24×24 地圖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各 3 rounds，交換玩家位置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84C8A6-82F3-4D43-A8A4-1B6FA0E46DF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5×3：5 代、族群大小 3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用於小型行為檢查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run：20260908_084706_819288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20×10：20 代、族群大小 10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用於較完整的評估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run：20260908_101749_429776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D38841-1EFD-4E2C-8B19-1DA6CBEE69C1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執行索引不等於實驗成績；本份摘要沒有提供勝率或 fitness 結果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A58B72-9F8A-43FA-B08E-097E6B1D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28 / 33</a:t>
            </a:r>
          </a:p>
        </p:txBody>
      </p:sp>
    </p:spTree>
    <p:extLst>
      <p:ext uri="{BB962C8B-B14F-4D97-AF65-F5344CB8AC3E}">
        <p14:creationId xmlns:p14="http://schemas.microsoft.com/office/powerpoint/2010/main" val="420138812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A88102-CA4C-46D3-A05A-BE3EC2F445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V4：每代分成三個階段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522AA5-CC49-44AD-B73B-197A99C08A4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先固定整代 offspring 的選擇與操作，再集中完成 Java materialization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DF425-52D8-4B6B-A4FD-84F61589509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BF242B-8B2D-4841-B988-F4412DB9602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規劃整代子代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7C3D0C-ED40-4ABE-AB3A-E42390B9405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plan_offspring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D18C6-EE73-46FF-93B7-14210FB99B5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固定 parent selection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crossover / copy 結果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以及 mutation assignment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DAF607-376B-4FFB-8717-6C15912BDF3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7DDFE6-8C2D-4A44-840D-32D653DE481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反思與改寫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BC176F-4896-4A84-968F-EA965BC1564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apply mutations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CC3A25-5650-4DF5-B96A-35F42D4DB19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完成 Strategy、Prompt Reflection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以及 Code diagnosis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暫緩 Code revision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333B7E-3BF9-407B-8E33-1D8DED72D06A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PMingLiU"/>
                <a:ea typeface="PMingLiU"/>
                <a:cs typeface="PMingLiU"/>
              </a:defRPr>
            </a:pPr>
            <a:r>
              <a:rPr sz="2700" b="1">
                <a:solidFill>
                  <a:srgbClr val="FCF8F5"/>
                </a:solidFill>
                <a:latin typeface="PMingLiU"/>
                <a:ea typeface="PMingLiU"/>
                <a:cs typeface="PMingLiU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E868D1-EAE6-496F-B75E-221FC6EC6CF0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3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統一產生 Java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27E6B4-C3F0-4C4A-9965-0B49BA4B0FB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materialize Java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C0D27E-33A4-4B48-A274-C2778DA31960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完成延後的 Code revision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與一般 Java generation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25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共用同一階段模型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9D6465-80AD-4D68-9148-8E9F514D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29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1E55E3-D159-4196-805C-26DD8768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4E1FA72-B808-49A9-A2BE-EBA86D89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16F003-6285-4E49-95CC-968E3147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67FAAC-2876-42AA-94DD-BBA2F7A0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5057775"/>
            <a:ext cx="2286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FED3E0-B539-43EB-A870-84A4FC62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5057775"/>
            <a:ext cx="2286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F7F26B-409F-4412-9B99-1DAFF85A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839075"/>
            <a:ext cx="1249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025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2025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Code diagnosis 在反思階段完成；Code revision 延後至 Java materialization 階段</a:t>
            </a:r>
          </a:p>
        </p:txBody>
      </p:sp>
    </p:spTree>
    <p:extLst>
      <p:ext uri="{BB962C8B-B14F-4D97-AF65-F5344CB8AC3E}">
        <p14:creationId xmlns:p14="http://schemas.microsoft.com/office/powerpoint/2010/main" val="5396973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6EAA68-9207-4056-B010-5416B58A79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V4：模型職責可以分開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AFEA4-FDE2-4F06-BC62-CD282E275B1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generation_model 為選填；未設定時沿用 model，保留單模型相容性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95893E-EF3A-4535-85B8-3392B22AA5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model：反思階段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62384-645A-4D2A-A0A1-C786E9D6C90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generation_model：產碼階段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4CC129-91ED-4C61-BD0F-7F7ED9540C9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負責初始化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以及 reflection / prompt rewrite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先完成整代操作分配與反思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Code diagnosis 在此完成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不在反思階段立即執行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延後的 Code revision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421091-0285-4F2E-8714-A9DB618153B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負責最終 Java materialization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以及 compile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若使用不同模型：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共用同一 llama.cpp runtime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於階段邊界切換，並執行 preflight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新執行、resume 與 inspection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都納入模型階段處理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26B069-A9F7-43F6-A27A-606311BF02AA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主要改動是執行階段與模型分工；摘要未描述 fitness 或 lexicase 規則調整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2285E2-18F4-4C4C-88DC-76CE5172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30 / 33</a:t>
            </a:r>
          </a:p>
        </p:txBody>
      </p:sp>
    </p:spTree>
    <p:extLst>
      <p:ext uri="{BB962C8B-B14F-4D97-AF65-F5344CB8AC3E}">
        <p14:creationId xmlns:p14="http://schemas.microsoft.com/office/powerpoint/2010/main" val="284437908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49B0E2-CFF8-43C6-B3C5-07BFDD2AFC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V4：反思與修碼可分開追蹤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ADF1B-3EC9-4A3A-9661-DD74DC874BC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Code Reflection schema：eagle-code-reflection-v3 → v4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F56B3-F037-4DE4-A107-32ACA700721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Diagnosis 與 revision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040DB9-2CA4-42E5-A949-133EC79FBF7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紀錄、續跑與測試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F7AD8D-26AC-461E-BCBB-BE95DE2CF49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Diagnosis 先執行，revision 後執行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Revision 初始狀態可為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pending / not_required / not_run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分開記錄兩段 LLM 時間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code_reflector_llm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code_revision_llm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F1F94E-120D-4847-9EB7-DAEA4DBC8D4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Compact record 記錄反思與修碼模型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status / attempts / error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Java SHA-256 / java_changed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新執行與 resume 共用三階段流程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create_offspring 保留相容 wrapper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測試涵蓋 deferred revision、流程順序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launcher、初始化與 runtime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709189-F262-4F98-A017-DA7F878D45B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架構、操作指南與 artifact / timing schema 同步更新至新的 phase contract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E2C32B-5B48-4EC7-9E2E-B6FC092A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31 / 33</a:t>
            </a:r>
          </a:p>
        </p:txBody>
      </p:sp>
    </p:spTree>
    <p:extLst>
      <p:ext uri="{BB962C8B-B14F-4D97-AF65-F5344CB8AC3E}">
        <p14:creationId xmlns:p14="http://schemas.microsoft.com/office/powerpoint/2010/main" val="256313067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D31D03-EBA1-4F0F-A9D9-1D0DFF998B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V4：單模型與雙模型比較設定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5482F-FE13-405B-B063-33E9A6EAA08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相同 20×10 條件與 0.33 / 0.33 / 0.34 比例，聚焦 final Java model 差異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A3604-8375-4C3B-9D04-190AFDEA72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Ministral-only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EC888-36B7-4067-9060-146E035BD12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Ministral → Qwen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CC388B-A848-45CE-B773-3973EB758D8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Reflection / prompt rewrite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Ministral 3 8B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Java generation / compile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Ministral 3 8B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設定：01_ministral3_8b_only_20x10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EF14DA-272D-44FE-9336-5C971140C345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Reflection / prompt rewrite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Ministral 3 8B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Java generation / compile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Qwen 3.5 9B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設定：02_ministral3_8b_to_qwen3_5_9b_20x10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4F82F7-13C5-42BA-A7CC-4786B3F3332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這裡比較的是已提交設定；摘要未提供兩種模型配置的執行成績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5EA735-B4D4-472B-A6A0-9CCB5953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32 / 33</a:t>
            </a:r>
          </a:p>
        </p:txBody>
      </p:sp>
    </p:spTree>
    <p:extLst>
      <p:ext uri="{BB962C8B-B14F-4D97-AF65-F5344CB8AC3E}">
        <p14:creationId xmlns:p14="http://schemas.microsoft.com/office/powerpoint/2010/main" val="34961158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167B6-EBA4-4C7E-A357-993800C380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4200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V5 整合與本次更新重點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C9C589-C16F-4B06-B3AF-C65C142B3F7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截至 0009cafe6d3｜0907 後的重點是可重現性、整代流程與模型分工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67B4D-3B4D-474A-9027-CBF703290B7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09/09 合併帶入的內容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250CA7-F594-4BF2-AC8B-88432986154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3225" b="1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目前可以確認的改變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85FC65-10D0-44CA-A442-D5E9D539FC9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0910 簡報與 PowerPoint template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reference-matched presentation skill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Codex usage controller 開關與測試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依剩餘天數計算 reserve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AGENTS.md 控制器說明更新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合併時間不代表功能首次完成時間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來源提交包含 08/30、08/31 與 09/07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1D32F8-265A-4B1A-8F37-CCB5E2E67C6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實驗可重現性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新增 5×3、20×10 設定與執行索引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整代流程明確化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先規劃 → 再反思 → 統一產生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模型職責分離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reflection 與 generation 可用不同模型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PMingLiU"/>
                <a:ea typeface="PMingLiU"/>
                <a:cs typeface="PMingLiU"/>
              </a:defRPr>
            </a:pPr>
            <a:r>
              <a:rPr sz="2100" b="0">
                <a:solidFill>
                  <a:srgbClr val="423C3B"/>
                </a:solidFill>
                <a:latin typeface="PMingLiU"/>
                <a:ea typeface="PMingLiU"/>
                <a:cs typeface="PMingLiU"/>
              </a:rPr>
              <a:t>並同步 artifacts、resume、文件與測試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BDEB3F-72E2-4B75-B8EA-C33FF5FEF027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PMingLiU"/>
                <a:ea typeface="PMingLiU"/>
                <a:cs typeface="PMingLiU"/>
              </a:defRPr>
            </a:pPr>
            <a:r>
              <a:rPr sz="1950" b="0">
                <a:solidFill>
                  <a:srgbClr val="47171C"/>
                </a:solidFill>
                <a:latin typeface="PMingLiU"/>
                <a:ea typeface="PMingLiU"/>
                <a:cs typeface="PMingLiU"/>
              </a:rPr>
              <a:t>相對 09/07 基準：5 個提交、43 個檔案；1,524 行新增、320 行刪除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3F8506-2B2B-4405-A95D-1064A660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PMingLiU"/>
                <a:ea typeface="PMingLiU"/>
                <a:cs typeface="PMingLiU"/>
              </a:defRPr>
            </a:pPr>
            <a:r>
              <a:rPr sz="1650" b="0">
                <a:solidFill>
                  <a:srgbClr val="CF8792"/>
                </a:solidFill>
                <a:latin typeface="PMingLiU"/>
                <a:ea typeface="PMingLiU"/>
                <a:cs typeface="PMingLiU"/>
              </a:rPr>
              <a:t>33 / 33</a:t>
            </a:r>
          </a:p>
        </p:txBody>
      </p:sp>
    </p:spTree>
    <p:extLst>
      <p:ext uri="{BB962C8B-B14F-4D97-AF65-F5344CB8AC3E}">
        <p14:creationId xmlns:p14="http://schemas.microsoft.com/office/powerpoint/2010/main" val="843556449"/>
      </p:ext>
    </p:extLst>
  </p:cSld>
</p:sld>
</file>

<file path=ppt/theme/theme1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PMingLiU"/>
        <a:ea typeface="PMingLiU"/>
        <a:cs typeface="PMingLiU"/>
      </a:majorFont>
      <a:minorFont>
        <a:latin typeface="PMingLiU"/>
        <a:ea typeface="PMingLiU"/>
        <a:cs typeface="PMingLiU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2026-09-09T03:29:26.3330000Z</dcterms:created>
  <dcterms:modified xsi:type="dcterms:W3CDTF">2026-09-09T03:29:26.3330000Z</dcterms:modified>
</coreProperties>
</file>