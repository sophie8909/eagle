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4cf05fa2b40d4" /><Relationship Type="http://schemas.openxmlformats.org/officeDocument/2006/relationships/extended-properties" Target="/docProps/app.xml" Id="R2515d8275086460f" /><Relationship Type="http://schemas.openxmlformats.org/officeDocument/2006/relationships/officeDocument" Target="/ppt/presentation.xml" Id="Rf24f5e11e09244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b07ea352a1450d"/>
  </p:sldMasterIdLst>
  <p:notesMasterIdLst>
    <p:notesMasterId xmlns:r="http://schemas.openxmlformats.org/officeDocument/2006/relationships" r:id="R88c71107576145c1"/>
  </p:notesMasterIdLst>
  <p:sldIdLst>
    <p:sldId xmlns:r="http://schemas.openxmlformats.org/officeDocument/2006/relationships" id="256" r:id="R194e295fc09f4d47"/>
    <p:sldId xmlns:r="http://schemas.openxmlformats.org/officeDocument/2006/relationships" id="257" r:id="Rac3390eb742e4e36"/>
    <p:sldId xmlns:r="http://schemas.openxmlformats.org/officeDocument/2006/relationships" id="258" r:id="R2bc54c3f9d1a4d2e"/>
    <p:sldId xmlns:r="http://schemas.openxmlformats.org/officeDocument/2006/relationships" id="259" r:id="Rc8481d4c56ad4d68"/>
    <p:sldId xmlns:r="http://schemas.openxmlformats.org/officeDocument/2006/relationships" id="260" r:id="R700d8410f41a485e"/>
    <p:sldId xmlns:r="http://schemas.openxmlformats.org/officeDocument/2006/relationships" id="261" r:id="R4d3d5ca518724195"/>
    <p:sldId xmlns:r="http://schemas.openxmlformats.org/officeDocument/2006/relationships" id="262" r:id="R806a8a6b13a0439f"/>
    <p:sldId xmlns:r="http://schemas.openxmlformats.org/officeDocument/2006/relationships" id="263" r:id="Rcfc260f1528348ef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8de5e95e247d4" /><Relationship Type="http://schemas.openxmlformats.org/officeDocument/2006/relationships/slideMaster" Target="/ppt/slideMasters/slideMaster1.xml" Id="Rbeb07ea352a1450d" /><Relationship Type="http://schemas.openxmlformats.org/officeDocument/2006/relationships/notesMaster" Target="/ppt/notesMasters/notesMaster1.xml" Id="R88c71107576145c1" /><Relationship Type="http://schemas.openxmlformats.org/officeDocument/2006/relationships/presProps" Target="/ppt/presProps.xml" Id="R3c1691f784034f11" /><Relationship Type="http://schemas.openxmlformats.org/officeDocument/2006/relationships/tableStyles" Target="/ppt/tableStyles.xml" Id="Re5a1dcf844484e11" /><Relationship Type="http://schemas.openxmlformats.org/officeDocument/2006/relationships/slide" Target="/ppt/slides/slide1.xml" Id="R194e295fc09f4d47" /><Relationship Type="http://schemas.openxmlformats.org/officeDocument/2006/relationships/slide" Target="/ppt/slides/slide2.xml" Id="Rac3390eb742e4e36" /><Relationship Type="http://schemas.openxmlformats.org/officeDocument/2006/relationships/slide" Target="/ppt/slides/slide3.xml" Id="R2bc54c3f9d1a4d2e" /><Relationship Type="http://schemas.openxmlformats.org/officeDocument/2006/relationships/slide" Target="/ppt/slides/slide4.xml" Id="Rc8481d4c56ad4d68" /><Relationship Type="http://schemas.openxmlformats.org/officeDocument/2006/relationships/slide" Target="/ppt/slides/slide5.xml" Id="R700d8410f41a485e" /><Relationship Type="http://schemas.openxmlformats.org/officeDocument/2006/relationships/slide" Target="/ppt/slides/slide6.xml" Id="R4d3d5ca518724195" /><Relationship Type="http://schemas.openxmlformats.org/officeDocument/2006/relationships/slide" Target="/ppt/slides/slide7.xml" Id="R806a8a6b13a0439f" /><Relationship Type="http://schemas.openxmlformats.org/officeDocument/2006/relationships/slide" Target="/ppt/slides/slide8.xml" Id="Rcfc260f15283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2e7d5697ef43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PMingLiU"/>
        <a:ea typeface="PMingLiU"/>
        <a:cs typeface="PMingLiU"/>
      </a:majorFont>
      <a:minorFont>
        <a:latin typeface="PMingLiU"/>
        <a:ea typeface="PMingLiU"/>
        <a:cs typeface="PMingLiU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195f559004e36" /><Relationship Type="http://schemas.openxmlformats.org/officeDocument/2006/relationships/notesMaster" Target="/ppt/notesMasters/notesMaster1.xml" Id="Ra7aebc5b0e0e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38fbe28c848b9" /><Relationship Type="http://schemas.openxmlformats.org/officeDocument/2006/relationships/notesMaster" Target="/ppt/notesMasters/notesMaster1.xml" Id="Rf6fe9ef4a7e04a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93500b2acc40e0" /><Relationship Type="http://schemas.openxmlformats.org/officeDocument/2006/relationships/notesMaster" Target="/ppt/notesMasters/notesMaster1.xml" Id="R10cec7173f08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e2cc3ed15847fb" /><Relationship Type="http://schemas.openxmlformats.org/officeDocument/2006/relationships/notesMaster" Target="/ppt/notesMasters/notesMaster1.xml" Id="R30a503f4c7f743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eceaa0b35e40c9" /><Relationship Type="http://schemas.openxmlformats.org/officeDocument/2006/relationships/notesMaster" Target="/ppt/notesMasters/notesMaster1.xml" Id="R1bfae83bcc0c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5ae5ddd53049a3" /><Relationship Type="http://schemas.openxmlformats.org/officeDocument/2006/relationships/notesMaster" Target="/ppt/notesMasters/notesMaster1.xml" Id="R32205c4e378e43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174c806e6b4574" /><Relationship Type="http://schemas.openxmlformats.org/officeDocument/2006/relationships/notesMaster" Target="/ppt/notesMasters/notesMaster1.xml" Id="R6e0f9bf2b95c4f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599729f2da4cd0" /><Relationship Type="http://schemas.openxmlformats.org/officeDocument/2006/relationships/notesMaster" Target="/ppt/notesMasters/notesMaster1.xml" Id="R4e5ea2a6afb1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封面：以短標題、研究方向與會議資訊為主。保留中央留白。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章節頁：複製本頁，依序替換章節編號與標題。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三欄比較：各欄採相同資訊順序。金色只標示目前採用方案或本頁關鍵差異，並以文字說明，不單靠顏色。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流程頁：依序由上排左至右，再沿下排右至左。適合不超過八個步驟。每格用步驟名加兩行說明。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結構頁：使用三個主區表達輸入、轉換與輸出。底部金色區用於責任邊界，不填入尚未確認的設計。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結果頁：替換數值前先填寫指標、單位、樣本數與固定条件。金色欄需加上「目前最佳」等明確文字。模板不含真實實驗數據。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結論頁：將已確認結果與未來計畫分開。下方重點帶只放一項主要決策。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設計說明可在正式報告前刪除。文字、編號、卡片及箭頭為原生物件；四角植物為原圖裁切。原圖為 PNG，字體採近似重建，非原字型識別。</a:t>
            </a:r>
          </a:p>
          <a:p xmlns:a="http://schemas.openxmlformats.org/drawingml/2006/main">
            <a:r>
              <a:t>Visual references: Meeting/20260830_eagle_current_workflow.png; 20260830_eagle_genotype_phenotype.png; 20260830_eagle_initial_policy_experiments.png; 20260830_eagle_operator_modes.png; 20260830_eagle_reflection_operators.png. Reference images do not contain font metadata; PMingLiU is a visual approximation. All bracketed copy is intentionally replaceable template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.png" Id="Rc4fb959232514c3f" /><Relationship Type="http://schemas.openxmlformats.org/officeDocument/2006/relationships/image" Target="/ppt/media/image2.png" Id="Rf7157af34b6b4dd6" /><Relationship Type="http://schemas.openxmlformats.org/officeDocument/2006/relationships/image" Target="/ppt/media/image3.png" Id="R26be9b3bbedf4b7d" /><Relationship Type="http://schemas.openxmlformats.org/officeDocument/2006/relationships/image" Target="/ppt/media/image4.png" Id="Rd11b221264b549ae" /></Relationships>
</file>

<file path=ppt/slideLayouts/_rels/slideLayout2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5.png" Id="Rb606f0a2db44490a" /><Relationship Type="http://schemas.openxmlformats.org/officeDocument/2006/relationships/image" Target="/ppt/media/image6.png" Id="R2e2bb0c404c44a49" /><Relationship Type="http://schemas.openxmlformats.org/officeDocument/2006/relationships/image" Target="/ppt/media/image7.png" Id="Ra094f873247846c4" /><Relationship Type="http://schemas.openxmlformats.org/officeDocument/2006/relationships/image" Target="/ppt/media/image8.png" Id="R8613ab9b2c8a4e2d" /></Relationships>
</file>

<file path=ppt/slideLayouts/_rels/slideLayout3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9.png" Id="R1c97fec46b7b4814" /><Relationship Type="http://schemas.openxmlformats.org/officeDocument/2006/relationships/image" Target="/ppt/media/image10.png" Id="R2a293a4caeec45ef" /><Relationship Type="http://schemas.openxmlformats.org/officeDocument/2006/relationships/image" Target="/ppt/media/image11.png" Id="R1331934916914c37" /><Relationship Type="http://schemas.openxmlformats.org/officeDocument/2006/relationships/image" Target="/ppt/media/image12.png" Id="Rac5aa0e20917457c" /></Relationships>
</file>

<file path=ppt/slideLayouts/_rels/slideLayout4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13.png" Id="Re93328021dd9475b" /><Relationship Type="http://schemas.openxmlformats.org/officeDocument/2006/relationships/image" Target="/ppt/media/image14.png" Id="Rbee1c578c54c4297" /><Relationship Type="http://schemas.openxmlformats.org/officeDocument/2006/relationships/image" Target="/ppt/media/image15.png" Id="Rcc62a11dd3e84a35" /><Relationship Type="http://schemas.openxmlformats.org/officeDocument/2006/relationships/image" Target="/ppt/media/image16.png" Id="Re1efe1f129964403" /></Relationships>
</file>

<file path=ppt/slideLayouts/_rels/slideLayout5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17.png" Id="Rbd0b0de68e554de5" /><Relationship Type="http://schemas.openxmlformats.org/officeDocument/2006/relationships/image" Target="/ppt/media/image18.png" Id="R11f319a4f2924b88" /><Relationship Type="http://schemas.openxmlformats.org/officeDocument/2006/relationships/image" Target="/ppt/media/image19.png" Id="Rab5800c236c34e6d" /><Relationship Type="http://schemas.openxmlformats.org/officeDocument/2006/relationships/image" Target="/ppt/media/image20.png" Id="R1125aef43bb6498e" /></Relationships>
</file>

<file path=ppt/slideLayouts/_rels/slideLayout6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21.png" Id="Re15a6caa950d42e3" /><Relationship Type="http://schemas.openxmlformats.org/officeDocument/2006/relationships/image" Target="/ppt/media/image22.png" Id="Raf7eb4f092a04261" /><Relationship Type="http://schemas.openxmlformats.org/officeDocument/2006/relationships/image" Target="/ppt/media/image23.png" Id="R382f8b488fcf4f7e" /><Relationship Type="http://schemas.openxmlformats.org/officeDocument/2006/relationships/image" Target="/ppt/media/image24.png" Id="Rbd18e0e349b345f2" /></Relationships>
</file>

<file path=ppt/slideLayouts/_rels/slideLayout7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25.png" Id="R182fbab4cd964a23" /><Relationship Type="http://schemas.openxmlformats.org/officeDocument/2006/relationships/image" Target="/ppt/media/image26.png" Id="Rf529564ece894bdb" /><Relationship Type="http://schemas.openxmlformats.org/officeDocument/2006/relationships/image" Target="/ppt/media/image27.png" Id="Rd991d5f1d67f434f" /><Relationship Type="http://schemas.openxmlformats.org/officeDocument/2006/relationships/image" Target="/ppt/media/image28.png" Id="Rabee290d10dc4a73" /></Relationships>
</file>

<file path=ppt/slideLayouts/_rels/slideLayout8.xml.rels><?xml version='1.0' encoding='utf-8'?>
<Relationships xmlns="http://schemas.openxmlformats.org/package/2006/relationships"><Relationship Id="rIdMaster" Type="http://schemas.openxmlformats.org/officeDocument/2006/relationships/slideMaster" Target="../slideMasters/slideMaster1.xml" /><Relationship Type="http://schemas.openxmlformats.org/officeDocument/2006/relationships/image" Target="/ppt/media/image29.png" Id="R157e68adc4404db9" /><Relationship Type="http://schemas.openxmlformats.org/officeDocument/2006/relationships/image" Target="/ppt/media/image30.png" Id="R838c01591c834811" /><Relationship Type="http://schemas.openxmlformats.org/officeDocument/2006/relationships/image" Target="/ppt/media/image31.png" Id="Ra5f29232f9ae4245" /><Relationship Type="http://schemas.openxmlformats.org/officeDocument/2006/relationships/image" Target="/ppt/media/image32.png" Id="R313bbaf8239f414b" /></Relationships>
</file>

<file path=ppt/slideLayouts/slideLayout1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1 封面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3" name=""/>
          <p:cNvPicPr>
            <a:picLocks noChangeAspect="1"/>
          </p:cNvPicPr>
          <p:nvPr/>
        </p:nvPicPr>
        <p:blipFill>
          <a:blip r:embed="Rc4fb959232514c3f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>
          <a:blip r:embed="Rf7157af34b6b4dd6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>
          <a:blip r:embed="R26be9b3bbedf4b7d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16" name=""/>
          <p:cNvPicPr>
            <a:picLocks noChangeAspect="1"/>
          </p:cNvPicPr>
          <p:nvPr/>
        </p:nvPicPr>
        <p:blipFill>
          <a:blip r:embed="Rd11b221264b549ae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67555841-1E99-49D6-A3A8-329D7B950A5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[簡報主題]</a:t>
            </a:r>
          </a:p>
        </p:txBody>
      </p:sp>
      <p:sp>
        <p:nvSpPr>
          <p:cNvPr id="6" name="">
            <a:extLst>
              <a:ext uri="{FF2B5EF4-FFF2-40B4-BE49-F238E27FC236}">
                <ns3:creationId id="{E7C922D5-093D-47C1-B251-B50F3897E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[英文副標或一句研究問題]</a:t>
            </a:r>
          </a:p>
        </p:txBody>
      </p:sp>
      <p:sp>
        <p:nvSpPr>
          <p:cNvPr id="7" name="">
            <a:extLst>
              <a:ext uri="{FF2B5EF4-FFF2-40B4-BE49-F238E27FC236}">
                <ns3:creationId id="{0BAB22C3-6A82-46EE-9BCD-42043D87962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0D528126-A824-450D-B2B0-D3557512E48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8F2E159D-1CF2-4725-873E-988705FC1E5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1250" y="3390900"/>
            <a:ext cx="11163300" cy="1190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[核心研究方向]</a:t>
            </a:r>
          </a:p>
        </p:txBody>
      </p:sp>
      <p:sp>
        <p:nvSpPr>
          <p:cNvPr id="10" name="">
            <a:extLst>
              <a:ext uri="{FF2B5EF4-FFF2-40B4-BE49-F238E27FC236}">
                <ns3:creationId id="{8288574C-D9CB-42A4-9754-BF141F4A6789}"/>
              </a:ext>
            </a:extLst>
          </p:cNvPr>
          <p:cNvSpPr>
            <a:spLocks noGrp="1"/>
          </p:cNvSpPr>
          <p:nvPr/>
        </p:nvSpPr>
        <p:spPr>
          <a:xfrm>
            <a:off x="4572000" y="4905375"/>
            <a:ext cx="67818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3:creationId id="{ABFEE2F3-DD84-4FA2-A9C9-FAA14A0FB3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333750" y="5381625"/>
            <a:ext cx="925830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5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5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[報告人]　[單位／研究群]</a:t>
            </a:r>
          </a:p>
        </p:txBody>
      </p:sp>
      <p:sp>
        <p:nvSpPr>
          <p:cNvPr id="12" name="">
            <a:extLst>
              <a:ext uri="{FF2B5EF4-FFF2-40B4-BE49-F238E27FC236}">
                <ns3:creationId id="{02D08DD1-6D42-4CC1-BF81-3804E7BA046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3810000" y="6334125"/>
            <a:ext cx="8305800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250" b="0">
                <a:solidFill>
                  <a:srgbClr val="CF8792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CF8792"/>
                </a:solidFill>
                <a:latin typeface="PMingLiU"/>
                <a:ea typeface="PMingLiU"/>
                <a:cs typeface="PMingLiU"/>
              </a:rPr>
              <a:t>[日期]　[會議名稱]</a:t>
            </a:r>
          </a:p>
        </p:txBody>
      </p:sp>
    </p:spTree>
    <p:extLst>
      <p:ext uri="{BB962C8B-B14F-4D97-AF65-F5344CB8AC3E}">
        <ns4:creationId val="13383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2 章節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b606f0a2db44490a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>
          <a:blip r:embed="R2e2bb0c404c44a49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>
          <a:blip r:embed="Ra094f873247846c4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>
          <a:blip r:embed="R8613ab9b2c8a4e2d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C2E62CCF-0DD2-45F8-974D-D547064F4C7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[章節名稱]</a:t>
            </a:r>
          </a:p>
        </p:txBody>
      </p:sp>
      <p:sp>
        <p:nvSpPr>
          <p:cNvPr id="6" name="">
            <a:extLst>
              <a:ext uri="{FF2B5EF4-FFF2-40B4-BE49-F238E27FC236}">
                <ns3:creationId id="{ED3BA4C7-7F97-4BCA-B5CE-8BCFCA0D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[本章要回答的問題]</a:t>
            </a:r>
          </a:p>
        </p:txBody>
      </p:sp>
      <p:sp>
        <p:nvSpPr>
          <p:cNvPr id="7" name="">
            <a:extLst>
              <a:ext uri="{FF2B5EF4-FFF2-40B4-BE49-F238E27FC236}">
                <ns3:creationId id="{F0001E30-CD21-4053-B0F9-F149C4936AA9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91873A1A-42B6-432C-AFA9-2B89330216EC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53DD6FBA-87AC-44AD-BA8D-581D5487C6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81650" y="2952750"/>
            <a:ext cx="4762500" cy="19050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9900" b="1">
                <a:solidFill>
                  <a:srgbClr val="CF8792"/>
                </a:solidFill>
                <a:latin typeface="PMingLiU"/>
                <a:ea typeface="PMingLiU"/>
                <a:cs typeface="PMingLiU"/>
              </a:defRPr>
            </a:pPr>
            <a:r>
              <a:rPr sz="9900" b="1">
                <a:solidFill>
                  <a:srgbClr val="CF8792"/>
                </a:solidFill>
                <a:latin typeface="PMingLiU"/>
                <a:ea typeface="PMingLiU"/>
                <a:cs typeface="PMingLiU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ns3:creationId id="{52E958EA-62E8-4E5C-A5B9-43644F327303}"/>
              </a:ext>
            </a:extLst>
          </p:cNvPr>
          <p:cNvSpPr>
            <a:spLocks noGrp="1"/>
          </p:cNvSpPr>
          <p:nvPr/>
        </p:nvSpPr>
        <p:spPr>
          <a:xfrm>
            <a:off x="5429250" y="5381625"/>
            <a:ext cx="50673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3:creationId id="{F4C82275-16F2-4F78-B701-32A242701B3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476500" y="59531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[用一句話說明本章範圍]</a:t>
            </a:r>
          </a:p>
        </p:txBody>
      </p:sp>
    </p:spTree>
    <p:extLst>
      <p:ext uri="{BB962C8B-B14F-4D97-AF65-F5344CB8AC3E}">
        <ns4:creationId val="73914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3 三欄比較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33" name=""/>
          <p:cNvPicPr>
            <a:picLocks noChangeAspect="1"/>
          </p:cNvPicPr>
          <p:nvPr/>
        </p:nvPicPr>
        <p:blipFill>
          <a:blip r:embed="R1c97fec46b7b4814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34" name=""/>
          <p:cNvPicPr>
            <a:picLocks noChangeAspect="1"/>
          </p:cNvPicPr>
          <p:nvPr/>
        </p:nvPicPr>
        <p:blipFill>
          <a:blip r:embed="R2a293a4caeec45ef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35" name=""/>
          <p:cNvPicPr>
            <a:picLocks noChangeAspect="1"/>
          </p:cNvPicPr>
          <p:nvPr/>
        </p:nvPicPr>
        <p:blipFill>
          <a:blip r:embed="R1331934916914c37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36" name=""/>
          <p:cNvPicPr>
            <a:picLocks noChangeAspect="1"/>
          </p:cNvPicPr>
          <p:nvPr/>
        </p:nvPicPr>
        <p:blipFill>
          <a:blip r:embed="Rac5aa0e20917457c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31A1AA8C-485F-47F7-8D69-0FBCDB98F43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[三種方法／方案比較]</a:t>
            </a:r>
          </a:p>
        </p:txBody>
      </p:sp>
      <p:sp>
        <p:nvSpPr>
          <p:cNvPr id="6" name="">
            <a:extLst>
              <a:ext uri="{FF2B5EF4-FFF2-40B4-BE49-F238E27FC236}">
                <ns3:creationId id="{9A1B008E-BFAC-4A32-9076-C49AC6323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[共同條件與主要比較面向]</a:t>
            </a:r>
          </a:p>
        </p:txBody>
      </p:sp>
      <p:sp>
        <p:nvSpPr>
          <p:cNvPr id="7" name="">
            <a:extLst>
              <a:ext uri="{FF2B5EF4-FFF2-40B4-BE49-F238E27FC236}">
                <ns3:creationId id="{89BA6ACE-C033-4D2D-ADCA-F1135E97949B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CEF7005E-D1DE-47BB-84B6-B84F5816C9EF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BFEAA05D-FB0E-4CB9-9F3D-1561990D2E70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0" name="">
            <a:extLst>
              <a:ext uri="{FF2B5EF4-FFF2-40B4-BE49-F238E27FC236}">
                <ns3:creationId id="{2D35FDCB-D544-4017-BDB0-4D02533B2468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3:creationId id="{AD200656-7E0A-461C-9287-4DFC666B5E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3:creationId id="{5AB8DF71-31B0-4231-8C80-8955A1871E5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19200" y="32956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3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3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[方案 A]</a:t>
            </a:r>
          </a:p>
        </p:txBody>
      </p:sp>
      <p:sp>
        <p:nvSpPr>
          <p:cNvPr id="13" name="">
            <a:extLst>
              <a:ext uri="{FF2B5EF4-FFF2-40B4-BE49-F238E27FC236}">
                <ns3:creationId id="{C5824300-1E54-434E-8FC0-89F695A8D734}"/>
              </a:ext>
            </a:extLst>
          </p:cNvPr>
          <p:cNvSpPr>
            <a:spLocks noGrp="1"/>
          </p:cNvSpPr>
          <p:nvPr/>
        </p:nvSpPr>
        <p:spPr>
          <a:xfrm>
            <a:off x="1828800" y="40767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3:creationId id="{6D591FFA-BD60-46ED-913A-8455070AEEE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905000" y="40957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[定位／差異]</a:t>
            </a:r>
          </a:p>
        </p:txBody>
      </p:sp>
      <p:sp>
        <p:nvSpPr>
          <p:cNvPr id="15" name="">
            <a:extLst>
              <a:ext uri="{FF2B5EF4-FFF2-40B4-BE49-F238E27FC236}">
                <ns3:creationId id="{EB14C861-D91C-4A1F-99BC-92D42CB8A0C2}"/>
              </a:ext>
            </a:extLst>
          </p:cNvPr>
          <p:cNvSpPr>
            <a:spLocks noGrp="1"/>
          </p:cNvSpPr>
          <p:nvPr/>
        </p:nvSpPr>
        <p:spPr>
          <a:xfrm>
            <a:off x="1390650" y="4695825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6" name="">
            <a:extLst>
              <a:ext uri="{FF2B5EF4-FFF2-40B4-BE49-F238E27FC236}">
                <ns3:creationId id="{F857E85C-9506-481A-BAEB-0ACAD5880126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390650" y="4924425"/>
            <a:ext cx="3619500" cy="22193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[輸入或依據]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[主要做法]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[限制與適用情境]</a:t>
            </a:r>
          </a:p>
        </p:txBody>
      </p:sp>
      <p:sp>
        <p:nvSpPr>
          <p:cNvPr id="17" name="">
            <a:extLst>
              <a:ext uri="{FF2B5EF4-FFF2-40B4-BE49-F238E27FC236}">
                <ns3:creationId id="{67E26E41-007A-47F5-9069-E372C55DCBDB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8" name="">
            <a:extLst>
              <a:ext uri="{FF2B5EF4-FFF2-40B4-BE49-F238E27FC236}">
                <ns3:creationId id="{7AE9914C-5DFE-4373-B106-860D64960119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9" name="">
            <a:extLst>
              <a:ext uri="{FF2B5EF4-FFF2-40B4-BE49-F238E27FC236}">
                <ns3:creationId id="{325ABF22-EDBB-4214-8332-1CBE89B466B5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">
            <a:extLst>
              <a:ext uri="{FF2B5EF4-FFF2-40B4-BE49-F238E27FC236}">
                <ns3:creationId id="{73FA0B0B-7754-46BD-8D31-38E1DB947C9D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5981700" y="32956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3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3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[方案 B]</a:t>
            </a:r>
          </a:p>
        </p:txBody>
      </p:sp>
      <p:sp>
        <p:nvSpPr>
          <p:cNvPr id="21" name="">
            <a:extLst>
              <a:ext uri="{FF2B5EF4-FFF2-40B4-BE49-F238E27FC236}">
                <ns3:creationId id="{EBB07DDA-6922-43D9-AF62-8681F2948D73}"/>
              </a:ext>
            </a:extLst>
          </p:cNvPr>
          <p:cNvSpPr>
            <a:spLocks noGrp="1"/>
          </p:cNvSpPr>
          <p:nvPr/>
        </p:nvSpPr>
        <p:spPr>
          <a:xfrm>
            <a:off x="6591300" y="40767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ns3:creationId id="{5FF9668E-92B6-4EDC-9907-4E579B4FC051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6667500" y="40957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[定位／差異]</a:t>
            </a:r>
          </a:p>
        </p:txBody>
      </p:sp>
      <p:sp>
        <p:nvSpPr>
          <p:cNvPr id="23" name="">
            <a:extLst>
              <a:ext uri="{FF2B5EF4-FFF2-40B4-BE49-F238E27FC236}">
                <ns3:creationId id="{4CE8C064-3865-426E-AFBE-ECAD8BFBF9BE}"/>
              </a:ext>
            </a:extLst>
          </p:cNvPr>
          <p:cNvSpPr>
            <a:spLocks noGrp="1"/>
          </p:cNvSpPr>
          <p:nvPr/>
        </p:nvSpPr>
        <p:spPr>
          <a:xfrm>
            <a:off x="6153150" y="4695825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4" name="">
            <a:extLst>
              <a:ext uri="{FF2B5EF4-FFF2-40B4-BE49-F238E27FC236}">
                <ns3:creationId id="{F3B6AB4B-06A2-4FFA-A4D1-D1E538F7AF5C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6153150" y="4924425"/>
            <a:ext cx="3619500" cy="22193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[輸入或依據]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[主要做法]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[限制與適用情境]</a:t>
            </a:r>
          </a:p>
        </p:txBody>
      </p:sp>
      <p:sp>
        <p:nvSpPr>
          <p:cNvPr id="25" name="">
            <a:extLst>
              <a:ext uri="{FF2B5EF4-FFF2-40B4-BE49-F238E27FC236}">
                <ns3:creationId id="{6381AE9B-029B-499B-B1B1-A3720C766486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noFill/>
          <a:ln w="19050">
            <a:solidFill>
              <a:srgbClr val="C69B45"/>
            </a:solidFill>
          </a:ln>
        </p:spPr>
      </p:sp>
      <p:sp>
        <p:nvSpPr>
          <p:cNvPr id="26" name="">
            <a:extLst>
              <a:ext uri="{FF2B5EF4-FFF2-40B4-BE49-F238E27FC236}">
                <ns3:creationId id="{D555BB52-0801-4417-BB99-313026BF8A63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69B45"/>
          </a:solidFill>
          <a:ln w="0">
            <a:noFill/>
          </a:ln>
        </p:spPr>
      </p:sp>
      <p:sp>
        <p:nvSpPr>
          <p:cNvPr id="27" name="">
            <a:extLst>
              <a:ext uri="{FF2B5EF4-FFF2-40B4-BE49-F238E27FC236}">
                <ns3:creationId id="{9FE94359-C58B-489A-9296-8A7CFF001B6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8" name="">
            <a:extLst>
              <a:ext uri="{FF2B5EF4-FFF2-40B4-BE49-F238E27FC236}">
                <ns3:creationId id="{9BAE56C6-FA80-4110-A89E-7D2BCDF0CA4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744200" y="32956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3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3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[方案 C]</a:t>
            </a:r>
          </a:p>
        </p:txBody>
      </p:sp>
      <p:sp>
        <p:nvSpPr>
          <p:cNvPr id="29" name="">
            <a:extLst>
              <a:ext uri="{FF2B5EF4-FFF2-40B4-BE49-F238E27FC236}">
                <ns3:creationId id="{2802D9FB-56B7-4AF3-8C6F-5005AFC077A9}"/>
              </a:ext>
            </a:extLst>
          </p:cNvPr>
          <p:cNvSpPr>
            <a:spLocks noGrp="1"/>
          </p:cNvSpPr>
          <p:nvPr/>
        </p:nvSpPr>
        <p:spPr>
          <a:xfrm>
            <a:off x="11353800" y="40767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30" name="">
            <a:extLst>
              <a:ext uri="{FF2B5EF4-FFF2-40B4-BE49-F238E27FC236}">
                <ns3:creationId id="{6AE4ADCD-AF78-48A2-AA37-E800D160113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430000" y="40957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[定位／差異]</a:t>
            </a:r>
          </a:p>
        </p:txBody>
      </p:sp>
      <p:sp>
        <p:nvSpPr>
          <p:cNvPr id="31" name="">
            <a:extLst>
              <a:ext uri="{FF2B5EF4-FFF2-40B4-BE49-F238E27FC236}">
                <ns3:creationId id="{9AD93576-0203-4F08-9FE4-970DF08C84C7}"/>
              </a:ext>
            </a:extLst>
          </p:cNvPr>
          <p:cNvSpPr>
            <a:spLocks noGrp="1"/>
          </p:cNvSpPr>
          <p:nvPr/>
        </p:nvSpPr>
        <p:spPr>
          <a:xfrm>
            <a:off x="10915650" y="4695825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2" name="">
            <a:extLst>
              <a:ext uri="{FF2B5EF4-FFF2-40B4-BE49-F238E27FC236}">
                <ns3:creationId id="{2EEA178D-729C-4B99-9142-7A71BE0E30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915650" y="4924425"/>
            <a:ext cx="3619500" cy="22193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[輸入或依據]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[主要做法]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[限制與適用情境]</a:t>
            </a:r>
          </a:p>
        </p:txBody>
      </p:sp>
    </p:spTree>
    <p:extLst>
      <p:ext uri="{BB962C8B-B14F-4D97-AF65-F5344CB8AC3E}">
        <ns4:creationId val="174737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4 八步流程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4" name=""/>
          <p:cNvPicPr>
            <a:picLocks noChangeAspect="1"/>
          </p:cNvPicPr>
          <p:nvPr/>
        </p:nvPicPr>
        <p:blipFill>
          <a:blip r:embed="Re93328021dd9475b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65" name=""/>
          <p:cNvPicPr>
            <a:picLocks noChangeAspect="1"/>
          </p:cNvPicPr>
          <p:nvPr/>
        </p:nvPicPr>
        <p:blipFill>
          <a:blip r:embed="Rbee1c578c54c4297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66" name=""/>
          <p:cNvPicPr>
            <a:picLocks noChangeAspect="1"/>
          </p:cNvPicPr>
          <p:nvPr/>
        </p:nvPicPr>
        <p:blipFill>
          <a:blip r:embed="Rcc62a11dd3e84a35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67" name=""/>
          <p:cNvPicPr>
            <a:picLocks noChangeAspect="1"/>
          </p:cNvPicPr>
          <p:nvPr/>
        </p:nvPicPr>
        <p:blipFill>
          <a:blip r:embed="Re1efe1f129964403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90AA754C-1221-415E-93B8-598CC015441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[完整流程]</a:t>
            </a:r>
          </a:p>
        </p:txBody>
      </p:sp>
      <p:sp>
        <p:nvSpPr>
          <p:cNvPr id="6" name="">
            <a:extLst>
              <a:ext uri="{FF2B5EF4-FFF2-40B4-BE49-F238E27FC236}">
                <ns3:creationId id="{840488B0-421D-41B5-B2B5-4315CF7DE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[流程起點、終點與適用範圍]</a:t>
            </a:r>
          </a:p>
        </p:txBody>
      </p:sp>
      <p:sp>
        <p:nvSpPr>
          <p:cNvPr id="7" name="">
            <a:extLst>
              <a:ext uri="{FF2B5EF4-FFF2-40B4-BE49-F238E27FC236}">
                <ns3:creationId id="{8E42F58C-920C-4E8B-A415-B32AAAED7478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88975F47-030E-4E6E-B90C-73EE9B291C0A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1F461E44-CA02-4588-BAF5-1126CAB65E17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0" name="">
            <a:extLst>
              <a:ext uri="{FF2B5EF4-FFF2-40B4-BE49-F238E27FC236}">
                <ns3:creationId id="{77185395-4EBD-4F0D-B5B3-0A5970D6E3EE}"/>
              </a:ext>
            </a:extLst>
          </p:cNvPr>
          <p:cNvSpPr>
            <a:spLocks noGrp="1"/>
          </p:cNvSpPr>
          <p:nvPr/>
        </p:nvSpPr>
        <p:spPr>
          <a:xfrm>
            <a:off x="2324100" y="26384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3:creationId id="{047F6EB4-A135-47C1-9222-BE990DF5D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526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3:creationId id="{4AFD5F12-4A7B-4A59-8073-D8314BF4571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3347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1]</a:t>
            </a:r>
          </a:p>
        </p:txBody>
      </p:sp>
      <p:sp>
        <p:nvSpPr>
          <p:cNvPr id="13" name="">
            <a:extLst>
              <a:ext uri="{FF2B5EF4-FFF2-40B4-BE49-F238E27FC236}">
                <ns3:creationId id="{538FF5DE-1355-4DA4-8A8B-EAC662CC75C5}"/>
              </a:ext>
            </a:extLst>
          </p:cNvPr>
          <p:cNvSpPr>
            <a:spLocks noGrp="1"/>
          </p:cNvSpPr>
          <p:nvPr/>
        </p:nvSpPr>
        <p:spPr>
          <a:xfrm>
            <a:off x="1276350" y="40100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3:creationId id="{561C1705-0376-4F48-AE6B-04F39E71BC9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22872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15" name="">
            <a:extLst>
              <a:ext uri="{FF2B5EF4-FFF2-40B4-BE49-F238E27FC236}">
                <ns3:creationId id="{22EFCF76-4CC6-4CF6-8979-D6A056B40986}"/>
              </a:ext>
            </a:extLst>
          </p:cNvPr>
          <p:cNvSpPr>
            <a:spLocks noGrp="1"/>
          </p:cNvSpPr>
          <p:nvPr/>
        </p:nvSpPr>
        <p:spPr>
          <a:xfrm>
            <a:off x="42672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6" name="">
            <a:extLst>
              <a:ext uri="{FF2B5EF4-FFF2-40B4-BE49-F238E27FC236}">
                <ns3:creationId id="{39120809-71CD-45CC-BD81-A5E30E80A122}"/>
              </a:ext>
            </a:extLst>
          </p:cNvPr>
          <p:cNvSpPr>
            <a:spLocks noGrp="1"/>
          </p:cNvSpPr>
          <p:nvPr/>
        </p:nvSpPr>
        <p:spPr>
          <a:xfrm>
            <a:off x="4705350" y="28765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7" name="">
            <a:extLst>
              <a:ext uri="{FF2B5EF4-FFF2-40B4-BE49-F238E27FC236}">
                <ns3:creationId id="{3E8DBDC9-953F-419C-B24A-C4EB242461E8}"/>
              </a:ext>
            </a:extLst>
          </p:cNvPr>
          <p:cNvSpPr>
            <a:spLocks noGrp="1"/>
          </p:cNvSpPr>
          <p:nvPr/>
        </p:nvSpPr>
        <p:spPr>
          <a:xfrm>
            <a:off x="6038850" y="26384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8" name="">
            <a:extLst>
              <a:ext uri="{FF2B5EF4-FFF2-40B4-BE49-F238E27FC236}">
                <ns3:creationId id="{D5BB7005-0F79-48B3-A102-14BDC344FB3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0674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19" name="">
            <a:extLst>
              <a:ext uri="{FF2B5EF4-FFF2-40B4-BE49-F238E27FC236}">
                <ns3:creationId id="{CB8D6B67-3489-4E79-B6D7-EADF38E4E08F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484822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2]</a:t>
            </a:r>
          </a:p>
        </p:txBody>
      </p:sp>
      <p:sp>
        <p:nvSpPr>
          <p:cNvPr id="20" name="">
            <a:extLst>
              <a:ext uri="{FF2B5EF4-FFF2-40B4-BE49-F238E27FC236}">
                <ns3:creationId id="{BE1FD455-9632-4EC1-A70C-BA15D0B48DA2}"/>
              </a:ext>
            </a:extLst>
          </p:cNvPr>
          <p:cNvSpPr>
            <a:spLocks noGrp="1"/>
          </p:cNvSpPr>
          <p:nvPr/>
        </p:nvSpPr>
        <p:spPr>
          <a:xfrm>
            <a:off x="4991100" y="40100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1" name="">
            <a:extLst>
              <a:ext uri="{FF2B5EF4-FFF2-40B4-BE49-F238E27FC236}">
                <ns3:creationId id="{9E9820A0-3ADB-45AB-97CD-92A4089441A8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494347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22" name="">
            <a:extLst>
              <a:ext uri="{FF2B5EF4-FFF2-40B4-BE49-F238E27FC236}">
                <ns3:creationId id="{0983EEE9-009C-4459-B1FC-F17E7C210BA0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ns3:creationId id="{189590A2-51CE-4291-A34B-543EC1EAC6EB}"/>
              </a:ext>
            </a:extLst>
          </p:cNvPr>
          <p:cNvSpPr>
            <a:spLocks noGrp="1"/>
          </p:cNvSpPr>
          <p:nvPr/>
        </p:nvSpPr>
        <p:spPr>
          <a:xfrm>
            <a:off x="8420100" y="28765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24" name="">
            <a:extLst>
              <a:ext uri="{FF2B5EF4-FFF2-40B4-BE49-F238E27FC236}">
                <ns3:creationId id="{26102B4B-A345-4040-8B4F-D99CC662C325}"/>
              </a:ext>
            </a:extLst>
          </p:cNvPr>
          <p:cNvSpPr>
            <a:spLocks noGrp="1"/>
          </p:cNvSpPr>
          <p:nvPr/>
        </p:nvSpPr>
        <p:spPr>
          <a:xfrm>
            <a:off x="9753600" y="26384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5" name="">
            <a:extLst>
              <a:ext uri="{FF2B5EF4-FFF2-40B4-BE49-F238E27FC236}">
                <ns3:creationId id="{AEE4DDF2-8118-46E6-8C8E-0AC1152C2D62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97821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6" name="">
            <a:extLst>
              <a:ext uri="{FF2B5EF4-FFF2-40B4-BE49-F238E27FC236}">
                <ns3:creationId id="{7FCF17F0-F056-46A2-A875-445A722F5959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856297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3]</a:t>
            </a:r>
          </a:p>
        </p:txBody>
      </p:sp>
      <p:sp>
        <p:nvSpPr>
          <p:cNvPr id="27" name="">
            <a:extLst>
              <a:ext uri="{FF2B5EF4-FFF2-40B4-BE49-F238E27FC236}">
                <ns3:creationId id="{5EB1E572-9484-4B29-9740-DD1BDBFF8C3B}"/>
              </a:ext>
            </a:extLst>
          </p:cNvPr>
          <p:cNvSpPr>
            <a:spLocks noGrp="1"/>
          </p:cNvSpPr>
          <p:nvPr/>
        </p:nvSpPr>
        <p:spPr>
          <a:xfrm>
            <a:off x="8705850" y="40100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8" name="">
            <a:extLst>
              <a:ext uri="{FF2B5EF4-FFF2-40B4-BE49-F238E27FC236}">
                <ns3:creationId id="{606112C9-C9B4-432F-B87D-B63AE63C691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65822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29" name="">
            <a:extLst>
              <a:ext uri="{FF2B5EF4-FFF2-40B4-BE49-F238E27FC236}">
                <ns3:creationId id="{2E676FA6-8BC2-4398-BDAE-FAA8FFBBEFA2}"/>
              </a:ext>
            </a:extLst>
          </p:cNvPr>
          <p:cNvSpPr>
            <a:spLocks noGrp="1"/>
          </p:cNvSpPr>
          <p:nvPr/>
        </p:nvSpPr>
        <p:spPr>
          <a:xfrm>
            <a:off x="116967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0" name="">
            <a:extLst>
              <a:ext uri="{FF2B5EF4-FFF2-40B4-BE49-F238E27FC236}">
                <ns3:creationId id="{0AEA1DF6-EC82-4FD8-A9EC-941DE260D538}"/>
              </a:ext>
            </a:extLst>
          </p:cNvPr>
          <p:cNvSpPr>
            <a:spLocks noGrp="1"/>
          </p:cNvSpPr>
          <p:nvPr/>
        </p:nvSpPr>
        <p:spPr>
          <a:xfrm>
            <a:off x="12134850" y="28765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31" name="">
            <a:extLst>
              <a:ext uri="{FF2B5EF4-FFF2-40B4-BE49-F238E27FC236}">
                <ns3:creationId id="{273A0221-43DF-4A32-9077-60617CEB51B3}"/>
              </a:ext>
            </a:extLst>
          </p:cNvPr>
          <p:cNvSpPr>
            <a:spLocks noGrp="1"/>
          </p:cNvSpPr>
          <p:nvPr/>
        </p:nvSpPr>
        <p:spPr>
          <a:xfrm>
            <a:off x="13468350" y="26384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2" name="">
            <a:extLst>
              <a:ext uri="{FF2B5EF4-FFF2-40B4-BE49-F238E27FC236}">
                <ns3:creationId id="{78FF2D28-98F3-42CA-A030-8480906CF21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34969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33" name="">
            <a:extLst>
              <a:ext uri="{FF2B5EF4-FFF2-40B4-BE49-F238E27FC236}">
                <ns3:creationId id="{D9509FF9-0744-4C0F-B8D4-B8C882C7F56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227772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4]</a:t>
            </a:r>
          </a:p>
        </p:txBody>
      </p:sp>
      <p:sp>
        <p:nvSpPr>
          <p:cNvPr id="34" name="">
            <a:extLst>
              <a:ext uri="{FF2B5EF4-FFF2-40B4-BE49-F238E27FC236}">
                <ns3:creationId id="{D7F68C96-92D2-4476-915F-DF5B82DD03B1}"/>
              </a:ext>
            </a:extLst>
          </p:cNvPr>
          <p:cNvSpPr>
            <a:spLocks noGrp="1"/>
          </p:cNvSpPr>
          <p:nvPr/>
        </p:nvSpPr>
        <p:spPr>
          <a:xfrm>
            <a:off x="12420600" y="40100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5" name="">
            <a:extLst>
              <a:ext uri="{FF2B5EF4-FFF2-40B4-BE49-F238E27FC236}">
                <ns3:creationId id="{A913B32F-3B59-4AEF-9AD6-C9605F605CC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37297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36" name="">
            <a:extLst>
              <a:ext uri="{FF2B5EF4-FFF2-40B4-BE49-F238E27FC236}">
                <ns3:creationId id="{40C9F18F-A21C-47C2-9CCA-7157A7EB1A4C}"/>
              </a:ext>
            </a:extLst>
          </p:cNvPr>
          <p:cNvSpPr>
            <a:spLocks noGrp="1"/>
          </p:cNvSpPr>
          <p:nvPr/>
        </p:nvSpPr>
        <p:spPr>
          <a:xfrm>
            <a:off x="12134850" y="57721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37" name="">
            <a:extLst>
              <a:ext uri="{FF2B5EF4-FFF2-40B4-BE49-F238E27FC236}">
                <ns3:creationId id="{C4B01536-CE54-4128-96BF-29F4468FB1FC}"/>
              </a:ext>
            </a:extLst>
          </p:cNvPr>
          <p:cNvSpPr>
            <a:spLocks noGrp="1"/>
          </p:cNvSpPr>
          <p:nvPr/>
        </p:nvSpPr>
        <p:spPr>
          <a:xfrm>
            <a:off x="13468350" y="55340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8" name="">
            <a:extLst>
              <a:ext uri="{FF2B5EF4-FFF2-40B4-BE49-F238E27FC236}">
                <ns3:creationId id="{28B7CFEA-CBB0-4B38-9F48-53EDA4DC608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34969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5</a:t>
            </a:r>
          </a:p>
        </p:txBody>
      </p:sp>
      <p:sp>
        <p:nvSpPr>
          <p:cNvPr id="39" name="">
            <a:extLst>
              <a:ext uri="{FF2B5EF4-FFF2-40B4-BE49-F238E27FC236}">
                <ns3:creationId id="{F32C8F75-9E62-404D-9565-20D20DD9279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27772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5]</a:t>
            </a:r>
          </a:p>
        </p:txBody>
      </p:sp>
      <p:sp>
        <p:nvSpPr>
          <p:cNvPr id="40" name="">
            <a:extLst>
              <a:ext uri="{FF2B5EF4-FFF2-40B4-BE49-F238E27FC236}">
                <ns3:creationId id="{EF536160-EF23-428C-B096-8C81E27369D5}"/>
              </a:ext>
            </a:extLst>
          </p:cNvPr>
          <p:cNvSpPr>
            <a:spLocks noGrp="1"/>
          </p:cNvSpPr>
          <p:nvPr/>
        </p:nvSpPr>
        <p:spPr>
          <a:xfrm>
            <a:off x="12420600" y="69056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1" name="">
            <a:extLst>
              <a:ext uri="{FF2B5EF4-FFF2-40B4-BE49-F238E27FC236}">
                <ns3:creationId id="{39A9E174-E82D-4247-8A82-9B45681E23C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37297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42" name="">
            <a:extLst>
              <a:ext uri="{FF2B5EF4-FFF2-40B4-BE49-F238E27FC236}">
                <ns3:creationId id="{4B7FB239-D787-4633-8E6B-B1C4878ACCA1}"/>
              </a:ext>
            </a:extLst>
          </p:cNvPr>
          <p:cNvSpPr>
            <a:spLocks noGrp="1"/>
          </p:cNvSpPr>
          <p:nvPr/>
        </p:nvSpPr>
        <p:spPr>
          <a:xfrm>
            <a:off x="8420100" y="57721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43" name="">
            <a:extLst>
              <a:ext uri="{FF2B5EF4-FFF2-40B4-BE49-F238E27FC236}">
                <ns3:creationId id="{259353A6-6127-4E6B-8029-099204768467}"/>
              </a:ext>
            </a:extLst>
          </p:cNvPr>
          <p:cNvSpPr>
            <a:spLocks noGrp="1"/>
          </p:cNvSpPr>
          <p:nvPr/>
        </p:nvSpPr>
        <p:spPr>
          <a:xfrm>
            <a:off x="9753600" y="55340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44" name="">
            <a:extLst>
              <a:ext uri="{FF2B5EF4-FFF2-40B4-BE49-F238E27FC236}">
                <ns3:creationId id="{2A7F038D-803E-4E6C-8366-15930FDB684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97821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6</a:t>
            </a:r>
          </a:p>
        </p:txBody>
      </p:sp>
      <p:sp>
        <p:nvSpPr>
          <p:cNvPr id="45" name="">
            <a:extLst>
              <a:ext uri="{FF2B5EF4-FFF2-40B4-BE49-F238E27FC236}">
                <ns3:creationId id="{5F86FFE3-52E4-49B1-8DA7-62AA3B4EC83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56297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6]</a:t>
            </a:r>
          </a:p>
        </p:txBody>
      </p:sp>
      <p:sp>
        <p:nvSpPr>
          <p:cNvPr id="46" name="">
            <a:extLst>
              <a:ext uri="{FF2B5EF4-FFF2-40B4-BE49-F238E27FC236}">
                <ns3:creationId id="{D00E92B5-3BA8-46FA-894B-4A6FBC96CB63}"/>
              </a:ext>
            </a:extLst>
          </p:cNvPr>
          <p:cNvSpPr>
            <a:spLocks noGrp="1"/>
          </p:cNvSpPr>
          <p:nvPr/>
        </p:nvSpPr>
        <p:spPr>
          <a:xfrm>
            <a:off x="8705850" y="69056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">
            <a:extLst>
              <a:ext uri="{FF2B5EF4-FFF2-40B4-BE49-F238E27FC236}">
                <ns3:creationId id="{17603507-A99A-4170-A7B3-411F5C266FC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65822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48" name="">
            <a:extLst>
              <a:ext uri="{FF2B5EF4-FFF2-40B4-BE49-F238E27FC236}">
                <ns3:creationId id="{4039EB32-C27D-4A25-9BA1-6BD066202875}"/>
              </a:ext>
            </a:extLst>
          </p:cNvPr>
          <p:cNvSpPr>
            <a:spLocks noGrp="1"/>
          </p:cNvSpPr>
          <p:nvPr/>
        </p:nvSpPr>
        <p:spPr>
          <a:xfrm>
            <a:off x="116967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49" name="">
            <a:extLst>
              <a:ext uri="{FF2B5EF4-FFF2-40B4-BE49-F238E27FC236}">
                <ns3:creationId id="{06F78975-533F-40A9-ADD6-CE7B92FF7303}"/>
              </a:ext>
            </a:extLst>
          </p:cNvPr>
          <p:cNvSpPr>
            <a:spLocks noGrp="1"/>
          </p:cNvSpPr>
          <p:nvPr/>
        </p:nvSpPr>
        <p:spPr>
          <a:xfrm>
            <a:off x="4705350" y="57721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50" name="">
            <a:extLst>
              <a:ext uri="{FF2B5EF4-FFF2-40B4-BE49-F238E27FC236}">
                <ns3:creationId id="{21229BDE-4955-47E3-9D5F-8D0E3AFF3AD0}"/>
              </a:ext>
            </a:extLst>
          </p:cNvPr>
          <p:cNvSpPr>
            <a:spLocks noGrp="1"/>
          </p:cNvSpPr>
          <p:nvPr/>
        </p:nvSpPr>
        <p:spPr>
          <a:xfrm>
            <a:off x="6038850" y="55340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1" name="">
            <a:extLst>
              <a:ext uri="{FF2B5EF4-FFF2-40B4-BE49-F238E27FC236}">
                <ns3:creationId id="{CBDDD276-50AE-46A7-A766-0C759BE743B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0674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7</a:t>
            </a:r>
          </a:p>
        </p:txBody>
      </p:sp>
      <p:sp>
        <p:nvSpPr>
          <p:cNvPr id="52" name="">
            <a:extLst>
              <a:ext uri="{FF2B5EF4-FFF2-40B4-BE49-F238E27FC236}">
                <ns3:creationId id="{E71CA8AA-0942-4A2D-9A76-A8C2CC148B1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84822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7]</a:t>
            </a:r>
          </a:p>
        </p:txBody>
      </p:sp>
      <p:sp>
        <p:nvSpPr>
          <p:cNvPr id="53" name="">
            <a:extLst>
              <a:ext uri="{FF2B5EF4-FFF2-40B4-BE49-F238E27FC236}">
                <ns3:creationId id="{0E96E992-AE1D-490B-A893-0339498B3119}"/>
              </a:ext>
            </a:extLst>
          </p:cNvPr>
          <p:cNvSpPr>
            <a:spLocks noGrp="1"/>
          </p:cNvSpPr>
          <p:nvPr/>
        </p:nvSpPr>
        <p:spPr>
          <a:xfrm>
            <a:off x="4991100" y="69056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4" name="">
            <a:extLst>
              <a:ext uri="{FF2B5EF4-FFF2-40B4-BE49-F238E27FC236}">
                <ns3:creationId id="{4F83C553-2BE2-40AC-BC5F-3392F087CC0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494347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55" name="">
            <a:extLst>
              <a:ext uri="{FF2B5EF4-FFF2-40B4-BE49-F238E27FC236}">
                <ns3:creationId id="{F652A775-15D2-42DA-9352-4B9CCD4F2520}"/>
              </a:ext>
            </a:extLst>
          </p:cNvPr>
          <p:cNvSpPr>
            <a:spLocks noGrp="1"/>
          </p:cNvSpPr>
          <p:nvPr/>
        </p:nvSpPr>
        <p:spPr>
          <a:xfrm>
            <a:off x="798195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6" name="">
            <a:extLst>
              <a:ext uri="{FF2B5EF4-FFF2-40B4-BE49-F238E27FC236}">
                <ns3:creationId id="{9752BAF5-5A36-47BF-AD4E-7989DD3E9D29}"/>
              </a:ext>
            </a:extLst>
          </p:cNvPr>
          <p:cNvSpPr>
            <a:spLocks noGrp="1"/>
          </p:cNvSpPr>
          <p:nvPr/>
        </p:nvSpPr>
        <p:spPr>
          <a:xfrm>
            <a:off x="990600" y="5772150"/>
            <a:ext cx="3143250" cy="2266950"/>
          </a:xfrm>
          <a:prstGeom prst="roundRect">
            <a:avLst>
              <a:gd name="adj" fmla="val 6723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57" name="">
            <a:extLst>
              <a:ext uri="{FF2B5EF4-FFF2-40B4-BE49-F238E27FC236}">
                <ns3:creationId id="{DEF44601-BE3A-4619-B515-C7BE17B178B2}"/>
              </a:ext>
            </a:extLst>
          </p:cNvPr>
          <p:cNvSpPr>
            <a:spLocks noGrp="1"/>
          </p:cNvSpPr>
          <p:nvPr/>
        </p:nvSpPr>
        <p:spPr>
          <a:xfrm>
            <a:off x="2324100" y="55340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8" name="">
            <a:extLst>
              <a:ext uri="{FF2B5EF4-FFF2-40B4-BE49-F238E27FC236}">
                <ns3:creationId id="{62F4C463-A74B-4226-8375-5E0CB4F3ADA8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23526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8</a:t>
            </a:r>
          </a:p>
        </p:txBody>
      </p:sp>
      <p:sp>
        <p:nvSpPr>
          <p:cNvPr id="59" name="">
            <a:extLst>
              <a:ext uri="{FF2B5EF4-FFF2-40B4-BE49-F238E27FC236}">
                <ns3:creationId id="{626083C5-DDE0-4D9E-B30C-3B625F31016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13347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8]</a:t>
            </a:r>
          </a:p>
        </p:txBody>
      </p:sp>
      <p:sp>
        <p:nvSpPr>
          <p:cNvPr id="60" name="">
            <a:extLst>
              <a:ext uri="{FF2B5EF4-FFF2-40B4-BE49-F238E27FC236}">
                <ns3:creationId id="{CA4C040D-C023-44D9-9DF9-4373F5933DF2}"/>
              </a:ext>
            </a:extLst>
          </p:cNvPr>
          <p:cNvSpPr>
            <a:spLocks noGrp="1"/>
          </p:cNvSpPr>
          <p:nvPr/>
        </p:nvSpPr>
        <p:spPr>
          <a:xfrm>
            <a:off x="1276350" y="690562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61" name="">
            <a:extLst>
              <a:ext uri="{FF2B5EF4-FFF2-40B4-BE49-F238E27FC236}">
                <ns3:creationId id="{07604B1E-C4CE-49FF-9423-EB7D7EFCDDE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22872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62" name="">
            <a:extLst>
              <a:ext uri="{FF2B5EF4-FFF2-40B4-BE49-F238E27FC236}">
                <ns3:creationId id="{B00BAEE3-60A7-4CDA-A27C-401D18B437DF}"/>
              </a:ext>
            </a:extLst>
          </p:cNvPr>
          <p:cNvSpPr>
            <a:spLocks noGrp="1"/>
          </p:cNvSpPr>
          <p:nvPr/>
        </p:nvSpPr>
        <p:spPr>
          <a:xfrm>
            <a:off x="42672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63" name="">
            <a:extLst>
              <a:ext uri="{FF2B5EF4-FFF2-40B4-BE49-F238E27FC236}">
                <ns3:creationId id="{6911C904-790C-4342-A1F0-6C90CC68C648}"/>
              </a:ext>
            </a:extLst>
          </p:cNvPr>
          <p:cNvSpPr>
            <a:spLocks noGrp="1"/>
          </p:cNvSpPr>
          <p:nvPr/>
        </p:nvSpPr>
        <p:spPr>
          <a:xfrm>
            <a:off x="13525500" y="5257800"/>
            <a:ext cx="219075" cy="400050"/>
          </a:xfrm>
          <a:prstGeom prst="downArrow">
            <a:avLst/>
          </a:prstGeom>
          <a:solidFill>
            <a:srgbClr val="CF8792"/>
          </a:solidFill>
          <a:ln w="0">
            <a:noFill/>
          </a:ln>
        </p:spPr>
      </p:sp>
    </p:spTree>
    <p:extLst>
      <p:ext uri="{BB962C8B-B14F-4D97-AF65-F5344CB8AC3E}">
        <ns4:creationId val="172109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5 結構關係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5" name=""/>
          <p:cNvPicPr>
            <a:picLocks noChangeAspect="1"/>
          </p:cNvPicPr>
          <p:nvPr/>
        </p:nvPicPr>
        <p:blipFill>
          <a:blip r:embed="Rbd0b0de68e554de5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26" name=""/>
          <p:cNvPicPr>
            <a:picLocks noChangeAspect="1"/>
          </p:cNvPicPr>
          <p:nvPr/>
        </p:nvPicPr>
        <p:blipFill>
          <a:blip r:embed="R11f319a4f2924b88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27" name=""/>
          <p:cNvPicPr>
            <a:picLocks noChangeAspect="1"/>
          </p:cNvPicPr>
          <p:nvPr/>
        </p:nvPicPr>
        <p:blipFill>
          <a:blip r:embed="Rab5800c236c34e6d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28" name=""/>
          <p:cNvPicPr>
            <a:picLocks noChangeAspect="1"/>
          </p:cNvPicPr>
          <p:nvPr/>
        </p:nvPicPr>
        <p:blipFill>
          <a:blip r:embed="R1125aef43bb6498e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C0568418-C568-4E24-A54E-771FF3E0C74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[輸入、轉換與輸出]</a:t>
            </a:r>
          </a:p>
        </p:txBody>
      </p:sp>
      <p:sp>
        <p:nvSpPr>
          <p:cNvPr id="6" name="">
            <a:extLst>
              <a:ext uri="{FF2B5EF4-FFF2-40B4-BE49-F238E27FC236}">
                <ns3:creationId id="{377B43E8-EF11-4282-B0CB-41E72AD5C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[物件定義與責任邊界]</a:t>
            </a:r>
          </a:p>
        </p:txBody>
      </p:sp>
      <p:sp>
        <p:nvSpPr>
          <p:cNvPr id="7" name="">
            <a:extLst>
              <a:ext uri="{FF2B5EF4-FFF2-40B4-BE49-F238E27FC236}">
                <ns3:creationId id="{8022F92C-BB78-4AAA-9F3C-B54075469411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AEB3A6A2-AC0A-4BAF-A5D1-7B7E254B8E74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B248DB71-1AA5-4235-B3BD-FE09C55F5DB3}"/>
              </a:ext>
            </a:extLst>
          </p:cNvPr>
          <p:cNvSpPr>
            <a:spLocks noGrp="1"/>
          </p:cNvSpPr>
          <p:nvPr/>
        </p:nvSpPr>
        <p:spPr>
          <a:xfrm>
            <a:off x="990600" y="3000375"/>
            <a:ext cx="6286500" cy="38100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0" name="">
            <a:extLst>
              <a:ext uri="{FF2B5EF4-FFF2-40B4-BE49-F238E27FC236}">
                <ns3:creationId id="{68AE31E1-23D3-4198-B98A-E3D5CE22989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81100" y="3305175"/>
            <a:ext cx="590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8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8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[輸入結構]</a:t>
            </a:r>
          </a:p>
        </p:txBody>
      </p:sp>
      <p:sp>
        <p:nvSpPr>
          <p:cNvPr id="11" name="">
            <a:extLst>
              <a:ext uri="{FF2B5EF4-FFF2-40B4-BE49-F238E27FC236}">
                <ns3:creationId id="{B4DEBE0C-B551-484E-BF36-B1A18F0BE9F3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57531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2" name="">
            <a:extLst>
              <a:ext uri="{FF2B5EF4-FFF2-40B4-BE49-F238E27FC236}">
                <ns3:creationId id="{4474327A-ECB4-4552-A4DB-22AF9B3F9C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38250" y="4276725"/>
            <a:ext cx="579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[組件 A]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[組件 B]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[組件 C]</a:t>
            </a:r>
          </a:p>
        </p:txBody>
      </p:sp>
      <p:sp>
        <p:nvSpPr>
          <p:cNvPr id="13" name="">
            <a:extLst>
              <a:ext uri="{FF2B5EF4-FFF2-40B4-BE49-F238E27FC236}">
                <ns3:creationId id="{0A86BF71-DDA6-4911-ACA2-E59A9DFDF199}"/>
              </a:ext>
            </a:extLst>
          </p:cNvPr>
          <p:cNvSpPr>
            <a:spLocks noGrp="1"/>
          </p:cNvSpPr>
          <p:nvPr/>
        </p:nvSpPr>
        <p:spPr>
          <a:xfrm>
            <a:off x="8248650" y="3000375"/>
            <a:ext cx="2476500" cy="3810000"/>
          </a:xfrm>
          <a:prstGeom prst="roundRect">
            <a:avLst>
              <a:gd name="adj" fmla="val 6154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4" name="">
            <a:extLst>
              <a:ext uri="{FF2B5EF4-FFF2-40B4-BE49-F238E27FC236}">
                <ns3:creationId id="{C1B04C4F-4670-44CE-9A6E-DE81FF4C1C6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439150" y="3305175"/>
            <a:ext cx="209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8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8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[轉換機制]</a:t>
            </a:r>
          </a:p>
        </p:txBody>
      </p:sp>
      <p:sp>
        <p:nvSpPr>
          <p:cNvPr id="15" name="">
            <a:extLst>
              <a:ext uri="{FF2B5EF4-FFF2-40B4-BE49-F238E27FC236}">
                <ns3:creationId id="{F92E5182-9876-4BBF-BE4D-A90B23EB8C7C}"/>
              </a:ext>
            </a:extLst>
          </p:cNvPr>
          <p:cNvSpPr>
            <a:spLocks noGrp="1"/>
          </p:cNvSpPr>
          <p:nvPr/>
        </p:nvSpPr>
        <p:spPr>
          <a:xfrm>
            <a:off x="8515350" y="4086225"/>
            <a:ext cx="19431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6" name="">
            <a:extLst>
              <a:ext uri="{FF2B5EF4-FFF2-40B4-BE49-F238E27FC236}">
                <ns3:creationId id="{B08DC2E6-FC76-4BED-A944-5BDAF0A8FFDB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496300" y="4276725"/>
            <a:ext cx="198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[規則／方法]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[處理邏輯]</a:t>
            </a:r>
          </a:p>
        </p:txBody>
      </p:sp>
      <p:sp>
        <p:nvSpPr>
          <p:cNvPr id="17" name="">
            <a:extLst>
              <a:ext uri="{FF2B5EF4-FFF2-40B4-BE49-F238E27FC236}">
                <ns3:creationId id="{29142DA5-034B-4B31-A3F2-E6C7A7FC7D22}"/>
              </a:ext>
            </a:extLst>
          </p:cNvPr>
          <p:cNvSpPr>
            <a:spLocks noGrp="1"/>
          </p:cNvSpPr>
          <p:nvPr/>
        </p:nvSpPr>
        <p:spPr>
          <a:xfrm>
            <a:off x="11715750" y="3000375"/>
            <a:ext cx="3219450" cy="3810000"/>
          </a:xfrm>
          <a:prstGeom prst="roundRect">
            <a:avLst>
              <a:gd name="adj" fmla="val 4734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8" name="">
            <a:extLst>
              <a:ext uri="{FF2B5EF4-FFF2-40B4-BE49-F238E27FC236}">
                <ns3:creationId id="{EE986FE5-95AB-4F4C-A207-B3C98F219F04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1906250" y="3305175"/>
            <a:ext cx="283845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8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8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[輸出結果]</a:t>
            </a:r>
          </a:p>
        </p:txBody>
      </p:sp>
      <p:sp>
        <p:nvSpPr>
          <p:cNvPr id="19" name="">
            <a:extLst>
              <a:ext uri="{FF2B5EF4-FFF2-40B4-BE49-F238E27FC236}">
                <ns3:creationId id="{2AAB182F-D5C6-48C7-9F26-7A0EAA534195}"/>
              </a:ext>
            </a:extLst>
          </p:cNvPr>
          <p:cNvSpPr>
            <a:spLocks noGrp="1"/>
          </p:cNvSpPr>
          <p:nvPr/>
        </p:nvSpPr>
        <p:spPr>
          <a:xfrm>
            <a:off x="11982450" y="4086225"/>
            <a:ext cx="26860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0" name="">
            <a:extLst>
              <a:ext uri="{FF2B5EF4-FFF2-40B4-BE49-F238E27FC236}">
                <ns3:creationId id="{D49D998A-08F3-48E4-9606-D7C22FFB1740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11963400" y="4276725"/>
            <a:ext cx="272415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[產物]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[驗證方式]</a:t>
            </a:r>
          </a:p>
        </p:txBody>
      </p:sp>
      <p:sp>
        <p:nvSpPr>
          <p:cNvPr id="21" name="">
            <a:extLst>
              <a:ext uri="{FF2B5EF4-FFF2-40B4-BE49-F238E27FC236}">
                <ns3:creationId id="{72D1432D-8427-4169-B275-58A73658D45D}"/>
              </a:ext>
            </a:extLst>
          </p:cNvPr>
          <p:cNvSpPr>
            <a:spLocks noGrp="1"/>
          </p:cNvSpPr>
          <p:nvPr/>
        </p:nvSpPr>
        <p:spPr>
          <a:xfrm>
            <a:off x="7515225" y="4714875"/>
            <a:ext cx="485775" cy="2952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ns3:creationId id="{3D5789A8-8094-450A-AE59-5072D104AA22}"/>
              </a:ext>
            </a:extLst>
          </p:cNvPr>
          <p:cNvSpPr>
            <a:spLocks noGrp="1"/>
          </p:cNvSpPr>
          <p:nvPr/>
        </p:nvSpPr>
        <p:spPr>
          <a:xfrm>
            <a:off x="10972800" y="4714875"/>
            <a:ext cx="485775" cy="2952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3" name="">
            <a:extLst>
              <a:ext uri="{FF2B5EF4-FFF2-40B4-BE49-F238E27FC236}">
                <ns3:creationId id="{CDFB46F7-6A87-44ED-8A14-93740AD656F6}"/>
              </a:ext>
            </a:extLst>
          </p:cNvPr>
          <p:cNvSpPr>
            <a:spLocks noGrp="1"/>
          </p:cNvSpPr>
          <p:nvPr/>
        </p:nvSpPr>
        <p:spPr>
          <a:xfrm>
            <a:off x="3238500" y="7439025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24" name="">
            <a:extLst>
              <a:ext uri="{FF2B5EF4-FFF2-40B4-BE49-F238E27FC236}">
                <ns3:creationId id="{D28C525A-A63B-48C8-BD0B-6264AC8F882C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3314700" y="7458075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[關鍵邊界：哪些內容會改變、哪些會保留]</a:t>
            </a:r>
          </a:p>
        </p:txBody>
      </p:sp>
    </p:spTree>
    <p:extLst>
      <p:ext uri="{BB962C8B-B14F-4D97-AF65-F5344CB8AC3E}">
        <ns4:creationId val="171890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6 實驗結果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36" name=""/>
          <p:cNvPicPr>
            <a:picLocks noChangeAspect="1"/>
          </p:cNvPicPr>
          <p:nvPr/>
        </p:nvPicPr>
        <p:blipFill>
          <a:blip r:embed="Re15a6caa950d42e3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37" name=""/>
          <p:cNvPicPr>
            <a:picLocks noChangeAspect="1"/>
          </p:cNvPicPr>
          <p:nvPr/>
        </p:nvPicPr>
        <p:blipFill>
          <a:blip r:embed="Raf7eb4f092a04261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38" name=""/>
          <p:cNvPicPr>
            <a:picLocks noChangeAspect="1"/>
          </p:cNvPicPr>
          <p:nvPr/>
        </p:nvPicPr>
        <p:blipFill>
          <a:blip r:embed="R382f8b488fcf4f7e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39" name=""/>
          <p:cNvPicPr>
            <a:picLocks noChangeAspect="1"/>
          </p:cNvPicPr>
          <p:nvPr/>
        </p:nvPicPr>
        <p:blipFill>
          <a:blip r:embed="Rbd18e0e349b345f2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5A945A4D-B160-4A9C-A72C-8020AA9A161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[實驗／結果比較]</a:t>
            </a:r>
          </a:p>
        </p:txBody>
      </p:sp>
      <p:sp>
        <p:nvSpPr>
          <p:cNvPr id="6" name="">
            <a:extLst>
              <a:ext uri="{FF2B5EF4-FFF2-40B4-BE49-F238E27FC236}">
                <ns3:creationId id="{A950A107-F087-49C0-90B3-C89235A36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[固定條件，只改變的實驗變因]</a:t>
            </a:r>
          </a:p>
        </p:txBody>
      </p:sp>
      <p:sp>
        <p:nvSpPr>
          <p:cNvPr id="7" name="">
            <a:extLst>
              <a:ext uri="{FF2B5EF4-FFF2-40B4-BE49-F238E27FC236}">
                <ns3:creationId id="{BD40214E-2AFC-4990-B230-BEAD4B42D1E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0CC338D7-B95A-4124-88D4-1578A10FC796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FEF1FB9F-BAEB-412F-9186-86A87A2858D2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4381500" cy="3781425"/>
          </a:xfrm>
          <a:prstGeom prst="roundRect">
            <a:avLst>
              <a:gd name="adj" fmla="val 4030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0" name="">
            <a:extLst>
              <a:ext uri="{FF2B5EF4-FFF2-40B4-BE49-F238E27FC236}">
                <ns3:creationId id="{EC12C514-C01E-4333-8F7F-70B3CE8B76BA}"/>
              </a:ext>
            </a:extLst>
          </p:cNvPr>
          <p:cNvSpPr>
            <a:spLocks noGrp="1"/>
          </p:cNvSpPr>
          <p:nvPr/>
        </p:nvSpPr>
        <p:spPr>
          <a:xfrm>
            <a:off x="2962275" y="273367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3:creationId id="{B86DDA9C-3A20-4293-8280-D6FD299073F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3:creationId id="{46EA4EC6-F441-4860-A5A4-E33B26852E4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[條件 A]</a:t>
            </a:r>
          </a:p>
        </p:txBody>
      </p:sp>
      <p:sp>
        <p:nvSpPr>
          <p:cNvPr id="13" name="">
            <a:extLst>
              <a:ext uri="{FF2B5EF4-FFF2-40B4-BE49-F238E27FC236}">
                <ns3:creationId id="{99242B5C-D562-4B56-92FC-C3D78C665D30}"/>
              </a:ext>
            </a:extLst>
          </p:cNvPr>
          <p:cNvSpPr>
            <a:spLocks noGrp="1"/>
          </p:cNvSpPr>
          <p:nvPr/>
        </p:nvSpPr>
        <p:spPr>
          <a:xfrm>
            <a:off x="1343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3:creationId id="{059B338E-9FEE-44C4-AE19-11A64693FBA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[主要指標與單位]</a:t>
            </a:r>
          </a:p>
        </p:txBody>
      </p:sp>
      <p:sp>
        <p:nvSpPr>
          <p:cNvPr id="15" name="">
            <a:extLst>
              <a:ext uri="{FF2B5EF4-FFF2-40B4-BE49-F238E27FC236}">
                <ns3:creationId id="{C5F0E186-2443-4BFD-AFDB-A6EE8ACFC2FD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[數值]</a:t>
            </a:r>
          </a:p>
        </p:txBody>
      </p:sp>
      <p:sp>
        <p:nvSpPr>
          <p:cNvPr id="16" name="">
            <a:extLst>
              <a:ext uri="{FF2B5EF4-FFF2-40B4-BE49-F238E27FC236}">
                <ns3:creationId id="{94D6C7D0-8478-4BE2-AA5B-1322FFE84472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[補充指標／樣本數]</a:t>
            </a:r>
          </a:p>
        </p:txBody>
      </p:sp>
      <p:sp>
        <p:nvSpPr>
          <p:cNvPr id="17" name="">
            <a:extLst>
              <a:ext uri="{FF2B5EF4-FFF2-40B4-BE49-F238E27FC236}">
                <ns3:creationId id="{3BE0AA0E-A526-4A71-BDBF-18BB6312AF71}"/>
              </a:ext>
            </a:extLst>
          </p:cNvPr>
          <p:cNvSpPr>
            <a:spLocks noGrp="1"/>
          </p:cNvSpPr>
          <p:nvPr/>
        </p:nvSpPr>
        <p:spPr>
          <a:xfrm>
            <a:off x="5772150" y="2971800"/>
            <a:ext cx="4381500" cy="3781425"/>
          </a:xfrm>
          <a:prstGeom prst="roundRect">
            <a:avLst>
              <a:gd name="adj" fmla="val 4030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8" name="">
            <a:extLst>
              <a:ext uri="{FF2B5EF4-FFF2-40B4-BE49-F238E27FC236}">
                <ns3:creationId id="{D6011D1D-6B1E-4FD6-95F6-DCAB7ED6C1F0}"/>
              </a:ext>
            </a:extLst>
          </p:cNvPr>
          <p:cNvSpPr>
            <a:spLocks noGrp="1"/>
          </p:cNvSpPr>
          <p:nvPr/>
        </p:nvSpPr>
        <p:spPr>
          <a:xfrm>
            <a:off x="7724775" y="273367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9" name="">
            <a:extLst>
              <a:ext uri="{FF2B5EF4-FFF2-40B4-BE49-F238E27FC236}">
                <ns3:creationId id="{75F3ECC8-D369-4230-B9C2-3E9258CC239B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">
            <a:extLst>
              <a:ext uri="{FF2B5EF4-FFF2-40B4-BE49-F238E27FC236}">
                <ns3:creationId id="{BC0168CF-0BEF-408F-8EFD-7DC4D0A4A79C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[條件 B]</a:t>
            </a:r>
          </a:p>
        </p:txBody>
      </p:sp>
      <p:sp>
        <p:nvSpPr>
          <p:cNvPr id="21" name="">
            <a:extLst>
              <a:ext uri="{FF2B5EF4-FFF2-40B4-BE49-F238E27FC236}">
                <ns3:creationId id="{1AF2AAF8-1824-4DC7-8DB1-CBC48F39C638}"/>
              </a:ext>
            </a:extLst>
          </p:cNvPr>
          <p:cNvSpPr>
            <a:spLocks noGrp="1"/>
          </p:cNvSpPr>
          <p:nvPr/>
        </p:nvSpPr>
        <p:spPr>
          <a:xfrm>
            <a:off x="61055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ns3:creationId id="{4F9A2911-A963-43F0-B373-ACF4810B1838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[主要指標與單位]</a:t>
            </a:r>
          </a:p>
        </p:txBody>
      </p:sp>
      <p:sp>
        <p:nvSpPr>
          <p:cNvPr id="23" name="">
            <a:extLst>
              <a:ext uri="{FF2B5EF4-FFF2-40B4-BE49-F238E27FC236}">
                <ns3:creationId id="{3BFA382C-C77B-4F40-B345-BB64C5493E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[數值]</a:t>
            </a:r>
          </a:p>
        </p:txBody>
      </p:sp>
      <p:sp>
        <p:nvSpPr>
          <p:cNvPr id="24" name="">
            <a:extLst>
              <a:ext uri="{FF2B5EF4-FFF2-40B4-BE49-F238E27FC236}">
                <ns3:creationId id="{1B0E4103-77B7-48A0-8F2B-AFE859E7A6F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[補充指標／樣本數]</a:t>
            </a:r>
          </a:p>
        </p:txBody>
      </p:sp>
      <p:sp>
        <p:nvSpPr>
          <p:cNvPr id="25" name="">
            <a:extLst>
              <a:ext uri="{FF2B5EF4-FFF2-40B4-BE49-F238E27FC236}">
                <ns3:creationId id="{71D96DF8-43AF-4A7A-B510-181CDB8D9436}"/>
              </a:ext>
            </a:extLst>
          </p:cNvPr>
          <p:cNvSpPr>
            <a:spLocks noGrp="1"/>
          </p:cNvSpPr>
          <p:nvPr/>
        </p:nvSpPr>
        <p:spPr>
          <a:xfrm>
            <a:off x="10534650" y="2971800"/>
            <a:ext cx="4381500" cy="3781425"/>
          </a:xfrm>
          <a:prstGeom prst="roundRect">
            <a:avLst>
              <a:gd name="adj" fmla="val 4030"/>
            </a:avLst>
          </a:prstGeom>
          <a:noFill/>
          <a:ln w="19050">
            <a:solidFill>
              <a:srgbClr val="C69B45"/>
            </a:solidFill>
          </a:ln>
        </p:spPr>
      </p:sp>
      <p:sp>
        <p:nvSpPr>
          <p:cNvPr id="26" name="">
            <a:extLst>
              <a:ext uri="{FF2B5EF4-FFF2-40B4-BE49-F238E27FC236}">
                <ns3:creationId id="{486F51DB-F429-488D-9D46-BC1A4330DA1F}"/>
              </a:ext>
            </a:extLst>
          </p:cNvPr>
          <p:cNvSpPr>
            <a:spLocks noGrp="1"/>
          </p:cNvSpPr>
          <p:nvPr/>
        </p:nvSpPr>
        <p:spPr>
          <a:xfrm>
            <a:off x="12487275" y="2733675"/>
            <a:ext cx="476250" cy="476250"/>
          </a:xfrm>
          <a:prstGeom prst="ellipse">
            <a:avLst/>
          </a:prstGeom>
          <a:solidFill>
            <a:srgbClr val="C69B45"/>
          </a:solidFill>
          <a:ln w="0">
            <a:noFill/>
          </a:ln>
        </p:spPr>
      </p:sp>
      <p:sp>
        <p:nvSpPr>
          <p:cNvPr id="27" name="">
            <a:extLst>
              <a:ext uri="{FF2B5EF4-FFF2-40B4-BE49-F238E27FC236}">
                <ns3:creationId id="{600DCB62-F6B9-400A-8ED9-D6302956497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8" name="">
            <a:extLst>
              <a:ext uri="{FF2B5EF4-FFF2-40B4-BE49-F238E27FC236}">
                <ns3:creationId id="{3C93141E-EC3F-4C9F-9F4A-89F477574E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[條件 C]</a:t>
            </a:r>
          </a:p>
        </p:txBody>
      </p:sp>
      <p:sp>
        <p:nvSpPr>
          <p:cNvPr id="29" name="">
            <a:extLst>
              <a:ext uri="{FF2B5EF4-FFF2-40B4-BE49-F238E27FC236}">
                <ns3:creationId id="{19B8B51B-1FE2-4A8C-8D0A-142B8913E8CD}"/>
              </a:ext>
            </a:extLst>
          </p:cNvPr>
          <p:cNvSpPr>
            <a:spLocks noGrp="1"/>
          </p:cNvSpPr>
          <p:nvPr/>
        </p:nvSpPr>
        <p:spPr>
          <a:xfrm>
            <a:off x="10868025" y="4114800"/>
            <a:ext cx="3714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0" name="">
            <a:extLst>
              <a:ext uri="{FF2B5EF4-FFF2-40B4-BE49-F238E27FC236}">
                <ns3:creationId id="{5232752F-67EC-4F0B-B8B3-036D3FC4E60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[主要指標與單位]</a:t>
            </a:r>
          </a:p>
        </p:txBody>
      </p:sp>
      <p:sp>
        <p:nvSpPr>
          <p:cNvPr id="31" name="">
            <a:extLst>
              <a:ext uri="{FF2B5EF4-FFF2-40B4-BE49-F238E27FC236}">
                <ns3:creationId id="{FCCA8E21-567D-4AAF-BD96-1C1A747ACFD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[數值]</a:t>
            </a:r>
          </a:p>
        </p:txBody>
      </p:sp>
      <p:sp>
        <p:nvSpPr>
          <p:cNvPr id="32" name="">
            <a:extLst>
              <a:ext uri="{FF2B5EF4-FFF2-40B4-BE49-F238E27FC236}">
                <ns3:creationId id="{87D89644-F079-4D48-A838-79B55F397ED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[補充指標／樣本數]</a:t>
            </a:r>
          </a:p>
        </p:txBody>
      </p:sp>
      <p:sp>
        <p:nvSpPr>
          <p:cNvPr id="33" name="">
            <a:extLst>
              <a:ext uri="{FF2B5EF4-FFF2-40B4-BE49-F238E27FC236}">
                <ns3:creationId id="{EA8B449A-9759-4BD6-989E-9DCEE4381016}"/>
              </a:ext>
            </a:extLst>
          </p:cNvPr>
          <p:cNvSpPr>
            <a:spLocks noGrp="1"/>
          </p:cNvSpPr>
          <p:nvPr/>
        </p:nvSpPr>
        <p:spPr>
          <a:xfrm>
            <a:off x="1714500" y="7153275"/>
            <a:ext cx="12496800" cy="1123950"/>
          </a:xfrm>
          <a:prstGeom prst="roundRect">
            <a:avLst>
              <a:gd name="adj" fmla="val 13559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34" name="">
            <a:extLst>
              <a:ext uri="{FF2B5EF4-FFF2-40B4-BE49-F238E27FC236}">
                <ns3:creationId id="{5EF33E74-6861-4296-8B58-5260C34D41B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[主要發現：用一句話說明差異]</a:t>
            </a:r>
          </a:p>
        </p:txBody>
      </p:sp>
      <p:sp>
        <p:nvSpPr>
          <p:cNvPr id="35" name="">
            <a:extLst>
              <a:ext uri="{FF2B5EF4-FFF2-40B4-BE49-F238E27FC236}">
                <ns3:creationId id="{D9F31F92-DCEA-45C9-80DA-4DAB3656D1B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[限制、例外或需要進一步驗證的項目]</a:t>
            </a:r>
          </a:p>
        </p:txBody>
      </p:sp>
    </p:spTree>
    <p:extLst>
      <p:ext uri="{BB962C8B-B14F-4D97-AF65-F5344CB8AC3E}">
        <ns4:creationId val="873789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7 結論與後續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9" name=""/>
          <p:cNvPicPr>
            <a:picLocks noChangeAspect="1"/>
          </p:cNvPicPr>
          <p:nvPr/>
        </p:nvPicPr>
        <p:blipFill>
          <a:blip r:embed="R182fbab4cd964a23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20" name=""/>
          <p:cNvPicPr>
            <a:picLocks noChangeAspect="1"/>
          </p:cNvPicPr>
          <p:nvPr/>
        </p:nvPicPr>
        <p:blipFill>
          <a:blip r:embed="Rf529564ece894bdb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>
          <a:blip r:embed="Rd991d5f1d67f434f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22" name=""/>
          <p:cNvPicPr>
            <a:picLocks noChangeAspect="1"/>
          </p:cNvPicPr>
          <p:nvPr/>
        </p:nvPicPr>
        <p:blipFill>
          <a:blip r:embed="Rabee290d10dc4a73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1C8A1FB1-7C74-44E5-8AD4-34269934065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[本次結論與下一步]</a:t>
            </a:r>
          </a:p>
        </p:txBody>
      </p:sp>
      <p:sp>
        <p:nvSpPr>
          <p:cNvPr id="6" name="">
            <a:extLst>
              <a:ext uri="{FF2B5EF4-FFF2-40B4-BE49-F238E27FC236}">
                <ns3:creationId id="{B2F73213-1620-462D-83D0-2F249429D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[本次報告範圍]</a:t>
            </a:r>
          </a:p>
        </p:txBody>
      </p:sp>
      <p:sp>
        <p:nvSpPr>
          <p:cNvPr id="7" name="">
            <a:extLst>
              <a:ext uri="{FF2B5EF4-FFF2-40B4-BE49-F238E27FC236}">
                <ns3:creationId id="{22EC24BC-01D7-496F-8729-4EE74B7BA45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B7B5C7DE-E847-4AB6-B9AB-1FCF88E6132D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C057997D-1388-4516-8590-5C42ABB64E74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6572250" cy="4286250"/>
          </a:xfrm>
          <a:prstGeom prst="roundRect">
            <a:avLst>
              <a:gd name="adj" fmla="val 3556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0" name="">
            <a:extLst>
              <a:ext uri="{FF2B5EF4-FFF2-40B4-BE49-F238E27FC236}">
                <ns3:creationId id="{A496AA9A-5958-451A-ABCC-8E3826258E2C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6572250" cy="4286250"/>
          </a:xfrm>
          <a:prstGeom prst="roundRect">
            <a:avLst>
              <a:gd name="adj" fmla="val 3556"/>
            </a:avLst>
          </a:prstGeom>
          <a:noFill/>
          <a:ln w="19050">
            <a:solidFill>
              <a:srgbClr val="DEB4BA"/>
            </a:solidFill>
          </a:ln>
        </p:spPr>
      </p:sp>
      <p:sp>
        <p:nvSpPr>
          <p:cNvPr id="11" name="">
            <a:extLst>
              <a:ext uri="{FF2B5EF4-FFF2-40B4-BE49-F238E27FC236}">
                <ns3:creationId id="{7743A27D-8AF6-4AC0-8387-E9CC7D0F68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[已確認的發現]</a:t>
            </a:r>
          </a:p>
        </p:txBody>
      </p:sp>
      <p:sp>
        <p:nvSpPr>
          <p:cNvPr id="12" name="">
            <a:extLst>
              <a:ext uri="{FF2B5EF4-FFF2-40B4-BE49-F238E27FC236}">
                <ns3:creationId id="{2827CAD7-1BE2-42B5-AF58-46BB4C16327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[後續工作]</a:t>
            </a:r>
          </a:p>
        </p:txBody>
      </p:sp>
      <p:sp>
        <p:nvSpPr>
          <p:cNvPr id="13" name="">
            <a:extLst>
              <a:ext uri="{FF2B5EF4-FFF2-40B4-BE49-F238E27FC236}">
                <ns3:creationId id="{6A573051-728A-4613-87FB-33169811A5D4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3:creationId id="{2DC9A0D5-8A21-43D7-AEF2-A7E5C4D8699E}"/>
              </a:ext>
            </a:extLst>
          </p:cNvPr>
          <p:cNvSpPr>
            <a:spLocks noGrp="1"/>
          </p:cNvSpPr>
          <p:nvPr/>
        </p:nvSpPr>
        <p:spPr>
          <a:xfrm>
            <a:off x="8591550" y="4067175"/>
            <a:ext cx="58102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3:creationId id="{F83071FB-8E18-43B3-BAFF-75D456406E6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[發現一與證據]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[發現二與證據]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[限制或尚未解決的問題]</a:t>
            </a:r>
          </a:p>
        </p:txBody>
      </p:sp>
      <p:sp>
        <p:nvSpPr>
          <p:cNvPr id="16" name="">
            <a:extLst>
              <a:ext uri="{FF2B5EF4-FFF2-40B4-BE49-F238E27FC236}">
                <ns3:creationId id="{36CAA12E-193D-487A-9307-58DB4BEE4455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[工作項目與完成條件]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[負責人與預定時間]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[需要討論或決定的事項]</a:t>
            </a:r>
          </a:p>
        </p:txBody>
      </p:sp>
      <p:sp>
        <p:nvSpPr>
          <p:cNvPr id="17" name="">
            <a:extLst>
              <a:ext uri="{FF2B5EF4-FFF2-40B4-BE49-F238E27FC236}">
                <ns3:creationId id="{8E04AF6A-EA85-4218-8CEC-8D347641BE21}"/>
              </a:ext>
            </a:extLst>
          </p:cNvPr>
          <p:cNvSpPr>
            <a:spLocks noGrp="1"/>
          </p:cNvSpPr>
          <p:nvPr/>
        </p:nvSpPr>
        <p:spPr>
          <a:xfrm>
            <a:off x="3238500" y="7620000"/>
            <a:ext cx="94488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18" name="">
            <a:extLst>
              <a:ext uri="{FF2B5EF4-FFF2-40B4-BE49-F238E27FC236}">
                <ns3:creationId id="{3D86FD26-7F46-4E79-BB99-E4C81D49114B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[本次會議需要取得的決定]</a:t>
            </a:r>
          </a:p>
        </p:txBody>
      </p:sp>
    </p:spTree>
    <p:extLst>
      <p:ext uri="{BB962C8B-B14F-4D97-AF65-F5344CB8AC3E}">
        <ns4:creationId val="83681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 type="cust" preserve="1">
  <p:cSld name="08 設計原則"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6" name=""/>
          <p:cNvPicPr>
            <a:picLocks noChangeAspect="1"/>
          </p:cNvPicPr>
          <p:nvPr/>
        </p:nvPicPr>
        <p:blipFill>
          <a:blip r:embed="R157e68adc4404db9"/>
          <a:stretch/>
        </p:blipFill>
        <p:spPr>
          <a:xfrm>
            <a:off x="0" y="0"/>
            <a:ext cx="3238500" cy="1762125"/>
          </a:xfrm>
          <a:prstGeom prst="rect">
            <a:avLst/>
          </a:prstGeom>
        </p:spPr>
      </p:pic>
      <p:pic>
        <p:nvPicPr>
          <p:cNvPr id="27" name=""/>
          <p:cNvPicPr>
            <a:picLocks noChangeAspect="1"/>
          </p:cNvPicPr>
          <p:nvPr/>
        </p:nvPicPr>
        <p:blipFill>
          <a:blip r:embed="R838c01591c834811"/>
          <a:stretch/>
        </p:blipFill>
        <p:spPr>
          <a:xfrm>
            <a:off x="12687300" y="0"/>
            <a:ext cx="3238500" cy="1762125"/>
          </a:xfrm>
          <a:prstGeom prst="rect">
            <a:avLst/>
          </a:prstGeom>
        </p:spPr>
      </p:pic>
      <p:pic>
        <p:nvPicPr>
          <p:cNvPr id="28" name=""/>
          <p:cNvPicPr>
            <a:picLocks noChangeAspect="1"/>
          </p:cNvPicPr>
          <p:nvPr/>
        </p:nvPicPr>
        <p:blipFill>
          <a:blip r:embed="Ra5f29232f9ae4245"/>
          <a:stretch/>
        </p:blipFill>
        <p:spPr>
          <a:xfrm>
            <a:off x="0" y="7200900"/>
            <a:ext cx="3238500" cy="1762125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>
          <a:blip r:embed="R313bbaf8239f414b"/>
          <a:stretch/>
        </p:blipFill>
        <p:spPr>
          <a:xfrm>
            <a:off x="12687300" y="7200900"/>
            <a:ext cx="3238500" cy="1762125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3:creationId id="{BBE0D921-1B99-4B82-8D3F-01018929FDE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Meeting 0830 設計原則</a:t>
            </a:r>
          </a:p>
        </p:txBody>
      </p:sp>
      <p:sp>
        <p:nvSpPr>
          <p:cNvPr id="6" name="">
            <a:extLst>
              <a:ext uri="{FF2B5EF4-FFF2-40B4-BE49-F238E27FC236}">
                <ns3:creationId id="{A1C36EB3-FE41-4A5F-873B-66BFFBB81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模板使用說明</a:t>
            </a:r>
          </a:p>
        </p:txBody>
      </p:sp>
      <p:sp>
        <p:nvSpPr>
          <p:cNvPr id="7" name="">
            <a:extLst>
              <a:ext uri="{FF2B5EF4-FFF2-40B4-BE49-F238E27FC236}">
                <ns3:creationId id="{7B1C8C13-0955-49CF-8D7E-A05C4C9E6E32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3:creationId id="{85C77A77-A459-4AD5-BFB8-F572EE6FA901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3:creationId id="{8C8CFCB8-5DCD-4C8F-AB78-6FBE84E3B8F9}"/>
              </a:ext>
            </a:extLst>
          </p:cNvPr>
          <p:cNvSpPr>
            <a:spLocks noGrp="1"/>
          </p:cNvSpPr>
          <p:nvPr/>
        </p:nvSpPr>
        <p:spPr>
          <a:xfrm>
            <a:off x="1419225" y="294322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0" name="">
            <a:extLst>
              <a:ext uri="{FF2B5EF4-FFF2-40B4-BE49-F238E27FC236}">
                <ns3:creationId id="{38C2EDF6-E6FD-45F7-B330-63785644BF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47800" y="29432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1" name="">
            <a:extLst>
              <a:ext uri="{FF2B5EF4-FFF2-40B4-BE49-F238E27FC236}">
                <ns3:creationId id="{9043D3F0-1C98-4782-979B-CF0647A7E53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114550" y="288607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暖白與植物邊飾</a:t>
            </a:r>
          </a:p>
        </p:txBody>
      </p:sp>
      <p:sp>
        <p:nvSpPr>
          <p:cNvPr id="12" name="">
            <a:extLst>
              <a:ext uri="{FF2B5EF4-FFF2-40B4-BE49-F238E27FC236}">
                <ns3:creationId id="{0E93DD47-B39A-4A3E-B56E-583D7E3929F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114550" y="334327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邊飾留在四角，中央內容區保留呼吸空間。</a:t>
            </a:r>
          </a:p>
        </p:txBody>
      </p:sp>
      <p:sp>
        <p:nvSpPr>
          <p:cNvPr id="13" name="">
            <a:extLst>
              <a:ext uri="{FF2B5EF4-FFF2-40B4-BE49-F238E27FC236}">
                <ns3:creationId id="{14B4B4EF-FF17-49F5-ABAA-E3ECCC9D5A00}"/>
              </a:ext>
            </a:extLst>
          </p:cNvPr>
          <p:cNvSpPr>
            <a:spLocks noGrp="1"/>
          </p:cNvSpPr>
          <p:nvPr/>
        </p:nvSpPr>
        <p:spPr>
          <a:xfrm>
            <a:off x="1419225" y="405765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4" name="">
            <a:extLst>
              <a:ext uri="{FF2B5EF4-FFF2-40B4-BE49-F238E27FC236}">
                <ns3:creationId id="{E6C15D56-1186-4C28-87F9-ECDE44D44FC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447800" y="40576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ns3:creationId id="{789F6749-3E7B-43C9-BE99-9D5781CF36F9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114550" y="400050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酒紅標題與襯線字</a:t>
            </a:r>
          </a:p>
        </p:txBody>
      </p:sp>
      <p:sp>
        <p:nvSpPr>
          <p:cNvPr id="16" name="">
            <a:extLst>
              <a:ext uri="{FF2B5EF4-FFF2-40B4-BE49-F238E27FC236}">
                <ns3:creationId id="{F18A48E4-5C3B-4FCC-AF51-89DACA627ECB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2114550" y="445770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標題置中；內文以清楚的層級和對齊呈現。</a:t>
            </a:r>
          </a:p>
        </p:txBody>
      </p:sp>
      <p:sp>
        <p:nvSpPr>
          <p:cNvPr id="17" name="">
            <a:extLst>
              <a:ext uri="{FF2B5EF4-FFF2-40B4-BE49-F238E27FC236}">
                <ns3:creationId id="{F2178B4A-90D3-46FB-B184-A3A31803ED0C}"/>
              </a:ext>
            </a:extLst>
          </p:cNvPr>
          <p:cNvSpPr>
            <a:spLocks noGrp="1"/>
          </p:cNvSpPr>
          <p:nvPr/>
        </p:nvSpPr>
        <p:spPr>
          <a:xfrm>
            <a:off x="1419225" y="5172075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8" name="">
            <a:extLst>
              <a:ext uri="{FF2B5EF4-FFF2-40B4-BE49-F238E27FC236}">
                <ns3:creationId id="{8A9B0C45-A971-48D6-86CB-A242885CF2FB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1447800" y="51720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19" name="">
            <a:extLst>
              <a:ext uri="{FF2B5EF4-FFF2-40B4-BE49-F238E27FC236}">
                <ns3:creationId id="{65B0093E-55CA-4C6C-9633-D13BE257FBCF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2114550" y="511492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玫瑰色框線與編號</a:t>
            </a:r>
          </a:p>
        </p:txBody>
      </p:sp>
      <p:sp>
        <p:nvSpPr>
          <p:cNvPr id="20" name="">
            <a:extLst>
              <a:ext uri="{FF2B5EF4-FFF2-40B4-BE49-F238E27FC236}">
                <ns3:creationId id="{36627673-4B09-4912-B43F-D882F17DC0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114550" y="557212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同一列卡片等寬；流程依編號與箭頭閱讀。</a:t>
            </a:r>
          </a:p>
        </p:txBody>
      </p:sp>
      <p:sp>
        <p:nvSpPr>
          <p:cNvPr id="21" name="">
            <a:extLst>
              <a:ext uri="{FF2B5EF4-FFF2-40B4-BE49-F238E27FC236}">
                <ns3:creationId id="{A7DCF110-80FE-44EB-8923-402E871BA746}"/>
              </a:ext>
            </a:extLst>
          </p:cNvPr>
          <p:cNvSpPr>
            <a:spLocks noGrp="1"/>
          </p:cNvSpPr>
          <p:nvPr/>
        </p:nvSpPr>
        <p:spPr>
          <a:xfrm>
            <a:off x="1419225" y="628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2" name="">
            <a:extLst>
              <a:ext uri="{FF2B5EF4-FFF2-40B4-BE49-F238E27FC236}">
                <ns3:creationId id="{526096C1-6E69-4FBD-9CB1-3D83D27392F0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47800" y="628650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23" name="">
            <a:extLst>
              <a:ext uri="{FF2B5EF4-FFF2-40B4-BE49-F238E27FC236}">
                <ns3:creationId id="{682EDBB6-123D-434F-85FA-602E5FFFA0F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114550" y="622935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金色只標記重點</a:t>
            </a:r>
          </a:p>
        </p:txBody>
      </p:sp>
      <p:sp>
        <p:nvSpPr>
          <p:cNvPr id="24" name="">
            <a:extLst>
              <a:ext uri="{FF2B5EF4-FFF2-40B4-BE49-F238E27FC236}">
                <ns3:creationId id="{55118C1B-8ABF-42DD-A814-1C7B2F54F5F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14550" y="668655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每頁集中強調一個差異、目前方案或主要發現。</a:t>
            </a:r>
          </a:p>
        </p:txBody>
      </p:sp>
      <p:sp>
        <p:nvSpPr>
          <p:cNvPr id="25" name="">
            <a:extLst>
              <a:ext uri="{FF2B5EF4-FFF2-40B4-BE49-F238E27FC236}">
                <ns3:creationId id="{AF2ED409-16DC-40BE-BBCF-A0381D84199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666875" y="7791450"/>
            <a:ext cx="125920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025" b="0">
                <a:solidFill>
                  <a:srgbClr val="CF8792"/>
                </a:solidFill>
                <a:latin typeface="PMingLiU"/>
                <a:ea typeface="PMingLiU"/>
                <a:cs typeface="PMingLiU"/>
              </a:defRPr>
            </a:pPr>
            <a:r>
              <a:rPr sz="2025" b="0">
                <a:solidFill>
                  <a:srgbClr val="CF8792"/>
                </a:solidFill>
                <a:latin typeface="PMingLiU"/>
                <a:ea typeface="PMingLiU"/>
                <a:cs typeface="PMingLiU"/>
              </a:rPr>
              <a:t>複製合適頁面，或在「新增投影片／版面配置」選擇本模板的版型</a:t>
            </a:r>
          </a:p>
        </p:txBody>
      </p:sp>
    </p:spTree>
    <p:extLst>
      <p:ext uri="{BB962C8B-B14F-4D97-AF65-F5344CB8AC3E}">
        <ns4:creationId val="1610560435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a426e1d19d9a4e51" /><Relationship Id="rIdLayout1" Type="http://schemas.openxmlformats.org/officeDocument/2006/relationships/slideLayout" Target="../slideLayouts/slideLayout1.xml" /><Relationship Id="rIdLayout2" Type="http://schemas.openxmlformats.org/officeDocument/2006/relationships/slideLayout" Target="../slideLayouts/slideLayout2.xml" /><Relationship Id="rIdLayout3" Type="http://schemas.openxmlformats.org/officeDocument/2006/relationships/slideLayout" Target="../slideLayouts/slideLayout3.xml" /><Relationship Id="rIdLayout4" Type="http://schemas.openxmlformats.org/officeDocument/2006/relationships/slideLayout" Target="../slideLayouts/slideLayout4.xml" /><Relationship Id="rIdLayout5" Type="http://schemas.openxmlformats.org/officeDocument/2006/relationships/slideLayout" Target="../slideLayouts/slideLayout5.xml" /><Relationship Id="rIdLayout6" Type="http://schemas.openxmlformats.org/officeDocument/2006/relationships/slideLayout" Target="../slideLayouts/slideLayout6.xml" /><Relationship Id="rIdLayout7" Type="http://schemas.openxmlformats.org/officeDocument/2006/relationships/slideLayout" Target="../slideLayouts/slideLayout7.xml" /><Relationship Id="rIdLayout8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eeting 0830 Floral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PMingLiU"/>
        <a:ea typeface="PMingLiU"/>
        <a:cs typeface="PMingLiU"/>
      </a:majorFont>
      <a:minorFont>
        <a:latin typeface="PMingLiU"/>
        <a:ea typeface="PMingLiU"/>
        <a:cs typeface="PMingLiU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d14c0f04b5494ff6" /><Relationship Type="http://schemas.openxmlformats.org/officeDocument/2006/relationships/image" Target="/ppt/media/image.png" Id="Rc4fb959232514c3f" /><Relationship Type="http://schemas.openxmlformats.org/officeDocument/2006/relationships/image" Target="/ppt/media/image2.png" Id="Rf7157af34b6b4dd6" /><Relationship Type="http://schemas.openxmlformats.org/officeDocument/2006/relationships/image" Target="/ppt/media/image3.png" Id="R26be9b3bbedf4b7d" /><Relationship Type="http://schemas.openxmlformats.org/officeDocument/2006/relationships/image" Target="/ppt/media/image4.png" Id="Rd11b221264b549ae" /><Relationship Type="http://schemas.openxmlformats.org/officeDocument/2006/relationships/notesSlide" Target="/ppt/notesSlides/notesSlide1.xml" Id="R851755ecb2ed4b7e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2.xml" Id="Rf419bf8084f440fc" /><Relationship Type="http://schemas.openxmlformats.org/officeDocument/2006/relationships/image" Target="/ppt/media/image5.png" Id="Rb606f0a2db44490a" /><Relationship Type="http://schemas.openxmlformats.org/officeDocument/2006/relationships/image" Target="/ppt/media/image6.png" Id="R2e2bb0c404c44a49" /><Relationship Type="http://schemas.openxmlformats.org/officeDocument/2006/relationships/image" Target="/ppt/media/image7.png" Id="Ra094f873247846c4" /><Relationship Type="http://schemas.openxmlformats.org/officeDocument/2006/relationships/image" Target="/ppt/media/image8.png" Id="R8613ab9b2c8a4e2d" /><Relationship Type="http://schemas.openxmlformats.org/officeDocument/2006/relationships/notesSlide" Target="/ppt/notesSlides/notesSlide2.xml" Id="R0714a23353904919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c58cff42ff0f4797" /><Relationship Type="http://schemas.openxmlformats.org/officeDocument/2006/relationships/image" Target="/ppt/media/image9.png" Id="R1c97fec46b7b4814" /><Relationship Type="http://schemas.openxmlformats.org/officeDocument/2006/relationships/image" Target="/ppt/media/image10.png" Id="R2a293a4caeec45ef" /><Relationship Type="http://schemas.openxmlformats.org/officeDocument/2006/relationships/image" Target="/ppt/media/image11.png" Id="R1331934916914c37" /><Relationship Type="http://schemas.openxmlformats.org/officeDocument/2006/relationships/image" Target="/ppt/media/image12.png" Id="Rac5aa0e20917457c" /><Relationship Type="http://schemas.openxmlformats.org/officeDocument/2006/relationships/notesSlide" Target="/ppt/notesSlides/notesSlide3.xml" Id="R213b489cccd9490c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4.xml" Id="Rc6ed36d9ad884d19" /><Relationship Type="http://schemas.openxmlformats.org/officeDocument/2006/relationships/image" Target="/ppt/media/image13.png" Id="Re93328021dd9475b" /><Relationship Type="http://schemas.openxmlformats.org/officeDocument/2006/relationships/image" Target="/ppt/media/image14.png" Id="Rbee1c578c54c4297" /><Relationship Type="http://schemas.openxmlformats.org/officeDocument/2006/relationships/image" Target="/ppt/media/image15.png" Id="Rcc62a11dd3e84a35" /><Relationship Type="http://schemas.openxmlformats.org/officeDocument/2006/relationships/image" Target="/ppt/media/image16.png" Id="Re1efe1f129964403" /><Relationship Type="http://schemas.openxmlformats.org/officeDocument/2006/relationships/notesSlide" Target="/ppt/notesSlides/notesSlide4.xml" Id="R2b50b1bd6c1e47b6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5.xml" Id="Re663709d6c5f403d" /><Relationship Type="http://schemas.openxmlformats.org/officeDocument/2006/relationships/image" Target="/ppt/media/image17.png" Id="Rbd0b0de68e554de5" /><Relationship Type="http://schemas.openxmlformats.org/officeDocument/2006/relationships/image" Target="/ppt/media/image18.png" Id="R11f319a4f2924b88" /><Relationship Type="http://schemas.openxmlformats.org/officeDocument/2006/relationships/image" Target="/ppt/media/image19.png" Id="Rab5800c236c34e6d" /><Relationship Type="http://schemas.openxmlformats.org/officeDocument/2006/relationships/image" Target="/ppt/media/image20.png" Id="R1125aef43bb6498e" /><Relationship Type="http://schemas.openxmlformats.org/officeDocument/2006/relationships/notesSlide" Target="/ppt/notesSlides/notesSlide5.xml" Id="Rd399a38ee5ab42b1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6.xml" Id="Rc8ceac498aea459b" /><Relationship Type="http://schemas.openxmlformats.org/officeDocument/2006/relationships/image" Target="/ppt/media/image21.png" Id="Re15a6caa950d42e3" /><Relationship Type="http://schemas.openxmlformats.org/officeDocument/2006/relationships/image" Target="/ppt/media/image22.png" Id="Raf7eb4f092a04261" /><Relationship Type="http://schemas.openxmlformats.org/officeDocument/2006/relationships/image" Target="/ppt/media/image23.png" Id="R382f8b488fcf4f7e" /><Relationship Type="http://schemas.openxmlformats.org/officeDocument/2006/relationships/image" Target="/ppt/media/image24.png" Id="Rbd18e0e349b345f2" /><Relationship Type="http://schemas.openxmlformats.org/officeDocument/2006/relationships/notesSlide" Target="/ppt/notesSlides/notesSlide6.xml" Id="R2adc87f5c71b4bc0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7.xml" Id="Ree499991467b4e1d" /><Relationship Type="http://schemas.openxmlformats.org/officeDocument/2006/relationships/image" Target="/ppt/media/image25.png" Id="R182fbab4cd964a23" /><Relationship Type="http://schemas.openxmlformats.org/officeDocument/2006/relationships/image" Target="/ppt/media/image26.png" Id="Rf529564ece894bdb" /><Relationship Type="http://schemas.openxmlformats.org/officeDocument/2006/relationships/image" Target="/ppt/media/image27.png" Id="Rd991d5f1d67f434f" /><Relationship Type="http://schemas.openxmlformats.org/officeDocument/2006/relationships/image" Target="/ppt/media/image28.png" Id="Rabee290d10dc4a73" /><Relationship Type="http://schemas.openxmlformats.org/officeDocument/2006/relationships/notesSlide" Target="/ppt/notesSlides/notesSlide7.xml" Id="Rb6df6d308b7345c7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8.xml" Id="Rd37ab464111749d9" /><Relationship Type="http://schemas.openxmlformats.org/officeDocument/2006/relationships/image" Target="/ppt/media/image29.png" Id="R157e68adc4404db9" /><Relationship Type="http://schemas.openxmlformats.org/officeDocument/2006/relationships/image" Target="/ppt/media/image30.png" Id="R838c01591c834811" /><Relationship Type="http://schemas.openxmlformats.org/officeDocument/2006/relationships/image" Target="/ppt/media/image31.png" Id="Ra5f29232f9ae4245" /><Relationship Type="http://schemas.openxmlformats.org/officeDocument/2006/relationships/image" Target="/ppt/media/image32.png" Id="R313bbaf8239f414b" /><Relationship Type="http://schemas.openxmlformats.org/officeDocument/2006/relationships/notesSlide" Target="/ppt/notesSlides/notesSlide8.xml" Id="R4a92f8940a534170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67555841-1E99-49D6-A3A8-329D7B950A5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[簡報主題]</a:t>
            </a:r>
          </a:p>
        </p:txBody>
      </p:sp>
      <p:sp>
        <p:nvSpPr>
          <p:cNvPr id="6" name="">
            <a:extLst>
              <a:ext uri="{FF2B5EF4-FFF2-40B4-BE49-F238E27FC236}">
                <ns2:creationId id="{E7C922D5-093D-47C1-B251-B50F3897E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[英文副標或一句研究問題]</a:t>
            </a:r>
          </a:p>
        </p:txBody>
      </p:sp>
      <p:sp>
        <p:nvSpPr>
          <p:cNvPr id="9" name="">
            <a:extLst>
              <a:ext uri="{FF2B5EF4-FFF2-40B4-BE49-F238E27FC236}">
                <ns2:creationId id="{8F2E159D-1CF2-4725-873E-988705FC1E5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1250" y="3390900"/>
            <a:ext cx="11163300" cy="1190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[核心研究方向]</a:t>
            </a:r>
          </a:p>
        </p:txBody>
      </p:sp>
      <p:sp>
        <p:nvSpPr>
          <p:cNvPr id="11" name="">
            <a:extLst>
              <a:ext uri="{FF2B5EF4-FFF2-40B4-BE49-F238E27FC236}">
                <ns2:creationId id="{ABFEE2F3-DD84-4FA2-A9C9-FAA14A0FB3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333750" y="5381625"/>
            <a:ext cx="925830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5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5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[報告人]　[單位／研究群]</a:t>
            </a:r>
          </a:p>
        </p:txBody>
      </p:sp>
      <p:sp>
        <p:nvSpPr>
          <p:cNvPr id="12" name="">
            <a:extLst>
              <a:ext uri="{FF2B5EF4-FFF2-40B4-BE49-F238E27FC236}">
                <ns2:creationId id="{02D08DD1-6D42-4CC1-BF81-3804E7BA046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3810000" y="6334125"/>
            <a:ext cx="8305800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250" b="0">
                <a:solidFill>
                  <a:srgbClr val="CF8792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CF8792"/>
                </a:solidFill>
                <a:latin typeface="PMingLiU"/>
                <a:ea typeface="PMingLiU"/>
                <a:cs typeface="PMingLiU"/>
              </a:rPr>
              <a:t>[日期]　[會議名稱]</a:t>
            </a:r>
          </a:p>
        </p:txBody>
      </p:sp>
    </p:spTree>
    <p:extLst>
      <p:ext uri="{BB962C8B-B14F-4D97-AF65-F5344CB8AC3E}">
        <ns3:creationId val="13383100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C2E62CCF-0DD2-45F8-974D-D547064F4C7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[章節名稱]</a:t>
            </a:r>
          </a:p>
        </p:txBody>
      </p:sp>
      <p:sp>
        <p:nvSpPr>
          <p:cNvPr id="6" name="">
            <a:extLst>
              <a:ext uri="{FF2B5EF4-FFF2-40B4-BE49-F238E27FC236}">
                <ns2:creationId id="{ED3BA4C7-7F97-4BCA-B5CE-8BCFCA0D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[本章要回答的問題]</a:t>
            </a:r>
          </a:p>
        </p:txBody>
      </p:sp>
      <p:sp>
        <p:nvSpPr>
          <p:cNvPr id="9" name="">
            <a:extLst>
              <a:ext uri="{FF2B5EF4-FFF2-40B4-BE49-F238E27FC236}">
                <ns2:creationId id="{53DD6FBA-87AC-44AD-BA8D-581D5487C6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81650" y="2952750"/>
            <a:ext cx="4762500" cy="19050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9900" b="1">
                <a:solidFill>
                  <a:srgbClr val="CF8792"/>
                </a:solidFill>
                <a:latin typeface="PMingLiU"/>
                <a:ea typeface="PMingLiU"/>
                <a:cs typeface="PMingLiU"/>
              </a:defRPr>
            </a:pPr>
            <a:r>
              <a:rPr sz="9900" b="1">
                <a:solidFill>
                  <a:srgbClr val="CF8792"/>
                </a:solidFill>
                <a:latin typeface="PMingLiU"/>
                <a:ea typeface="PMingLiU"/>
                <a:cs typeface="PMingLiU"/>
              </a:rPr>
              <a:t>01</a:t>
            </a:r>
          </a:p>
        </p:txBody>
      </p:sp>
      <p:sp>
        <p:nvSpPr>
          <p:cNvPr id="11" name="">
            <a:extLst>
              <a:ext uri="{FF2B5EF4-FFF2-40B4-BE49-F238E27FC236}">
                <ns2:creationId id="{F4C82275-16F2-4F78-B701-32A242701B3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476500" y="59531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[用一句話說明本章範圍]</a:t>
            </a:r>
          </a:p>
        </p:txBody>
      </p:sp>
    </p:spTree>
    <p:extLst>
      <p:ext uri="{BB962C8B-B14F-4D97-AF65-F5344CB8AC3E}">
        <ns3:creationId val="73914162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31A1AA8C-485F-47F7-8D69-0FBCDB98F43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[三種方法／方案比較]</a:t>
            </a:r>
          </a:p>
        </p:txBody>
      </p:sp>
      <p:sp>
        <p:nvSpPr>
          <p:cNvPr id="6" name="">
            <a:extLst>
              <a:ext uri="{FF2B5EF4-FFF2-40B4-BE49-F238E27FC236}">
                <ns2:creationId id="{9A1B008E-BFAC-4A32-9076-C49AC6323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[共同條件與主要比較面向]</a:t>
            </a:r>
          </a:p>
        </p:txBody>
      </p:sp>
      <p:sp>
        <p:nvSpPr>
          <p:cNvPr id="11" name="">
            <a:extLst>
              <a:ext uri="{FF2B5EF4-FFF2-40B4-BE49-F238E27FC236}">
                <ns2:creationId id="{AD200656-7E0A-461C-9287-4DFC666B5E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2:creationId id="{5AB8DF71-31B0-4231-8C80-8955A1871E5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19200" y="32956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3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3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[方案 A]</a:t>
            </a:r>
          </a:p>
        </p:txBody>
      </p:sp>
      <p:sp>
        <p:nvSpPr>
          <p:cNvPr id="14" name="">
            <a:extLst>
              <a:ext uri="{FF2B5EF4-FFF2-40B4-BE49-F238E27FC236}">
                <ns2:creationId id="{6D591FFA-BD60-46ED-913A-8455070AEEE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905000" y="40957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[定位／差異]</a:t>
            </a:r>
          </a:p>
        </p:txBody>
      </p:sp>
      <p:sp>
        <p:nvSpPr>
          <p:cNvPr id="16" name="">
            <a:extLst>
              <a:ext uri="{FF2B5EF4-FFF2-40B4-BE49-F238E27FC236}">
                <ns2:creationId id="{F857E85C-9506-481A-BAEB-0ACAD5880126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390650" y="4924425"/>
            <a:ext cx="3619500" cy="22193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[輸入或依據]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[主要做法]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[限制與適用情境]</a:t>
            </a:r>
          </a:p>
        </p:txBody>
      </p:sp>
      <p:sp>
        <p:nvSpPr>
          <p:cNvPr id="19" name="">
            <a:extLst>
              <a:ext uri="{FF2B5EF4-FFF2-40B4-BE49-F238E27FC236}">
                <ns2:creationId id="{325ABF22-EDBB-4214-8332-1CBE89B466B5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">
            <a:extLst>
              <a:ext uri="{FF2B5EF4-FFF2-40B4-BE49-F238E27FC236}">
                <ns2:creationId id="{73FA0B0B-7754-46BD-8D31-38E1DB947C9D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5981700" y="32956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3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3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[方案 B]</a:t>
            </a:r>
          </a:p>
        </p:txBody>
      </p:sp>
      <p:sp>
        <p:nvSpPr>
          <p:cNvPr id="22" name="">
            <a:extLst>
              <a:ext uri="{FF2B5EF4-FFF2-40B4-BE49-F238E27FC236}">
                <ns2:creationId id="{5FF9668E-92B6-4EDC-9907-4E579B4FC051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6667500" y="40957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[定位／差異]</a:t>
            </a:r>
          </a:p>
        </p:txBody>
      </p:sp>
      <p:sp>
        <p:nvSpPr>
          <p:cNvPr id="24" name="">
            <a:extLst>
              <a:ext uri="{FF2B5EF4-FFF2-40B4-BE49-F238E27FC236}">
                <ns2:creationId id="{F3B6AB4B-06A2-4FFA-A4D1-D1E538F7AF5C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6153150" y="4924425"/>
            <a:ext cx="3619500" cy="22193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[輸入或依據]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[主要做法]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[限制與適用情境]</a:t>
            </a:r>
          </a:p>
        </p:txBody>
      </p:sp>
      <p:sp>
        <p:nvSpPr>
          <p:cNvPr id="27" name="">
            <a:extLst>
              <a:ext uri="{FF2B5EF4-FFF2-40B4-BE49-F238E27FC236}">
                <ns2:creationId id="{9FE94359-C58B-489A-9296-8A7CFF001B6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8" name="">
            <a:extLst>
              <a:ext uri="{FF2B5EF4-FFF2-40B4-BE49-F238E27FC236}">
                <ns2:creationId id="{9BAE56C6-FA80-4110-A89E-7D2BCDF0CA4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744200" y="32956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3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3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[方案 C]</a:t>
            </a:r>
          </a:p>
        </p:txBody>
      </p:sp>
      <p:sp>
        <p:nvSpPr>
          <p:cNvPr id="30" name="">
            <a:extLst>
              <a:ext uri="{FF2B5EF4-FFF2-40B4-BE49-F238E27FC236}">
                <ns2:creationId id="{6AE4ADCD-AF78-48A2-AA37-E800D160113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430000" y="40957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[定位／差異]</a:t>
            </a:r>
          </a:p>
        </p:txBody>
      </p:sp>
      <p:sp>
        <p:nvSpPr>
          <p:cNvPr id="32" name="">
            <a:extLst>
              <a:ext uri="{FF2B5EF4-FFF2-40B4-BE49-F238E27FC236}">
                <ns2:creationId id="{2EEA178D-729C-4B99-9142-7A71BE0E30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915650" y="4924425"/>
            <a:ext cx="3619500" cy="22193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[輸入或依據]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[主要做法]</a:t>
            </a:r>
          </a:p>
          <a:p>
            <a:r>
              <a:t/>
            </a:r>
          </a:p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[限制與適用情境]</a:t>
            </a:r>
          </a:p>
        </p:txBody>
      </p:sp>
    </p:spTree>
    <p:extLst>
      <p:ext uri="{BB962C8B-B14F-4D97-AF65-F5344CB8AC3E}">
        <ns3:creationId val="174737344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90AA754C-1221-415E-93B8-598CC015441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[完整流程]</a:t>
            </a:r>
          </a:p>
        </p:txBody>
      </p:sp>
      <p:sp>
        <p:nvSpPr>
          <p:cNvPr id="6" name="">
            <a:extLst>
              <a:ext uri="{FF2B5EF4-FFF2-40B4-BE49-F238E27FC236}">
                <ns2:creationId id="{840488B0-421D-41B5-B2B5-4315CF7DE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[流程起點、終點與適用範圍]</a:t>
            </a:r>
          </a:p>
        </p:txBody>
      </p:sp>
      <p:sp>
        <p:nvSpPr>
          <p:cNvPr id="11" name="">
            <a:extLst>
              <a:ext uri="{FF2B5EF4-FFF2-40B4-BE49-F238E27FC236}">
                <ns2:creationId id="{047F6EB4-A135-47C1-9222-BE990DF5D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526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2:creationId id="{4AFD5F12-4A7B-4A59-8073-D8314BF4571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3347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1]</a:t>
            </a:r>
          </a:p>
        </p:txBody>
      </p:sp>
      <p:sp>
        <p:nvSpPr>
          <p:cNvPr id="14" name="">
            <a:extLst>
              <a:ext uri="{FF2B5EF4-FFF2-40B4-BE49-F238E27FC236}">
                <ns2:creationId id="{561C1705-0376-4F48-AE6B-04F39E71BC9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22872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18" name="">
            <a:extLst>
              <a:ext uri="{FF2B5EF4-FFF2-40B4-BE49-F238E27FC236}">
                <ns2:creationId id="{D5BB7005-0F79-48B3-A102-14BDC344FB3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0674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19" name="">
            <a:extLst>
              <a:ext uri="{FF2B5EF4-FFF2-40B4-BE49-F238E27FC236}">
                <ns2:creationId id="{CB8D6B67-3489-4E79-B6D7-EADF38E4E08F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484822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2]</a:t>
            </a:r>
          </a:p>
        </p:txBody>
      </p:sp>
      <p:sp>
        <p:nvSpPr>
          <p:cNvPr id="21" name="">
            <a:extLst>
              <a:ext uri="{FF2B5EF4-FFF2-40B4-BE49-F238E27FC236}">
                <ns2:creationId id="{9E9820A0-3ADB-45AB-97CD-92A4089441A8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494347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25" name="">
            <a:extLst>
              <a:ext uri="{FF2B5EF4-FFF2-40B4-BE49-F238E27FC236}">
                <ns2:creationId id="{AEE4DDF2-8118-46E6-8C8E-0AC1152C2D62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97821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6" name="">
            <a:extLst>
              <a:ext uri="{FF2B5EF4-FFF2-40B4-BE49-F238E27FC236}">
                <ns2:creationId id="{7FCF17F0-F056-46A2-A875-445A722F5959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856297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3]</a:t>
            </a:r>
          </a:p>
        </p:txBody>
      </p:sp>
      <p:sp>
        <p:nvSpPr>
          <p:cNvPr id="28" name="">
            <a:extLst>
              <a:ext uri="{FF2B5EF4-FFF2-40B4-BE49-F238E27FC236}">
                <ns2:creationId id="{606112C9-C9B4-432F-B87D-B63AE63C691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65822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32" name="">
            <a:extLst>
              <a:ext uri="{FF2B5EF4-FFF2-40B4-BE49-F238E27FC236}">
                <ns2:creationId id="{78FF2D28-98F3-42CA-A030-8480906CF21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34969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33" name="">
            <a:extLst>
              <a:ext uri="{FF2B5EF4-FFF2-40B4-BE49-F238E27FC236}">
                <ns2:creationId id="{D9509FF9-0744-4C0F-B8D4-B8C882C7F56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2277725" y="33528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4]</a:t>
            </a:r>
          </a:p>
        </p:txBody>
      </p:sp>
      <p:sp>
        <p:nvSpPr>
          <p:cNvPr id="35" name="">
            <a:extLst>
              <a:ext uri="{FF2B5EF4-FFF2-40B4-BE49-F238E27FC236}">
                <ns2:creationId id="{A913B32F-3B59-4AEF-9AD6-C9605F605CC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372975" y="42195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38" name="">
            <a:extLst>
              <a:ext uri="{FF2B5EF4-FFF2-40B4-BE49-F238E27FC236}">
                <ns2:creationId id="{28B7CFEA-CBB0-4B38-9F48-53EDA4DC608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34969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5</a:t>
            </a:r>
          </a:p>
        </p:txBody>
      </p:sp>
      <p:sp>
        <p:nvSpPr>
          <p:cNvPr id="39" name="">
            <a:extLst>
              <a:ext uri="{FF2B5EF4-FFF2-40B4-BE49-F238E27FC236}">
                <ns2:creationId id="{F32C8F75-9E62-404D-9565-20D20DD9279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27772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5]</a:t>
            </a:r>
          </a:p>
        </p:txBody>
      </p:sp>
      <p:sp>
        <p:nvSpPr>
          <p:cNvPr id="41" name="">
            <a:extLst>
              <a:ext uri="{FF2B5EF4-FFF2-40B4-BE49-F238E27FC236}">
                <ns2:creationId id="{39A9E174-E82D-4247-8A82-9B45681E23C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37297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44" name="">
            <a:extLst>
              <a:ext uri="{FF2B5EF4-FFF2-40B4-BE49-F238E27FC236}">
                <ns2:creationId id="{2A7F038D-803E-4E6C-8366-15930FDB684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97821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6</a:t>
            </a:r>
          </a:p>
        </p:txBody>
      </p:sp>
      <p:sp>
        <p:nvSpPr>
          <p:cNvPr id="45" name="">
            <a:extLst>
              <a:ext uri="{FF2B5EF4-FFF2-40B4-BE49-F238E27FC236}">
                <ns2:creationId id="{5F86FFE3-52E4-49B1-8DA7-62AA3B4EC83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56297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6]</a:t>
            </a:r>
          </a:p>
        </p:txBody>
      </p:sp>
      <p:sp>
        <p:nvSpPr>
          <p:cNvPr id="47" name="">
            <a:extLst>
              <a:ext uri="{FF2B5EF4-FFF2-40B4-BE49-F238E27FC236}">
                <ns2:creationId id="{17603507-A99A-4170-A7B3-411F5C266FC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65822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51" name="">
            <a:extLst>
              <a:ext uri="{FF2B5EF4-FFF2-40B4-BE49-F238E27FC236}">
                <ns2:creationId id="{CBDDD276-50AE-46A7-A766-0C759BE743B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0674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7</a:t>
            </a:r>
          </a:p>
        </p:txBody>
      </p:sp>
      <p:sp>
        <p:nvSpPr>
          <p:cNvPr id="52" name="">
            <a:extLst>
              <a:ext uri="{FF2B5EF4-FFF2-40B4-BE49-F238E27FC236}">
                <ns2:creationId id="{E71CA8AA-0942-4A2D-9A76-A8C2CC148B1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84822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7]</a:t>
            </a:r>
          </a:p>
        </p:txBody>
      </p:sp>
      <p:sp>
        <p:nvSpPr>
          <p:cNvPr id="54" name="">
            <a:extLst>
              <a:ext uri="{FF2B5EF4-FFF2-40B4-BE49-F238E27FC236}">
                <ns2:creationId id="{4F83C553-2BE2-40AC-BC5F-3392F087CC0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494347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  <p:sp>
        <p:nvSpPr>
          <p:cNvPr id="58" name="">
            <a:extLst>
              <a:ext uri="{FF2B5EF4-FFF2-40B4-BE49-F238E27FC236}">
                <ns2:creationId id="{62F4C463-A74B-4226-8375-5E0CB4F3ADA8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23526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8</a:t>
            </a:r>
          </a:p>
        </p:txBody>
      </p:sp>
      <p:sp>
        <p:nvSpPr>
          <p:cNvPr id="59" name="">
            <a:extLst>
              <a:ext uri="{FF2B5EF4-FFF2-40B4-BE49-F238E27FC236}">
                <ns2:creationId id="{626083C5-DDE0-4D9E-B30C-3B625F31016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133475" y="624840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[步驟 8]</a:t>
            </a:r>
          </a:p>
        </p:txBody>
      </p:sp>
      <p:sp>
        <p:nvSpPr>
          <p:cNvPr id="61" name="">
            <a:extLst>
              <a:ext uri="{FF2B5EF4-FFF2-40B4-BE49-F238E27FC236}">
                <ns2:creationId id="{07604B1E-C4CE-49FF-9423-EB7D7EFCDDE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228725" y="71151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[輸入／操作]</a:t>
            </a:r>
          </a:p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[輸出]</a:t>
            </a:r>
          </a:p>
        </p:txBody>
      </p:sp>
    </p:spTree>
    <p:extLst>
      <p:ext uri="{BB962C8B-B14F-4D97-AF65-F5344CB8AC3E}">
        <ns3:creationId val="172109011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C0568418-C568-4E24-A54E-771FF3E0C74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[輸入、轉換與輸出]</a:t>
            </a:r>
          </a:p>
        </p:txBody>
      </p:sp>
      <p:sp>
        <p:nvSpPr>
          <p:cNvPr id="6" name="">
            <a:extLst>
              <a:ext uri="{FF2B5EF4-FFF2-40B4-BE49-F238E27FC236}">
                <ns2:creationId id="{377B43E8-EF11-4282-B0CB-41E72AD5C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[物件定義與責任邊界]</a:t>
            </a:r>
          </a:p>
        </p:txBody>
      </p:sp>
      <p:sp>
        <p:nvSpPr>
          <p:cNvPr id="10" name="">
            <a:extLst>
              <a:ext uri="{FF2B5EF4-FFF2-40B4-BE49-F238E27FC236}">
                <ns2:creationId id="{68AE31E1-23D3-4198-B98A-E3D5CE22989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81100" y="3305175"/>
            <a:ext cx="590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8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8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[輸入結構]</a:t>
            </a:r>
          </a:p>
        </p:txBody>
      </p:sp>
      <p:sp>
        <p:nvSpPr>
          <p:cNvPr id="12" name="">
            <a:extLst>
              <a:ext uri="{FF2B5EF4-FFF2-40B4-BE49-F238E27FC236}">
                <ns2:creationId id="{4474327A-ECB4-4552-A4DB-22AF9B3F9C3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38250" y="4276725"/>
            <a:ext cx="579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[組件 A]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[組件 B]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[組件 C]</a:t>
            </a:r>
          </a:p>
        </p:txBody>
      </p:sp>
      <p:sp>
        <p:nvSpPr>
          <p:cNvPr id="14" name="">
            <a:extLst>
              <a:ext uri="{FF2B5EF4-FFF2-40B4-BE49-F238E27FC236}">
                <ns2:creationId id="{C1B04C4F-4670-44CE-9A6E-DE81FF4C1C6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439150" y="3305175"/>
            <a:ext cx="20955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8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8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[轉換機制]</a:t>
            </a:r>
          </a:p>
        </p:txBody>
      </p:sp>
      <p:sp>
        <p:nvSpPr>
          <p:cNvPr id="16" name="">
            <a:extLst>
              <a:ext uri="{FF2B5EF4-FFF2-40B4-BE49-F238E27FC236}">
                <ns2:creationId id="{B08DC2E6-FC76-4BED-A944-5BDAF0A8FFDB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496300" y="4276725"/>
            <a:ext cx="198120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[規則／方法]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[處理邏輯]</a:t>
            </a:r>
          </a:p>
        </p:txBody>
      </p:sp>
      <p:sp>
        <p:nvSpPr>
          <p:cNvPr id="18" name="">
            <a:extLst>
              <a:ext uri="{FF2B5EF4-FFF2-40B4-BE49-F238E27FC236}">
                <ns2:creationId id="{EE986FE5-95AB-4F4C-A207-B3C98F219F04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1906250" y="3305175"/>
            <a:ext cx="283845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8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8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[輸出結果]</a:t>
            </a:r>
          </a:p>
        </p:txBody>
      </p:sp>
      <p:sp>
        <p:nvSpPr>
          <p:cNvPr id="20" name="">
            <a:extLst>
              <a:ext uri="{FF2B5EF4-FFF2-40B4-BE49-F238E27FC236}">
                <ns2:creationId id="{D49D998A-08F3-48E4-9606-D7C22FFB1740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11963400" y="4276725"/>
            <a:ext cx="2724150" cy="21431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[產物]</a:t>
            </a:r>
          </a:p>
          <a:p>
            <a:r>
              <a:t/>
            </a:r>
          </a:p>
          <a:p>
            <a:pPr algn="ctr">
              <a:defRPr sz="232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32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[驗證方式]</a:t>
            </a:r>
          </a:p>
        </p:txBody>
      </p:sp>
      <p:sp>
        <p:nvSpPr>
          <p:cNvPr id="24" name="">
            <a:extLst>
              <a:ext uri="{FF2B5EF4-FFF2-40B4-BE49-F238E27FC236}">
                <ns2:creationId id="{D28C525A-A63B-48C8-BD0B-6264AC8F882C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3314700" y="7458075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[關鍵邊界：哪些內容會改變、哪些會保留]</a:t>
            </a:r>
          </a:p>
        </p:txBody>
      </p:sp>
    </p:spTree>
    <p:extLst>
      <p:ext uri="{BB962C8B-B14F-4D97-AF65-F5344CB8AC3E}">
        <ns3:creationId val="171890196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5A945A4D-B160-4A9C-A72C-8020AA9A161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[實驗／結果比較]</a:t>
            </a:r>
          </a:p>
        </p:txBody>
      </p:sp>
      <p:sp>
        <p:nvSpPr>
          <p:cNvPr id="6" name="">
            <a:extLst>
              <a:ext uri="{FF2B5EF4-FFF2-40B4-BE49-F238E27FC236}">
                <ns2:creationId id="{A950A107-F087-49C0-90B3-C89235A36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[固定條件，只改變的實驗變因]</a:t>
            </a:r>
          </a:p>
        </p:txBody>
      </p:sp>
      <p:sp>
        <p:nvSpPr>
          <p:cNvPr id="11" name="">
            <a:extLst>
              <a:ext uri="{FF2B5EF4-FFF2-40B4-BE49-F238E27FC236}">
                <ns2:creationId id="{B86DDA9C-3A20-4293-8280-D6FD299073F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990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2" name="">
            <a:extLst>
              <a:ext uri="{FF2B5EF4-FFF2-40B4-BE49-F238E27FC236}">
                <ns2:creationId id="{46EA4EC6-F441-4860-A5A4-E33B26852E4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00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[條件 A]</a:t>
            </a:r>
          </a:p>
        </p:txBody>
      </p:sp>
      <p:sp>
        <p:nvSpPr>
          <p:cNvPr id="14" name="">
            <a:extLst>
              <a:ext uri="{FF2B5EF4-FFF2-40B4-BE49-F238E27FC236}">
                <ns2:creationId id="{059B338E-9FEE-44C4-AE19-11A64693FBA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276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[主要指標與單位]</a:t>
            </a:r>
          </a:p>
        </p:txBody>
      </p:sp>
      <p:sp>
        <p:nvSpPr>
          <p:cNvPr id="15" name="">
            <a:extLst>
              <a:ext uri="{FF2B5EF4-FFF2-40B4-BE49-F238E27FC236}">
                <ns2:creationId id="{C5F0E186-2443-4BFD-AFDB-A6EE8ACFC2FD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276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[數值]</a:t>
            </a:r>
          </a:p>
        </p:txBody>
      </p:sp>
      <p:sp>
        <p:nvSpPr>
          <p:cNvPr id="16" name="">
            <a:extLst>
              <a:ext uri="{FF2B5EF4-FFF2-40B4-BE49-F238E27FC236}">
                <ns2:creationId id="{94D6C7D0-8478-4BE2-AA5B-1322FFE84472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1276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[補充指標／樣本數]</a:t>
            </a:r>
          </a:p>
        </p:txBody>
      </p:sp>
      <p:sp>
        <p:nvSpPr>
          <p:cNvPr id="19" name="">
            <a:extLst>
              <a:ext uri="{FF2B5EF4-FFF2-40B4-BE49-F238E27FC236}">
                <ns2:creationId id="{75F3ECC8-D369-4230-B9C2-3E9258CC239B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77533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">
            <a:extLst>
              <a:ext uri="{FF2B5EF4-FFF2-40B4-BE49-F238E27FC236}">
                <ns2:creationId id="{BC0168CF-0BEF-408F-8EFD-7DC4D0A4A79C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59626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[條件 B]</a:t>
            </a:r>
          </a:p>
        </p:txBody>
      </p:sp>
      <p:sp>
        <p:nvSpPr>
          <p:cNvPr id="22" name="">
            <a:extLst>
              <a:ext uri="{FF2B5EF4-FFF2-40B4-BE49-F238E27FC236}">
                <ns2:creationId id="{4F9A2911-A963-43F0-B373-ACF4810B1838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60388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[主要指標與單位]</a:t>
            </a:r>
          </a:p>
        </p:txBody>
      </p:sp>
      <p:sp>
        <p:nvSpPr>
          <p:cNvPr id="23" name="">
            <a:extLst>
              <a:ext uri="{FF2B5EF4-FFF2-40B4-BE49-F238E27FC236}">
                <ns2:creationId id="{3BFA382C-C77B-4F40-B345-BB64C5493E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388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[數值]</a:t>
            </a:r>
          </a:p>
        </p:txBody>
      </p:sp>
      <p:sp>
        <p:nvSpPr>
          <p:cNvPr id="24" name="">
            <a:extLst>
              <a:ext uri="{FF2B5EF4-FFF2-40B4-BE49-F238E27FC236}">
                <ns2:creationId id="{1B0E4103-77B7-48A0-8F2B-AFE859E7A6F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88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[補充指標／樣本數]</a:t>
            </a:r>
          </a:p>
        </p:txBody>
      </p:sp>
      <p:sp>
        <p:nvSpPr>
          <p:cNvPr id="27" name="">
            <a:extLst>
              <a:ext uri="{FF2B5EF4-FFF2-40B4-BE49-F238E27FC236}">
                <ns2:creationId id="{600DCB62-F6B9-400A-8ED9-D63029564972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2515850" y="27336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8" name="">
            <a:extLst>
              <a:ext uri="{FF2B5EF4-FFF2-40B4-BE49-F238E27FC236}">
                <ns2:creationId id="{3C93141E-EC3F-4C9F-9F4A-89F477574E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725150" y="3362325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[條件 C]</a:t>
            </a:r>
          </a:p>
        </p:txBody>
      </p:sp>
      <p:sp>
        <p:nvSpPr>
          <p:cNvPr id="30" name="">
            <a:extLst>
              <a:ext uri="{FF2B5EF4-FFF2-40B4-BE49-F238E27FC236}">
                <ns2:creationId id="{5232752F-67EC-4F0B-B8B3-036D3FC4E60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801350" y="4371975"/>
            <a:ext cx="3848100" cy="4095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[主要指標與單位]</a:t>
            </a:r>
          </a:p>
        </p:txBody>
      </p:sp>
      <p:sp>
        <p:nvSpPr>
          <p:cNvPr id="31" name="">
            <a:extLst>
              <a:ext uri="{FF2B5EF4-FFF2-40B4-BE49-F238E27FC236}">
                <ns2:creationId id="{FCCA8E21-567D-4AAF-BD96-1C1A747ACFD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0801350" y="4848225"/>
            <a:ext cx="3848100" cy="8286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49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49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[數值]</a:t>
            </a:r>
          </a:p>
        </p:txBody>
      </p:sp>
      <p:sp>
        <p:nvSpPr>
          <p:cNvPr id="32" name="">
            <a:extLst>
              <a:ext uri="{FF2B5EF4-FFF2-40B4-BE49-F238E27FC236}">
                <ns2:creationId id="{87D89644-F079-4D48-A838-79B55F397ED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801350" y="5962650"/>
            <a:ext cx="38481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[補充指標／樣本數]</a:t>
            </a:r>
          </a:p>
        </p:txBody>
      </p:sp>
      <p:sp>
        <p:nvSpPr>
          <p:cNvPr id="34" name="">
            <a:extLst>
              <a:ext uri="{FF2B5EF4-FFF2-40B4-BE49-F238E27FC236}">
                <ns2:creationId id="{5EF33E74-6861-4296-8B58-5260C34D41B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095500" y="7296150"/>
            <a:ext cx="11734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7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7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[主要發現：用一句話說明差異]</a:t>
            </a:r>
          </a:p>
        </p:txBody>
      </p:sp>
      <p:sp>
        <p:nvSpPr>
          <p:cNvPr id="35" name="">
            <a:extLst>
              <a:ext uri="{FF2B5EF4-FFF2-40B4-BE49-F238E27FC236}">
                <ns2:creationId id="{D9F31F92-DCEA-45C9-80DA-4DAB3656D1B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095500" y="7810500"/>
            <a:ext cx="117348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[限制、例外或需要進一步驗證的項目]</a:t>
            </a:r>
          </a:p>
        </p:txBody>
      </p:sp>
    </p:spTree>
    <p:extLst>
      <p:ext uri="{BB962C8B-B14F-4D97-AF65-F5344CB8AC3E}">
        <ns3:creationId val="87378903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1C8A1FB1-7C74-44E5-8AD4-34269934065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[本次結論與下一步]</a:t>
            </a:r>
          </a:p>
        </p:txBody>
      </p:sp>
      <p:sp>
        <p:nvSpPr>
          <p:cNvPr id="6" name="">
            <a:extLst>
              <a:ext uri="{FF2B5EF4-FFF2-40B4-BE49-F238E27FC236}">
                <ns2:creationId id="{B2F73213-1620-462D-83D0-2F249429D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[本次報告範圍]</a:t>
            </a:r>
          </a:p>
        </p:txBody>
      </p:sp>
      <p:sp>
        <p:nvSpPr>
          <p:cNvPr id="11" name="">
            <a:extLst>
              <a:ext uri="{FF2B5EF4-FFF2-40B4-BE49-F238E27FC236}">
                <ns2:creationId id="{7743A27D-8AF6-4AC0-8387-E9CC7D0F68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2400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[已確認的發現]</a:t>
            </a:r>
          </a:p>
        </p:txBody>
      </p:sp>
      <p:sp>
        <p:nvSpPr>
          <p:cNvPr id="12" name="">
            <a:extLst>
              <a:ext uri="{FF2B5EF4-FFF2-40B4-BE49-F238E27FC236}">
                <ns2:creationId id="{2827CAD7-1BE2-42B5-AF58-46BB4C16327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591550" y="3257550"/>
            <a:ext cx="5810250" cy="6286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3225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3225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[後續工作]</a:t>
            </a:r>
          </a:p>
        </p:txBody>
      </p:sp>
      <p:sp>
        <p:nvSpPr>
          <p:cNvPr id="15" name="">
            <a:extLst>
              <a:ext uri="{FF2B5EF4-FFF2-40B4-BE49-F238E27FC236}">
                <ns2:creationId id="{F83071FB-8E18-43B3-BAFF-75D456406E6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52400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[發現一與證據]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[發現二與證據]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[限制或尚未解決的問題]</a:t>
            </a:r>
          </a:p>
        </p:txBody>
      </p:sp>
      <p:sp>
        <p:nvSpPr>
          <p:cNvPr id="16" name="">
            <a:extLst>
              <a:ext uri="{FF2B5EF4-FFF2-40B4-BE49-F238E27FC236}">
                <ns2:creationId id="{36CAA12E-193D-487A-9307-58DB4BEE4455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591550" y="4457700"/>
            <a:ext cx="5810250" cy="2333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[工作項目與完成條件]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[負責人與預定時間]</a:t>
            </a:r>
          </a:p>
          <a:p>
            <a:r>
              <a:t/>
            </a:r>
          </a:p>
          <a:p>
            <a:pPr algn="l">
              <a:defRPr sz="240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40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[需要討論或決定的事項]</a:t>
            </a:r>
          </a:p>
        </p:txBody>
      </p:sp>
      <p:sp>
        <p:nvSpPr>
          <p:cNvPr id="18" name="">
            <a:extLst>
              <a:ext uri="{FF2B5EF4-FFF2-40B4-BE49-F238E27FC236}">
                <ns2:creationId id="{3D86FD26-7F46-4E79-BB99-E4C81D49114B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3314700" y="7639050"/>
            <a:ext cx="92964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1950" b="0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1950" b="0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[本次會議需要取得的決定]</a:t>
            </a:r>
          </a:p>
        </p:txBody>
      </p:sp>
    </p:spTree>
    <p:extLst>
      <p:ext uri="{BB962C8B-B14F-4D97-AF65-F5344CB8AC3E}">
        <ns3:creationId val="836812998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8F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BBE0D921-1B99-4B82-8D3F-01018929FDE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525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525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Meeting 0830 設計原則</a:t>
            </a:r>
          </a:p>
        </p:txBody>
      </p:sp>
      <p:sp>
        <p:nvSpPr>
          <p:cNvPr id="6" name="">
            <a:extLst>
              <a:ext uri="{FF2B5EF4-FFF2-40B4-BE49-F238E27FC236}">
                <ns2:creationId id="{A1C36EB3-FE41-4A5F-873B-66BFFBB81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175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175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模板使用說明</a:t>
            </a:r>
          </a:p>
        </p:txBody>
      </p:sp>
      <p:sp>
        <p:nvSpPr>
          <p:cNvPr id="10" name="">
            <a:extLst>
              <a:ext uri="{FF2B5EF4-FFF2-40B4-BE49-F238E27FC236}">
                <ns2:creationId id="{38C2EDF6-E6FD-45F7-B330-63785644BF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47800" y="29432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1" name="">
            <a:extLst>
              <a:ext uri="{FF2B5EF4-FFF2-40B4-BE49-F238E27FC236}">
                <ns2:creationId id="{9043D3F0-1C98-4782-979B-CF0647A7E53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114550" y="288607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暖白與植物邊飾</a:t>
            </a:r>
          </a:p>
        </p:txBody>
      </p:sp>
      <p:sp>
        <p:nvSpPr>
          <p:cNvPr id="12" name="">
            <a:extLst>
              <a:ext uri="{FF2B5EF4-FFF2-40B4-BE49-F238E27FC236}">
                <ns2:creationId id="{0E93DD47-B39A-4A3E-B56E-583D7E3929F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114550" y="334327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邊飾留在四角，中央內容區保留呼吸空間。</a:t>
            </a:r>
          </a:p>
        </p:txBody>
      </p:sp>
      <p:sp>
        <p:nvSpPr>
          <p:cNvPr id="14" name="">
            <a:extLst>
              <a:ext uri="{FF2B5EF4-FFF2-40B4-BE49-F238E27FC236}">
                <ns2:creationId id="{E6C15D56-1186-4C28-87F9-ECDE44D44FC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447800" y="40576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ns2:creationId id="{789F6749-3E7B-43C9-BE99-9D5781CF36F9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114550" y="400050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酒紅標題與襯線字</a:t>
            </a:r>
          </a:p>
        </p:txBody>
      </p:sp>
      <p:sp>
        <p:nvSpPr>
          <p:cNvPr id="16" name="">
            <a:extLst>
              <a:ext uri="{FF2B5EF4-FFF2-40B4-BE49-F238E27FC236}">
                <ns2:creationId id="{F18A48E4-5C3B-4FCC-AF51-89DACA627ECB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2114550" y="445770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標題置中；內文以清楚的層級和對齊呈現。</a:t>
            </a:r>
          </a:p>
        </p:txBody>
      </p:sp>
      <p:sp>
        <p:nvSpPr>
          <p:cNvPr id="18" name="">
            <a:extLst>
              <a:ext uri="{FF2B5EF4-FFF2-40B4-BE49-F238E27FC236}">
                <ns2:creationId id="{8A9B0C45-A971-48D6-86CB-A242885CF2FB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1447800" y="517207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19" name="">
            <a:extLst>
              <a:ext uri="{FF2B5EF4-FFF2-40B4-BE49-F238E27FC236}">
                <ns2:creationId id="{65B0093E-55CA-4C6C-9633-D13BE257FBCF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2114550" y="5114925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玫瑰色框線與編號</a:t>
            </a:r>
          </a:p>
        </p:txBody>
      </p:sp>
      <p:sp>
        <p:nvSpPr>
          <p:cNvPr id="20" name="">
            <a:extLst>
              <a:ext uri="{FF2B5EF4-FFF2-40B4-BE49-F238E27FC236}">
                <ns2:creationId id="{36627673-4B09-4912-B43F-D882F17DC0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114550" y="5572125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同一列卡片等寬；流程依編號與箭頭閱讀。</a:t>
            </a:r>
          </a:p>
        </p:txBody>
      </p:sp>
      <p:sp>
        <p:nvSpPr>
          <p:cNvPr id="22" name="">
            <a:extLst>
              <a:ext uri="{FF2B5EF4-FFF2-40B4-BE49-F238E27FC236}">
                <ns2:creationId id="{526096C1-6E69-4FBD-9CB1-3D83D27392F0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47800" y="628650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700" b="1">
                <a:solidFill>
                  <a:srgbClr val="FCF8F5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FCF8F5"/>
                </a:solidFill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23" name="">
            <a:extLst>
              <a:ext uri="{FF2B5EF4-FFF2-40B4-BE49-F238E27FC236}">
                <ns2:creationId id="{682EDBB6-123D-434F-85FA-602E5FFFA0F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114550" y="6229350"/>
            <a:ext cx="116205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700" b="1">
                <a:solidFill>
                  <a:srgbClr val="47171C"/>
                </a:solidFill>
                <a:latin typeface="PMingLiU"/>
                <a:ea typeface="PMingLiU"/>
                <a:cs typeface="PMingLiU"/>
              </a:defRPr>
            </a:pPr>
            <a:r>
              <a:rPr sz="2700" b="1">
                <a:solidFill>
                  <a:srgbClr val="47171C"/>
                </a:solidFill>
                <a:latin typeface="PMingLiU"/>
                <a:ea typeface="PMingLiU"/>
                <a:cs typeface="PMingLiU"/>
              </a:rPr>
              <a:t>金色只標記重點</a:t>
            </a:r>
          </a:p>
        </p:txBody>
      </p:sp>
      <p:sp>
        <p:nvSpPr>
          <p:cNvPr id="24" name="">
            <a:extLst>
              <a:ext uri="{FF2B5EF4-FFF2-40B4-BE49-F238E27FC236}">
                <ns2:creationId id="{55118C1B-8ABF-42DD-A814-1C7B2F54F5F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14550" y="6686550"/>
            <a:ext cx="11620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PMingLiU"/>
                <a:ea typeface="PMingLiU"/>
                <a:cs typeface="PMingLiU"/>
              </a:defRPr>
            </a:pPr>
            <a:r>
              <a:rPr sz="2250" b="0">
                <a:solidFill>
                  <a:srgbClr val="423C3B"/>
                </a:solidFill>
                <a:latin typeface="PMingLiU"/>
                <a:ea typeface="PMingLiU"/>
                <a:cs typeface="PMingLiU"/>
              </a:rPr>
              <a:t>每頁集中強調一個差異、目前方案或主要發現。</a:t>
            </a:r>
          </a:p>
        </p:txBody>
      </p:sp>
      <p:sp>
        <p:nvSpPr>
          <p:cNvPr id="25" name="">
            <a:extLst>
              <a:ext uri="{FF2B5EF4-FFF2-40B4-BE49-F238E27FC236}">
                <ns2:creationId id="{AF2ED409-16DC-40BE-BBCF-A0381D84199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666875" y="7791450"/>
            <a:ext cx="125920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algn="ctr">
              <a:defRPr sz="2025" b="0">
                <a:solidFill>
                  <a:srgbClr val="CF8792"/>
                </a:solidFill>
                <a:latin typeface="PMingLiU"/>
                <a:ea typeface="PMingLiU"/>
                <a:cs typeface="PMingLiU"/>
              </a:defRPr>
            </a:pPr>
            <a:r>
              <a:rPr sz="2025" b="0">
                <a:solidFill>
                  <a:srgbClr val="CF8792"/>
                </a:solidFill>
                <a:latin typeface="PMingLiU"/>
                <a:ea typeface="PMingLiU"/>
                <a:cs typeface="PMingLiU"/>
              </a:rPr>
              <a:t>複製合適頁面，或在「新增投影片／版面配置」選擇本模板的版型</a:t>
            </a:r>
          </a:p>
        </p:txBody>
      </p:sp>
    </p:spTree>
    <p:extLst>
      <p:ext uri="{BB962C8B-B14F-4D97-AF65-F5344CB8AC3E}">
        <ns3:creationId val="1610560435"/>
      </p:ext>
    </p:extLst>
  </p:cSld>
</p:sld>
</file>

<file path=ppt/theme/theme1.xml><?xml version="1.0" encoding="utf-8"?>
<a:theme xmlns:a="http://schemas.openxmlformats.org/drawingml/2006/main" name="ChatGPT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PMingLiU"/>
        <a:ea typeface="PMingLiU"/>
        <a:cs typeface="PMingLiU"/>
      </a:majorFont>
      <a:minorFont>
        <a:latin typeface="PMingLiU"/>
        <a:ea typeface="PMingLiU"/>
        <a:cs typeface="PMingLiU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2026-09-07T06:06:12.6790000Z</dcterms:created>
  <dcterms:modified xsi:type="dcterms:W3CDTF">2026-09-07T06:06:12.6800000Z</dcterms:modified>
</coreProperties>
</file>