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dedf410da4959" /><Relationship Type="http://schemas.openxmlformats.org/officeDocument/2006/relationships/extended-properties" Target="/docProps/app.xml" Id="R84093d8fb0f24850" /><Relationship Type="http://schemas.openxmlformats.org/officeDocument/2006/relationships/officeDocument" Target="/ppt/presentation.xml" Id="R912f9c62d14949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3bfa54d554774"/>
  </p:sldMasterIdLst>
  <p:notesMasterIdLst>
    <p:notesMasterId xmlns:r="http://schemas.openxmlformats.org/officeDocument/2006/relationships" r:id="Rb6dcbca45eae4fed"/>
  </p:notesMasterIdLst>
  <p:sldIdLst>
    <p:sldId xmlns:r="http://schemas.openxmlformats.org/officeDocument/2006/relationships" id="256" r:id="R982f9721adbc4bb3"/>
    <p:sldId xmlns:r="http://schemas.openxmlformats.org/officeDocument/2006/relationships" id="257" r:id="Rf38257772e534738"/>
    <p:sldId xmlns:r="http://schemas.openxmlformats.org/officeDocument/2006/relationships" id="258" r:id="Rd2cfc366a2f94587"/>
    <p:sldId xmlns:r="http://schemas.openxmlformats.org/officeDocument/2006/relationships" id="259" r:id="R760b0ecf54d546a0"/>
    <p:sldId xmlns:r="http://schemas.openxmlformats.org/officeDocument/2006/relationships" id="260" r:id="Rfb1098b394844602"/>
    <p:sldId xmlns:r="http://schemas.openxmlformats.org/officeDocument/2006/relationships" id="261" r:id="Rd516802693e74882"/>
    <p:sldId xmlns:r="http://schemas.openxmlformats.org/officeDocument/2006/relationships" id="262" r:id="Re0b6558c28834a24"/>
    <p:sldId xmlns:r="http://schemas.openxmlformats.org/officeDocument/2006/relationships" id="263" r:id="Rdc46fb6d2eaf4c06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2695725264346" /><Relationship Type="http://schemas.openxmlformats.org/officeDocument/2006/relationships/slideMaster" Target="/ppt/slideMasters/slideMaster1.xml" Id="R2e33bfa54d554774" /><Relationship Type="http://schemas.openxmlformats.org/officeDocument/2006/relationships/notesMaster" Target="/ppt/notesMasters/notesMaster1.xml" Id="Rb6dcbca45eae4fed" /><Relationship Type="http://schemas.openxmlformats.org/officeDocument/2006/relationships/presProps" Target="/ppt/presProps.xml" Id="Rb37ccb602e134e10" /><Relationship Type="http://schemas.openxmlformats.org/officeDocument/2006/relationships/viewProps" Target="/ppt/viewProps.xml" Id="R6271a634feaf4879" /><Relationship Type="http://schemas.openxmlformats.org/officeDocument/2006/relationships/tableStyles" Target="/ppt/tableStyles.xml" Id="R7cd880ac6a4443f2" /><Relationship Type="http://schemas.openxmlformats.org/officeDocument/2006/relationships/slide" Target="/ppt/slides/slide1.xml" Id="R982f9721adbc4bb3" /><Relationship Type="http://schemas.openxmlformats.org/officeDocument/2006/relationships/slide" Target="/ppt/slides/slide2.xml" Id="Rf38257772e534738" /><Relationship Type="http://schemas.openxmlformats.org/officeDocument/2006/relationships/slide" Target="/ppt/slides/slide3.xml" Id="Rd2cfc366a2f94587" /><Relationship Type="http://schemas.openxmlformats.org/officeDocument/2006/relationships/slide" Target="/ppt/slides/slide4.xml" Id="R760b0ecf54d546a0" /><Relationship Type="http://schemas.openxmlformats.org/officeDocument/2006/relationships/slide" Target="/ppt/slides/slide5.xml" Id="Rfb1098b394844602" /><Relationship Type="http://schemas.openxmlformats.org/officeDocument/2006/relationships/slide" Target="/ppt/slides/slide6.xml" Id="Rd516802693e74882" /><Relationship Type="http://schemas.openxmlformats.org/officeDocument/2006/relationships/slide" Target="/ppt/slides/slide7.xml" Id="Re0b6558c28834a24" /><Relationship Type="http://schemas.openxmlformats.org/officeDocument/2006/relationships/slide" Target="/ppt/slides/slide8.xml" Id="Rdc46fb6d2eaf4c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e18d5f9e7b41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e30f4e0cb4d74" /><Relationship Type="http://schemas.openxmlformats.org/officeDocument/2006/relationships/notesMaster" Target="/ppt/notesMasters/notesMaster1.xml" Id="Redd96b47680f47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2d29a9bc74dc9" /><Relationship Type="http://schemas.openxmlformats.org/officeDocument/2006/relationships/notesMaster" Target="/ppt/notesMasters/notesMaster1.xml" Id="Rc471605357724d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212890868c4d1b" /><Relationship Type="http://schemas.openxmlformats.org/officeDocument/2006/relationships/notesMaster" Target="/ppt/notesMasters/notesMaster1.xml" Id="R2744f17e059346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f2ec98d3d4680" /><Relationship Type="http://schemas.openxmlformats.org/officeDocument/2006/relationships/notesMaster" Target="/ppt/notesMasters/notesMaster1.xml" Id="R72b3f179613e4c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d49854809486c" /><Relationship Type="http://schemas.openxmlformats.org/officeDocument/2006/relationships/notesMaster" Target="/ppt/notesMasters/notesMaster1.xml" Id="R61548dc467964e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0adc18be394769" /><Relationship Type="http://schemas.openxmlformats.org/officeDocument/2006/relationships/notesMaster" Target="/ppt/notesMasters/notesMaster1.xml" Id="Rf04efae338f644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bacac22bbc4106" /><Relationship Type="http://schemas.openxmlformats.org/officeDocument/2006/relationships/notesMaster" Target="/ppt/notesMasters/notesMaster1.xml" Id="R558e57df5b2f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cf9482123d4506" /><Relationship Type="http://schemas.openxmlformats.org/officeDocument/2006/relationships/notesMaster" Target="/ppt/notesMasters/notesMaster1.xml" Id="R52f562615dfc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2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5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程式來源：eagle/generation/framework_slots.py:304-340、445-470。worker_target 實例來源：configs/framework_bundles/fixed_worker_combat/bundle.json。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22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18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40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縱軸為各 run G20 population best Game Performance，非 population mean。主圖只並列 seed 8–12；上次 seed13 另列，避免將本次未完成 seed13 填成零。各 run 的 opponent-pool 快照可能不同，這些值只描述各自搜尋情境，不是固定難度的能力比較。上次六 seed best 平均 5.884，本次五 seed 1.861；樣本不齊，不能以 -4.023 推論架構退化。seed10 的兩個 G20 best 差 0.004 是觀察，不足以歸因其他 run 差異的原因。</a:t>
            </a:r>
          </a:p>
          <a:p xmlns:a="http://schemas.openxmlformats.org/drawingml/2006/main">
            <a:r>
              <a:t>G20 全部 best、population mean、population sd、semantic unique：{"previous":{"runs":6,"columns":["seed","best","population_mean","population_sd","semantic_unique","population_size"],"rows":[{"seed":8,"best":5.592,"population_mean":4.307,"population_sd":0.675,"semantic_unique":1,"population_size":10},{"seed":9,"best":25.733,"population_mean":24.711,"population_sd":0.691,"semantic_unique":2,"population_size":10},{"seed":10,"best":-32.037,"population_mean":-38.789,"population_sd":3.609,"semantic_unique":2,"population_size":10},{"seed":11,"best":10.988,"population_mean":9.419,"population_sd":0.696,"semantic_unique":1,"population_size":10},{"seed":12,"best":6.761,"population_mean":5.639,"population_sd":0.698,"semantic_unique":1,"population_size":10},{"seed":13,"best":18.267,"population_mean":15.719,"population_sd":1.029,"semantic_unique":4,"population_size":10}],"reported_mean_best":5.884,"computed_mean_best_from_displayed_rows":5.884,"semantic_unique_counts":[1,2,2,1,1,4]},"current_completed":{"runs":5,"columns":["seed","best","population_mean","population_sd","semantic_unique","population_size"],"rows":[{"seed":8,"best":-3.342,"population_mean":-5.262,"population_sd":0.801,"semantic_unique":3,"population_size":10},{"seed":9,"best":23,"population_mean":21.126,"population_sd":1.073,"semantic_unique":1,"population_size":10},{"seed":10,"best":-32.033,"population_mean":-38.788,"population_sd":3.613,"semantic_unique":2,"population_size":10},{"seed":11,"best":13.118,"population_mean":12.466,"population_sd":0.307,"semantic_unique":1,"population_size":10},{"seed":12,"best":8.561,"population_mean":7.886,"population_sd":0.41,"semantic_unique":1,"population_size":10}],"reported_mean_best":1.861,"computed_mean_best_from_displayed_rows":1.8608,"semantic_unique_counts":[3,1,2,1,1]},"reported_mean_best_delta_current_minus_previous":-4.023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42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相同正式測試協定，每 run 為十對手、三地圖、每邊十場，共六百場。圖中各組百分比由 W、D、L 除以該組 matches 計算；W/D/L/E 欄位順序固定。兩批分母為 3600 與 3000，本次排除 seed13。報告勝率 32.33% 與 30.17% 是各批聚合，不是相同 seed 配對效果，不能據此判定架構退化。所有 11 個完成 Final Test Integration success、0 errors。</a:t>
            </a:r>
          </a:p>
          <a:p xmlns:a="http://schemas.openxmlformats.org/drawingml/2006/main">
            <a:r>
              <a:t>完整正式測試資料：{"protocol_matches_per_run":600,"columns":["cohort","runs","wins","losses","draws","errors","matches","aggregate_win_rate_percent"],"cohorts":[{"cohort":"上次六 seed","runs":6,"wins":1164,"losses":2284,"draws":152,"errors":0,"matches":3600,"aggregate_win_rate_percent":32.33},{"cohort":"本次已完成五 seed","runs":5,"wins":905,"losses":1950,"draws":145,"errors":0,"matches":3000,"aggregate_win_rate_percent":30.17}],"source_note":"Cohort counts are report totals; win rate is wins divided by all matches."}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44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圖中為 G20 semantic unique／population10，並列 seed8–12；上次 seed13=4 另列，本次 seed13未納入。上次六 run 為 [1,2,2,1,1,4]，本次五 run 為 [3,1,2,1,1]。多數 run 在九個固定探針中只剩一到兩種行為簽章，不等於在所有遊戲狀態中只有一到兩種行為。Framework 不使用 Strategy DSL niche；known_signature_count=0 不能拿來判定 framework 行為沒有多樣性。population mean 和 population sd 請見完整 G20 資料。</a:t>
            </a:r>
          </a:p>
          <a:p xmlns:a="http://schemas.openxmlformats.org/drawingml/2006/main">
            <a:r>
              <a:t>完整 G20 資料：{"previous":{"runs":6,"columns":["seed","best","population_mean","population_sd","semantic_unique","population_size"],"rows":[{"seed":8,"best":5.592,"population_mean":4.307,"population_sd":0.675,"semantic_unique":1,"population_size":10},{"seed":9,"best":25.733,"population_mean":24.711,"population_sd":0.691,"semantic_unique":2,"population_size":10},{"seed":10,"best":-32.037,"population_mean":-38.789,"population_sd":3.609,"semantic_unique":2,"population_size":10},{"seed":11,"best":10.988,"population_mean":9.419,"population_sd":0.696,"semantic_unique":1,"population_size":10},{"seed":12,"best":6.761,"population_mean":5.639,"population_sd":0.698,"semantic_unique":1,"population_size":10},{"seed":13,"best":18.267,"population_mean":15.719,"population_sd":1.029,"semantic_unique":4,"population_size":10}],"reported_mean_best":5.884,"computed_mean_best_from_displayed_rows":5.884,"semantic_unique_counts":[1,2,2,1,1,4]},"current_completed":{"runs":5,"columns":["seed","best","population_mean","population_sd","semantic_unique","population_size"],"rows":[{"seed":8,"best":-3.342,"population_mean":-5.262,"population_sd":0.801,"semantic_unique":3,"population_size":10},{"seed":9,"best":23,"population_mean":21.126,"population_sd":1.073,"semantic_unique":1,"population_size":10},{"seed":10,"best":-32.033,"population_mean":-38.788,"population_sd":3.613,"semantic_unique":2,"population_size":10},{"seed":11,"best":13.118,"population_mean":12.466,"population_sd":0.307,"semantic_unique":1,"population_size":10},{"seed":12,"best":8.561,"population_mean":7.886,"population_sd":0.41,"semantic_unique":1,"population_size":10}],"reported_mean_best":1.861,"computed_mean_best_from_displayed_rows":1.8608,"semantic_unique_counts":[3,1,2,1,1]},"reported_mean_best_delta_current_minus_previous":-4.023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頁型示例，取自 2026-10-21 Opponent Pool 簡報第 36 頁。此頁保留該來源的內容與數值，僅供版面與可編輯物件參考；建立新簡報時須依新來源替換。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14a3441d745ff" /><Relationship Type="http://schemas.openxmlformats.org/officeDocument/2006/relationships/image" Target="/ppt/media/image.png" Id="Rd88301fdb3464a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05a5e088c4891" /><Relationship Type="http://schemas.openxmlformats.org/officeDocument/2006/relationships/image" Target="/ppt/media/image.png" Id="Rcfef7c80bfc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30488e54b4c25" /><Relationship Type="http://schemas.openxmlformats.org/officeDocument/2006/relationships/image" Target="/ppt/media/image.png" Id="R5381bd173e244f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3587b7a184775" /><Relationship Type="http://schemas.openxmlformats.org/officeDocument/2006/relationships/image" Target="/ppt/media/image.png" Id="R624aa05b303e44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79f7b70f646bc" /><Relationship Type="http://schemas.openxmlformats.org/officeDocument/2006/relationships/image" Target="/ppt/media/image.png" Id="R6f43de300f7640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c5cf1d4384feb" /><Relationship Type="http://schemas.openxmlformats.org/officeDocument/2006/relationships/image" Target="/ppt/media/image.png" Id="R86f3540c9e7844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79d28347441d0" /><Relationship Type="http://schemas.openxmlformats.org/officeDocument/2006/relationships/image" Target="/ppt/media/image.png" Id="Rc3881c1366aa48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3ee3d489c4c8d" /><Relationship Type="http://schemas.openxmlformats.org/officeDocument/2006/relationships/image" Target="/ppt/media/image.png" Id="R2cc2368873ae4e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2c62caaf049f7" /><Relationship Type="http://schemas.openxmlformats.org/officeDocument/2006/relationships/image" Target="/ppt/media/image.png" Id="R7d11bc6a25c5497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9d28bb8704d7d" /><Relationship Type="http://schemas.openxmlformats.org/officeDocument/2006/relationships/image" Target="/ppt/media/image.png" Id="R1381fd5da16943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22f9090604144" /><Relationship Type="http://schemas.openxmlformats.org/officeDocument/2006/relationships/image" Target="/ppt/media/image.png" Id="R9dd9498e4734442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7afae1dd40df" /><Relationship Type="http://schemas.openxmlformats.org/officeDocument/2006/relationships/image" Target="/ppt/media/image.png" Id="Re740df3d131e40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232ebae8e470a" /><Relationship Type="http://schemas.openxmlformats.org/officeDocument/2006/relationships/image" Target="/ppt/media/image.png" Id="Rdb8fc79ceceb453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7765af0f34e3c" /><Relationship Type="http://schemas.openxmlformats.org/officeDocument/2006/relationships/image" Target="/ppt/media/image.png" Id="R8b16b7d69fe7408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935024fe742d7" /><Relationship Type="http://schemas.openxmlformats.org/officeDocument/2006/relationships/image" Target="/ppt/media/image.png" Id="R8a9a898285cd4b7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4604f5ade4981" /><Relationship Type="http://schemas.openxmlformats.org/officeDocument/2006/relationships/image" Target="/ppt/media/image.png" Id="R80de26a0fcfb47f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831e2d4664c29" /><Relationship Type="http://schemas.openxmlformats.org/officeDocument/2006/relationships/image" Target="/ppt/media/image.png" Id="R72e70c92ee9e42d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84e09012e4b93" /><Relationship Type="http://schemas.openxmlformats.org/officeDocument/2006/relationships/image" Target="/ppt/media/image.png" Id="Rb4cec2847032433b" /></Relationships>
</file>

<file path=ppt/slideLayouts/slideLayout1.xml><?xml version="1.0" encoding="utf-8"?>
<p:sldLayout xmlns:p="http://schemas.openxmlformats.org/presentationml/2006/main" type="title" preserve="1">
  <p:cSld name="封面">
    <p:bg>
      <p:bgPr>
        <a:blipFill xmlns:a="http://schemas.openxmlformats.org/drawingml/2006/main">
          <a:blip xmlns:r="http://schemas.openxmlformats.org/officeDocument/2006/relationships" r:embed="Rd88301fdb3464ae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bg>
      <p:bgPr>
        <a:blipFill xmlns:a="http://schemas.openxmlformats.org/drawingml/2006/main">
          <a:blip xmlns:r="http://schemas.openxmlformats.org/officeDocument/2006/relationships" r:embed="Rcfef7c80bfc344e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bg>
      <p:bgPr>
        <a:blipFill xmlns:a="http://schemas.openxmlformats.org/drawingml/2006/main">
          <a:blip xmlns:r="http://schemas.openxmlformats.org/officeDocument/2006/relationships" r:embed="R5381bd173e244f5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bg>
      <p:bgPr>
        <a:blipFill xmlns:a="http://schemas.openxmlformats.org/drawingml/2006/main">
          <a:blip xmlns:r="http://schemas.openxmlformats.org/officeDocument/2006/relationships" r:embed="R624aa05b303e44c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bg>
      <p:bgPr>
        <a:blipFill xmlns:a="http://schemas.openxmlformats.org/drawingml/2006/main">
          <a:blip xmlns:r="http://schemas.openxmlformats.org/officeDocument/2006/relationships" r:embed="R6f43de300f76407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bg>
      <p:bgPr>
        <a:blipFill xmlns:a="http://schemas.openxmlformats.org/drawingml/2006/main">
          <a:blip xmlns:r="http://schemas.openxmlformats.org/officeDocument/2006/relationships" r:embed="R86f3540c9e78442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bg>
      <p:bgPr>
        <a:blipFill xmlns:a="http://schemas.openxmlformats.org/drawingml/2006/main">
          <a:blip xmlns:r="http://schemas.openxmlformats.org/officeDocument/2006/relationships" r:embed="Rc3881c1366aa480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bg>
      <p:bgPr>
        <a:blipFill xmlns:a="http://schemas.openxmlformats.org/drawingml/2006/main">
          <a:blip xmlns:r="http://schemas.openxmlformats.org/officeDocument/2006/relationships" r:embed="R2cc2368873ae4e3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bg>
      <p:bgPr>
        <a:blipFill xmlns:a="http://schemas.openxmlformats.org/drawingml/2006/main">
          <a:blip xmlns:r="http://schemas.openxmlformats.org/officeDocument/2006/relationships" r:embed="R7d11bc6a25c5497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bg>
      <p:bgPr>
        <a:blipFill xmlns:a="http://schemas.openxmlformats.org/drawingml/2006/main">
          <a:blip xmlns:r="http://schemas.openxmlformats.org/officeDocument/2006/relationships" r:embed="R1381fd5da16943d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bg>
      <p:bgPr>
        <a:blipFill xmlns:a="http://schemas.openxmlformats.org/drawingml/2006/main">
          <a:blip xmlns:r="http://schemas.openxmlformats.org/officeDocument/2006/relationships" r:embed="R9dd9498e4734442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bg>
      <p:bgPr>
        <a:blipFill xmlns:a="http://schemas.openxmlformats.org/drawingml/2006/main">
          <a:blip xmlns:r="http://schemas.openxmlformats.org/officeDocument/2006/relationships" r:embed="Re740df3d131e408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圖解流程">
    <p:bg>
      <p:bgPr>
        <a:blipFill xmlns:a="http://schemas.openxmlformats.org/drawingml/2006/main">
          <a:blip xmlns:r="http://schemas.openxmlformats.org/officeDocument/2006/relationships" r:embed="Rdb8fc79ceceb453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選項與對應">
    <p:bg>
      <p:bgPr>
        <a:blipFill xmlns:a="http://schemas.openxmlformats.org/drawingml/2006/main">
          <a:blip xmlns:r="http://schemas.openxmlformats.org/officeDocument/2006/relationships" r:embed="R8b16b7d69fe7408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矩陣與規則">
    <p:bg>
      <p:bgPr>
        <a:blipFill xmlns:a="http://schemas.openxmlformats.org/drawingml/2006/main">
          <a:blip xmlns:r="http://schemas.openxmlformats.org/officeDocument/2006/relationships" r:embed="R8a9a898285cd4b7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結果圖表">
    <p:bg>
      <p:bgPr>
        <a:blipFill xmlns:a="http://schemas.openxmlformats.org/drawingml/2006/main">
          <a:blip xmlns:r="http://schemas.openxmlformats.org/officeDocument/2006/relationships" r:embed="R80de26a0fcfb47f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與表格">
    <p:bg>
      <p:bgPr>
        <a:blipFill xmlns:a="http://schemas.openxmlformats.org/drawingml/2006/main">
          <a:blip xmlns:r="http://schemas.openxmlformats.org/officeDocument/2006/relationships" r:embed="R72e70c92ee9e42d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時間與證據">
    <p:bg>
      <p:bgPr>
        <a:blipFill xmlns:a="http://schemas.openxmlformats.org/drawingml/2006/main">
          <a:blip xmlns:r="http://schemas.openxmlformats.org/officeDocument/2006/relationships" r:embed="Rb4cec2847032433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5b190e598284056" /><Relationship Type="http://schemas.openxmlformats.org/officeDocument/2006/relationships/theme" Target="/ppt/slideMasters/theme/theme2.xml" Id="R247ba28a5000437b" /><Relationship Type="http://schemas.openxmlformats.org/officeDocument/2006/relationships/slideLayout" Target="/ppt/slideLayouts/slideLayout1.xml" Id="R08fdf8652dec4545" /><Relationship Type="http://schemas.openxmlformats.org/officeDocument/2006/relationships/slideLayout" Target="/ppt/slideLayouts/slideLayout2.xml" Id="R5b5b96fe42874bd1" /><Relationship Type="http://schemas.openxmlformats.org/officeDocument/2006/relationships/slideLayout" Target="/ppt/slideLayouts/slideLayout3.xml" Id="R1172059ee508418b" /><Relationship Type="http://schemas.openxmlformats.org/officeDocument/2006/relationships/slideLayout" Target="/ppt/slideLayouts/slideLayout4.xml" Id="Rf16e0c7009dd4378" /><Relationship Type="http://schemas.openxmlformats.org/officeDocument/2006/relationships/slideLayout" Target="/ppt/slideLayouts/slideLayout5.xml" Id="Rfaef6a5eb9b344a0" /><Relationship Type="http://schemas.openxmlformats.org/officeDocument/2006/relationships/slideLayout" Target="/ppt/slideLayouts/slideLayout6.xml" Id="Rdf05ee049b0e415b" /><Relationship Type="http://schemas.openxmlformats.org/officeDocument/2006/relationships/slideLayout" Target="/ppt/slideLayouts/slideLayout7.xml" Id="Rd2a690e15978480a" /><Relationship Type="http://schemas.openxmlformats.org/officeDocument/2006/relationships/slideLayout" Target="/ppt/slideLayouts/slideLayout8.xml" Id="R52c45678b99f44b9" /><Relationship Type="http://schemas.openxmlformats.org/officeDocument/2006/relationships/slideLayout" Target="/ppt/slideLayouts/slideLayout9.xml" Id="Re10e402185b54748" /><Relationship Type="http://schemas.openxmlformats.org/officeDocument/2006/relationships/slideLayout" Target="/ppt/slideLayouts/slideLayout10.xml" Id="Rdad94d0c221b4222" /><Relationship Type="http://schemas.openxmlformats.org/officeDocument/2006/relationships/slideLayout" Target="/ppt/slideLayouts/slideLayout11.xml" Id="Rd60251795b6a416a" /><Relationship Type="http://schemas.openxmlformats.org/officeDocument/2006/relationships/slideLayout" Target="/ppt/slideLayouts/slideLayout12.xml" Id="R8412e2464c59444f" /><Relationship Type="http://schemas.openxmlformats.org/officeDocument/2006/relationships/slideLayout" Target="/ppt/slideLayouts/slideLayout13.xml" Id="Rde31b44eff2a4f48" /><Relationship Type="http://schemas.openxmlformats.org/officeDocument/2006/relationships/slideLayout" Target="/ppt/slideLayouts/slideLayout14.xml" Id="R71cee03a993a4a02" /><Relationship Type="http://schemas.openxmlformats.org/officeDocument/2006/relationships/slideLayout" Target="/ppt/slideLayouts/slideLayout15.xml" Id="Rc80aaec01b094106" /><Relationship Type="http://schemas.openxmlformats.org/officeDocument/2006/relationships/slideLayout" Target="/ppt/slideLayouts/slideLayout16.xml" Id="R584e156a7266445a" /><Relationship Type="http://schemas.openxmlformats.org/officeDocument/2006/relationships/slideLayout" Target="/ppt/slideLayouts/slideLayout17.xml" Id="Rbfc25d85d1a34f87" /><Relationship Type="http://schemas.openxmlformats.org/officeDocument/2006/relationships/slideLayout" Target="/ppt/slideLayouts/slideLayout18.xml" Id="Rf00a69acc2694e9b" /></Relationships>
</file>

<file path=ppt/slideMasters/slideMaster1.xml><?xml version="1.0" encoding="utf-8"?>
<p:sldMaster xmlns:p="http://schemas.openxmlformats.org/presentationml/2006/main">
  <p:cSld name="EAGLE">
    <p:bg>
      <p:bgPr>
        <a:blipFill xmlns:a="http://schemas.openxmlformats.org/drawingml/2006/main">
          <a:blip xmlns:r="http://schemas.openxmlformats.org/officeDocument/2006/relationships" r:embed="R25b190e59828405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6D51BCC-125E-4BD0-B589-F0B8D04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0D7D9D6-826C-4005-9659-8EAE209F27F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df8652dec4545"/>
    <p:sldLayoutId xmlns:r="http://schemas.openxmlformats.org/officeDocument/2006/relationships" id="2147483650" r:id="R5b5b96fe42874bd1"/>
    <p:sldLayoutId xmlns:r="http://schemas.openxmlformats.org/officeDocument/2006/relationships" id="2147483651" r:id="R1172059ee508418b"/>
    <p:sldLayoutId xmlns:r="http://schemas.openxmlformats.org/officeDocument/2006/relationships" id="2147483652" r:id="Rf16e0c7009dd4378"/>
    <p:sldLayoutId xmlns:r="http://schemas.openxmlformats.org/officeDocument/2006/relationships" id="2147483653" r:id="Rfaef6a5eb9b344a0"/>
    <p:sldLayoutId xmlns:r="http://schemas.openxmlformats.org/officeDocument/2006/relationships" id="2147483654" r:id="Rdf05ee049b0e415b"/>
    <p:sldLayoutId xmlns:r="http://schemas.openxmlformats.org/officeDocument/2006/relationships" id="2147483655" r:id="Rd2a690e15978480a"/>
    <p:sldLayoutId xmlns:r="http://schemas.openxmlformats.org/officeDocument/2006/relationships" id="2147483656" r:id="R52c45678b99f44b9"/>
    <p:sldLayoutId xmlns:r="http://schemas.openxmlformats.org/officeDocument/2006/relationships" id="2147483657" r:id="Re10e402185b54748"/>
    <p:sldLayoutId xmlns:r="http://schemas.openxmlformats.org/officeDocument/2006/relationships" id="2147483658" r:id="Rdad94d0c221b4222"/>
    <p:sldLayoutId xmlns:r="http://schemas.openxmlformats.org/officeDocument/2006/relationships" id="2147483659" r:id="Rd60251795b6a416a"/>
    <p:sldLayoutId xmlns:r="http://schemas.openxmlformats.org/officeDocument/2006/relationships" id="2147483660" r:id="R8412e2464c59444f"/>
    <p:sldLayoutId xmlns:r="http://schemas.openxmlformats.org/officeDocument/2006/relationships" id="2147483661" r:id="Rde31b44eff2a4f48"/>
    <p:sldLayoutId xmlns:r="http://schemas.openxmlformats.org/officeDocument/2006/relationships" id="2147483662" r:id="R71cee03a993a4a02"/>
    <p:sldLayoutId xmlns:r="http://schemas.openxmlformats.org/officeDocument/2006/relationships" id="2147483663" r:id="Rc80aaec01b094106"/>
    <p:sldLayoutId xmlns:r="http://schemas.openxmlformats.org/officeDocument/2006/relationships" id="2147483664" r:id="R584e156a7266445a"/>
    <p:sldLayoutId xmlns:r="http://schemas.openxmlformats.org/officeDocument/2006/relationships" id="2147483665" r:id="Rbfc25d85d1a34f87"/>
    <p:sldLayoutId xmlns:r="http://schemas.openxmlformats.org/officeDocument/2006/relationships" id="2147483666" r:id="Rf00a69acc2694e9b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da7ea10f07746bb" /><Relationship Type="http://schemas.openxmlformats.org/officeDocument/2006/relationships/image" Target="/ppt/media/image.png" Id="R5f6b81ff79274171" /><Relationship Type="http://schemas.openxmlformats.org/officeDocument/2006/relationships/notesSlide" Target="/ppt/notesSlides/notesSlide1.xml" Id="Rfa9e6d5efff843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961c5cea06243a0" /><Relationship Type="http://schemas.openxmlformats.org/officeDocument/2006/relationships/image" Target="/ppt/media/image.png" Id="R99dad18a4a584a0c" /><Relationship Type="http://schemas.openxmlformats.org/officeDocument/2006/relationships/notesSlide" Target="/ppt/notesSlides/notesSlide2.xml" Id="Rcda1bd5e328547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703d43215794c36" /><Relationship Type="http://schemas.openxmlformats.org/officeDocument/2006/relationships/image" Target="/ppt/media/image.png" Id="Rcdc1f5fbbae940a8" /><Relationship Type="http://schemas.openxmlformats.org/officeDocument/2006/relationships/notesSlide" Target="/ppt/notesSlides/notesSlide3.xml" Id="R88b3ff2ad68447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fc2d7e22367474c" /><Relationship Type="http://schemas.openxmlformats.org/officeDocument/2006/relationships/image" Target="/ppt/media/image.png" Id="R5a6cbd013f9e4576" /><Relationship Type="http://schemas.openxmlformats.org/officeDocument/2006/relationships/notesSlide" Target="/ppt/notesSlides/notesSlide4.xml" Id="Ra60306c1f66540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de80d19c6d447c2" /><Relationship Type="http://schemas.openxmlformats.org/officeDocument/2006/relationships/image" Target="/ppt/media/image.png" Id="R4eb5ed120ef947b6" /><Relationship Type="http://schemas.openxmlformats.org/officeDocument/2006/relationships/chart" Target="/ppt/slides/charts/chart1.xml" Id="R86d8463c7bdb4463" /><Relationship Type="http://schemas.openxmlformats.org/officeDocument/2006/relationships/notesSlide" Target="/ppt/notesSlides/notesSlide5.xml" Id="R2636518a62c244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9d91e3c63424431" /><Relationship Type="http://schemas.openxmlformats.org/officeDocument/2006/relationships/image" Target="/ppt/media/image.png" Id="R9337cb0e3d6f45e8" /><Relationship Type="http://schemas.openxmlformats.org/officeDocument/2006/relationships/chart" Target="/ppt/slides/charts/chart2.xml" Id="R71288119c49f4fb7" /><Relationship Type="http://schemas.openxmlformats.org/officeDocument/2006/relationships/notesSlide" Target="/ppt/notesSlides/notesSlide6.xml" Id="Rf515608b48f9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c3344c999eb42b6" /><Relationship Type="http://schemas.openxmlformats.org/officeDocument/2006/relationships/image" Target="/ppt/media/image.png" Id="R5a8534ffc21643ee" /><Relationship Type="http://schemas.openxmlformats.org/officeDocument/2006/relationships/chart" Target="/ppt/slides/charts/chart3.xml" Id="Rd0c265e229ea418d" /><Relationship Type="http://schemas.openxmlformats.org/officeDocument/2006/relationships/notesSlide" Target="/ppt/notesSlides/notesSlide7.xml" Id="R35adc6728eec45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c9742319d9f46ee" /><Relationship Type="http://schemas.openxmlformats.org/officeDocument/2006/relationships/image" Target="/ppt/media/image.png" Id="R876d95e3ef2643d1" /><Relationship Type="http://schemas.openxmlformats.org/officeDocument/2006/relationships/notesSlide" Target="/ppt/notesSlides/notesSlide8.xml" Id="R754775db129141c2" /></Relationships>
</file>

<file path=ppt/slides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../../embeddings/eagle-template-chart-1.xlsx" /></Relationships>
</file>

<file path=ppt/slides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../../embeddings/eagle-template-chart-2.xlsx" /></Relationships>
</file>

<file path=ppt/slides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../../embeddings/eagle-template-chart-3.xlsx" 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5.592</c:v>
                </c:pt>
                <c:pt idx="1">
                  <c:v>25.733</c:v>
                </c:pt>
                <c:pt idx="2">
                  <c:v>-32.037</c:v>
                </c:pt>
                <c:pt idx="3">
                  <c:v>10.988</c:v>
                </c:pt>
                <c:pt idx="4">
                  <c:v>6.761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-3.342</c:v>
                </c:pt>
                <c:pt idx="1">
                  <c:v>23</c:v>
                </c:pt>
                <c:pt idx="2">
                  <c:v>-32.033</c:v>
                </c:pt>
                <c:pt idx="3">
                  <c:v>13.118</c:v>
                </c:pt>
                <c:pt idx="4">
                  <c:v>8.561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</c:v>
                </c:pt>
                <c:pt idx="1">
                  <c:v>30.1667</c:v>
                </c:pt>
              </c:numCache>
            </c:numRef>
          </c:val>
        </c:ser>
        <c:ser>
          <c:idx val="1"/>
          <c:order val="1"/>
          <c:tx>
            <c:v>和 D</c:v>
          </c:tx>
          <c:spPr>
            <a:solidFill xmlns:a="http://schemas.openxmlformats.org/drawingml/2006/main">
              <a:srgbClr val="FAEDC6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4.8333</c:v>
                </c:pt>
              </c:numCache>
            </c:numRef>
          </c:val>
        </c:ser>
        <c:ser>
          <c:idx val="2"/>
          <c:order val="2"/>
          <c:tx>
            <c:v>敗 L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</c:v>
                </c:pt>
                <c:pt idx="1">
                  <c:v>65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CF8F5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f6b81ff79274171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60C76-BFA4-436A-B013-341E0D880294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09F7F-E061-4D58-8EAF-C6ECFE536E4C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1D992-EDE3-4106-B99C-C9953AA3014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427AA-11E0-48BE-A361-A9D627FFFEF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1B2D8-9247-4546-B1D2-29A5FF5C66E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194D1-B1FC-4ED5-906E-AE12428A6A3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D901D-3526-4B5C-8364-35583E69B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A6FFF-F2F7-44C1-B205-AA2AF00181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38243-6321-4598-8F60-AEB224A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8228B-05AA-45D4-A383-5B482B7B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F3C2-3CFE-4E67-8B8C-5DB32DE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58EC0-6E6B-4905-9BBD-793F2BA5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27F4E-D1A0-4F45-89D1-C7CFE69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A8D22-241A-4CA7-9C29-A8CBC89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 4＋6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62F41-A2E6-4F95-837C-600B8E9D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338EB-1BF0-4800-86F1-2670CD74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143A5-5877-4C24-BEC9-4252E501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29954-30DF-4678-B710-FD8667695E9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2EC07-55FD-41E9-B773-56406552A7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38AD6-3FF3-4CC6-902C-72C185D5C5F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9D055-87D2-4DF8-8C37-D05DD239EE4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C7B07-8237-4482-8E51-4B7468B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BC931-342F-4E52-B1CC-2830714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</p:spTree>
    <p:extLst>
      <p:ext uri="{BB962C8B-B14F-4D97-AF65-F5344CB8AC3E}">
        <p14:creationId xmlns:p14="http://schemas.microsoft.com/office/powerpoint/2010/main" val="388267246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9dad18a4a584a0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9A611B-A972-40B1-8913-F544D169CB2C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29375" y="771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73765-966C-4A05-87E4-5BA32BECD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5C3C3-169C-400C-A92A-3D431CD8FF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3F55-7C91-4E19-9AD5-4E74BB3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094D9-D9AE-41A8-B640-01F6292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5868E-1A8F-4786-BCF5-6AD9A48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573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B02C5-9058-45DA-B68E-1AA92071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18858-0AB5-4DC1-96D7-3570030A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EEFFF-57D3-486A-BC80-D29CD5BB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77C16-D135-4F4C-A5F0-8EE551DE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E5D46-219D-44B1-AA37-E1755C13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C7002-55D0-47A2-92A4-6E39E02E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1089-23A7-490B-A3C0-60955691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20963-103B-44BE-B134-4F27AFA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003DB-BD8F-49D0-B20A-8FEA3165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2883B-980D-47A5-9B83-DCD1BD27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A8EC1-E4A6-4C50-AB2D-FE794285B4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3171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860CD-4A41-435D-9F4B-E774D6F0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133C3-15FF-47FD-B008-2C35FBB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F9AAF-145D-495D-AB33-5B02D91F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F91F0-2B64-46D3-BF8D-A361513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7140A-B0D3-4444-B649-25602E8B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0CDB2-493A-40FE-B844-6D800C2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3D824-9BFD-4E54-B256-1A3159FF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CA8E1-03A6-47F5-A701-8C4B5CE8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FEA33-B0B3-43EB-B66F-8FCA4AD2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05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AAF64-223E-486D-B627-ABBA32F259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4791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7D3076-E5B5-4301-8D3D-AC52B95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E9B6F-CA27-4B66-A1C8-6CCA9D13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84595-D34C-482E-9999-96949FF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C751C-F480-4BAA-AFAC-90B2366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E9E6D1-DB26-4BAE-9A38-6551149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F78B6D-D13F-4AED-8A32-3DEB43F6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D91E4-A0DD-4ECC-BC34-8155F674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75347B-71F8-4B3B-9E58-FEEB722937A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64103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FE1D5-3379-4CE3-BBF1-743DEC6F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E18CC-66EB-4398-8283-0FE95CA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19975"/>
            <a:ext cx="571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800F56-1BCD-4F9E-A32F-285A351D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19975"/>
            <a:ext cx="7286625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203BBA-D655-4E66-9817-E2E232C6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</p:spTree>
    <p:extLst>
      <p:ext uri="{BB962C8B-B14F-4D97-AF65-F5344CB8AC3E}">
        <p14:creationId xmlns:p14="http://schemas.microsoft.com/office/powerpoint/2010/main" val="34349468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dc1f5fbbae940a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A8519-2F19-4FCE-93B2-B15364717BD7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9FD24-F0C0-4916-B1CA-73986D327E09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3B737-183B-4DCE-BE86-F9D358C4C18D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FFB37-CB52-494D-BD57-6C114CE6328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D3787-982A-45DA-B674-DC2B057C2DE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0DBB6-64E6-4EA6-ABB6-9843B1872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FBE7D-090D-4687-BC70-120A2B8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9321E-1A51-4E84-85DD-BFCC5C29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A912A-3899-465E-8233-D8845B1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buNone/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5FC43-AC91-4A77-B7C1-C06D3F2F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02974-2C72-407B-A72B-84B12DF7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44457-B098-4B68-8DAB-C21426E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20F96-5BC4-45C4-863B-8BD9C4E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BEE91-D017-4D59-B8F4-FF78AF4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</p:spTree>
    <p:extLst>
      <p:ext uri="{BB962C8B-B14F-4D97-AF65-F5344CB8AC3E}">
        <p14:creationId xmlns:p14="http://schemas.microsoft.com/office/powerpoint/2010/main" val="692800570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a6cbd013f9e457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982B96-F7F2-4359-B99E-3C2062F6EC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F0830-7694-40B3-8B9A-CCD37F3A96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4B684-BB7E-4CF9-8623-8F7457B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CAC8C-E0BF-4F16-82F6-50560A3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99A5E-141B-48D6-BAA7-EC722C27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20F49-D480-443D-A4DA-8B944D55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D9A6B-5D87-4960-9D7B-E80B8F5A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08126-BC56-4C0C-940F-13753B31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168CF-D24B-43ED-96C5-CB0FBB96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B000-C3A9-4192-9FC3-57D98E5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64BA-F3A2-413C-AE5C-02DD1679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219C5-A8EC-4297-BD37-0E0976E1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13B1D-06CB-4556-BB2D-C6AB28F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49E38-AB76-46AD-8ED6-AC4FD1D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2D1EA-3A76-4DD4-9685-0616612A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5904B-12B7-476B-8BC9-1D327D6B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2D379-85E8-43FD-AF67-682D7A8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</p:spTree>
    <p:extLst>
      <p:ext uri="{BB962C8B-B14F-4D97-AF65-F5344CB8AC3E}">
        <p14:creationId xmlns:p14="http://schemas.microsoft.com/office/powerpoint/2010/main" val="98561306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eb5ed120ef947b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9B29D-F00E-43D2-9CCC-20EF98EE3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搜尋分數：重跑差異因 seed 而異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ED0E4-423D-4E2C-AEB6-095AB992C6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Performance；主圖只並列已完成的 seed 8–12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1011EF4-19E3-4A55-8304-D6517158C8FE}"/>
              </a:ext>
            </a:extLst>
          </p:cNvPr>
          <p:cNvGraphicFramePr/>
          <p:nvPr/>
        </p:nvGraphicFramePr>
        <p:xfrm>
          <a:off xmlns:a="http://schemas.openxmlformats.org/drawingml/2006/main" x="714375" y="2143125"/>
          <a:ext xmlns:a="http://schemas.openxmlformats.org/drawingml/2006/main" cx="1076325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d8463c7bdb446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DAACE-8F58-446D-88E7-B3ADDBAE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8CF0A-D67F-4C55-895C-2B25DE0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00375"/>
            <a:ext cx="323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5 seed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1.861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2C616-D97E-469E-B87D-1037E2D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1436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上次 seed 13：18.267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本次尚未完成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E7491-4A82-4CFF-BC88-FBFC07FB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4725"/>
            <a:ext cx="1438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8→12）：-8.934、-2.733、+0.004、+2.130、+1.800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056BF-528B-406B-9C5D-6DBCAAE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run 對手快照可能不同，且平均樣本數不齊；不能用這些搜尋分數判定一般化能力或架構退化</a:t>
            </a:r>
          </a:p>
        </p:txBody>
      </p:sp>
    </p:spTree>
    <p:extLst>
      <p:ext uri="{BB962C8B-B14F-4D97-AF65-F5344CB8AC3E}">
        <p14:creationId xmlns:p14="http://schemas.microsoft.com/office/powerpoint/2010/main" val="239284032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337cb0e3d6f45e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2AF5A-85ED-489A-9515-D7A617B03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正式測試：零執行錯誤，勝率約三成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66F20-7541-4D19-8123-10B58E18E5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相同 600 場協定；本次排除 seed 13。圖示各批 W／D／L 百分比，表列實際場數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F796A40-A9FA-42E5-8EBF-A5300ECCC9E5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438275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288119c49f4fb7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1C44A-8F02-4D0A-9ABF-502FD3C120C5}"/>
              </a:ext>
            </a:extLst>
          </p:cNvPr>
          <p:cNvGraphicFramePr/>
          <p:nvPr/>
        </p:nvGraphicFramePr>
        <p:xfrm>
          <a:off xmlns:a="http://schemas.openxmlformats.org/drawingml/2006/main" x="762000" y="6429375"/>
          <a:ext xmlns:a="http://schemas.openxmlformats.org/drawingml/2006/main" cx="143827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05000"/>
                <a:gridCol w="1905000"/>
                <a:gridCol w="1905000"/>
                <a:gridCol w="1905000"/>
                <a:gridCol w="28575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本次（5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905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1950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30.17%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A40F9-6BC3-4AE0-A0C1-C249906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這是 6 run 與 5 run 的批次總勝率，非同 seed 配對效果；不足以判定架構退化</a:t>
            </a:r>
          </a:p>
        </p:txBody>
      </p:sp>
    </p:spTree>
    <p:extLst>
      <p:ext uri="{BB962C8B-B14F-4D97-AF65-F5344CB8AC3E}">
        <p14:creationId xmlns:p14="http://schemas.microsoft.com/office/powerpoint/2010/main" val="273964276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a8534ffc21643e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49682-E370-4162-AAB8-EEC2CC3C4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九狀態探針：末代行為多樣性偏低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91FE2-96DA-435A-BFFF-48C90CAEBE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545ED49-9745-4CC4-867F-D1E795832B57}"/>
              </a:ext>
            </a:extLst>
          </p:cNvPr>
          <p:cNvGraphicFramePr/>
          <p:nvPr/>
        </p:nvGraphicFramePr>
        <p:xfrm>
          <a:off xmlns:a="http://schemas.openxmlformats.org/drawingml/2006/main" x="714375" y="2286000"/>
          <a:ext xmlns:a="http://schemas.openxmlformats.org/drawingml/2006/main" cx="107632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c265e229ea418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34FC-32B9-4B3B-AB7C-8C1CB5FA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6670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末代多為</a:t>
            </a:r>
          </a:p>
          <a:p xmlns:a="http://schemas.openxmlformats.org/drawingml/2006/main">
            <a:pPr algn="l">
              <a:buNone/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1–2 類／10 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A3F8-EE76-4A0D-A53A-9634F4D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43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上次 seed 13：4 類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 seed 13 未納入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B4FB3-BCE3-4095-922D-F2D75066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九狀態簽章不代表所有遊戲狀態；framework 沒有 DSL niche，不能以該 niche 的 count＝0 判斷行為多樣性</a:t>
            </a:r>
          </a:p>
        </p:txBody>
      </p:sp>
    </p:spTree>
    <p:extLst>
      <p:ext uri="{BB962C8B-B14F-4D97-AF65-F5344CB8AC3E}">
        <p14:creationId xmlns:p14="http://schemas.microsoft.com/office/powerpoint/2010/main" val="484785835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76d95e3ef2643d1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C7CA6-F927-4348-988F-3ED071F7C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1C6F0-BE3B-4452-B848-9D741DE4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C1C7E-0672-483A-9A36-1EE229A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F1349-B4F7-4B55-837A-4BD60F5C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8DD5F-5F93-4CFB-9BCE-006321B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F6070-8975-48C2-8549-81E4C573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B725-C574-4969-9B3F-C6C6600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7F1E9-58D2-4BFC-80F0-73C04F89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B06AB-6CBB-4CA9-95B5-FD39DAFE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8480D-3DFC-4927-BC00-E5FA82DE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F8D51-59F1-4CF9-A4AA-D256954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5DFA6-648B-464E-B21E-2EFA1EA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FB4A5-1056-47B0-9A1B-F1080DD1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C3EA8-A9C7-49E4-979A-B25AD77B54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6AF85-1B8E-479C-8D3D-C6EFAB4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9AA2F-F374-4A8A-B5A4-DAAF3415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B408A-1B02-4B70-B3F1-07B5BD16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</p:spTree>
    <p:extLst>
      <p:ext uri="{BB962C8B-B14F-4D97-AF65-F5344CB8AC3E}">
        <p14:creationId xmlns:p14="http://schemas.microsoft.com/office/powerpoint/2010/main" val="709825981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2026-10-21T15:31:17.1960000Z</dcterms:created>
  <dcterms:modified xsi:type="dcterms:W3CDTF">2026-10-21T15:31:17.1960000Z</dcterms:modified>
</coreProperties>
</file>