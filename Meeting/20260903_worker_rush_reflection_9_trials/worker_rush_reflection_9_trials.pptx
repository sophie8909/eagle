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0c1fbbf802743ee" /><Relationship Type="http://schemas.openxmlformats.org/officeDocument/2006/relationships/extended-properties" Target="/docProps/app.xml" Id="R5bf608dd376c4696" /><Relationship Type="http://schemas.openxmlformats.org/officeDocument/2006/relationships/officeDocument" Target="/ppt/presentation.xml" Id="R7ef43bf956c44953" /></Relationships>
</file>

<file path=ppt/presentation.xml><?xml version="1.0" encoding="utf-8"?>
<p:presentation xmlns:p="http://schemas.openxmlformats.org/presentationml/2006/main">
  <p:sldMasterIdLst>
    <p:sldMasterId xmlns:r="http://schemas.openxmlformats.org/officeDocument/2006/relationships" id="2147483648" r:id="Rbcd134757b124d4e"/>
  </p:sldMasterIdLst>
  <p:notesMasterIdLst>
    <p:notesMasterId xmlns:r="http://schemas.openxmlformats.org/officeDocument/2006/relationships" r:id="R6e244d964d6b4e95"/>
  </p:notesMasterIdLst>
  <p:sldIdLst>
    <p:sldId xmlns:r="http://schemas.openxmlformats.org/officeDocument/2006/relationships" id="256" r:id="Rcc4aa856bce8414e"/>
    <p:sldId xmlns:r="http://schemas.openxmlformats.org/officeDocument/2006/relationships" id="257" r:id="Rf82062ff0a474207"/>
    <p:sldId xmlns:r="http://schemas.openxmlformats.org/officeDocument/2006/relationships" id="258" r:id="R5a4a8e7ef5204fe2"/>
    <p:sldId xmlns:r="http://schemas.openxmlformats.org/officeDocument/2006/relationships" id="259" r:id="Rabeff2f334f54e05"/>
    <p:sldId xmlns:r="http://schemas.openxmlformats.org/officeDocument/2006/relationships" id="260" r:id="R34aa2123520249ff"/>
    <p:sldId xmlns:r="http://schemas.openxmlformats.org/officeDocument/2006/relationships" id="261" r:id="Rf67371751cd04031"/>
    <p:sldId xmlns:r="http://schemas.openxmlformats.org/officeDocument/2006/relationships" id="262" r:id="R02d149f9e14149bb"/>
    <p:sldId xmlns:r="http://schemas.openxmlformats.org/officeDocument/2006/relationships" id="263" r:id="Re5c8e37d12bb4260"/>
    <p:sldId xmlns:r="http://schemas.openxmlformats.org/officeDocument/2006/relationships" id="264" r:id="R295c41c5803849e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72d6d3c4fc4878" /><Relationship Type="http://schemas.openxmlformats.org/officeDocument/2006/relationships/slideMaster" Target="/ppt/slideMasters/slideMaster1.xml" Id="Rbcd134757b124d4e" /><Relationship Type="http://schemas.openxmlformats.org/officeDocument/2006/relationships/notesMaster" Target="/ppt/notesMasters/notesMaster1.xml" Id="R6e244d964d6b4e95" /><Relationship Type="http://schemas.openxmlformats.org/officeDocument/2006/relationships/presProps" Target="/ppt/presProps.xml" Id="R7c17bc18a86748c9" /><Relationship Type="http://schemas.openxmlformats.org/officeDocument/2006/relationships/tableStyles" Target="/ppt/tableStyles.xml" Id="R9bed61b9682b4dd0" /><Relationship Type="http://schemas.openxmlformats.org/officeDocument/2006/relationships/slide" Target="/ppt/slides/slide1.xml" Id="Rcc4aa856bce8414e" /><Relationship Type="http://schemas.openxmlformats.org/officeDocument/2006/relationships/slide" Target="/ppt/slides/slide2.xml" Id="Rf82062ff0a474207" /><Relationship Type="http://schemas.openxmlformats.org/officeDocument/2006/relationships/slide" Target="/ppt/slides/slide3.xml" Id="R5a4a8e7ef5204fe2" /><Relationship Type="http://schemas.openxmlformats.org/officeDocument/2006/relationships/slide" Target="/ppt/slides/slide4.xml" Id="Rabeff2f334f54e05" /><Relationship Type="http://schemas.openxmlformats.org/officeDocument/2006/relationships/slide" Target="/ppt/slides/slide5.xml" Id="R34aa2123520249ff" /><Relationship Type="http://schemas.openxmlformats.org/officeDocument/2006/relationships/slide" Target="/ppt/slides/slide6.xml" Id="Rf67371751cd04031" /><Relationship Type="http://schemas.openxmlformats.org/officeDocument/2006/relationships/slide" Target="/ppt/slides/slide7.xml" Id="R02d149f9e14149bb" /><Relationship Type="http://schemas.openxmlformats.org/officeDocument/2006/relationships/slide" Target="/ppt/slides/slide8.xml" Id="Re5c8e37d12bb4260" /><Relationship Type="http://schemas.openxmlformats.org/officeDocument/2006/relationships/slide" Target="/ppt/slides/slide9.xml" Id="R295c41c5803849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f3559bd6492486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f506b81d74454a" /><Relationship Type="http://schemas.openxmlformats.org/officeDocument/2006/relationships/notesMaster" Target="/ppt/notesMasters/notesMaster1.xml" Id="R9673579c9d38443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60dfaaf56e4c19" /><Relationship Type="http://schemas.openxmlformats.org/officeDocument/2006/relationships/notesMaster" Target="/ppt/notesMasters/notesMaster1.xml" Id="R95b61396ce1c4dc3" /></Relationships>
</file>

<file path=ppt/notesSlides/_rels/notesSlide3.xml.rels>&#65279;<?xml version="1.0" encoding="utf-8"?><Relationships xmlns="http://schemas.openxmlformats.org/package/2006/relationships"><Relationship Type="http://schemas.openxmlformats.org/officeDocument/2006/relationships/slide" Target="/ppt/slides/slide3.xml" Id="Rb8485d7f641d4a1e" /><Relationship Type="http://schemas.openxmlformats.org/officeDocument/2006/relationships/notesMaster" Target="/ppt/notesMasters/notesMaster1.xml" Id="R15d8b61d01424270"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0bc79a5bf14ab5" /><Relationship Type="http://schemas.openxmlformats.org/officeDocument/2006/relationships/notesMaster" Target="/ppt/notesMasters/notesMaster1.xml" Id="R2be6bc0bbc7d4c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3ca3c2c8ab4689" /><Relationship Type="http://schemas.openxmlformats.org/officeDocument/2006/relationships/notesMaster" Target="/ppt/notesMasters/notesMaster1.xml" Id="R21cd256fdddc4181" /></Relationships>
</file>

<file path=ppt/notesSlides/_rels/notesSlide6.xml.rels>&#65279;<?xml version="1.0" encoding="utf-8"?><Relationships xmlns="http://schemas.openxmlformats.org/package/2006/relationships"><Relationship Type="http://schemas.openxmlformats.org/officeDocument/2006/relationships/slide" Target="/ppt/slides/slide6.xml" Id="R66541a9c90b64282" /><Relationship Type="http://schemas.openxmlformats.org/officeDocument/2006/relationships/notesMaster" Target="/ppt/notesMasters/notesMaster1.xml" Id="Re875de83ec8247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6cca45448ddb4e7d" /><Relationship Type="http://schemas.openxmlformats.org/officeDocument/2006/relationships/notesMaster" Target="/ppt/notesMasters/notesMaster1.xml" Id="Rcee74b7e32154a1a"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8171d60f4c4ea0" /><Relationship Type="http://schemas.openxmlformats.org/officeDocument/2006/relationships/notesMaster" Target="/ppt/notesMasters/notesMaster1.xml" Id="Rb96ad8b0dc8a41d2" /></Relationships>
</file>

<file path=ppt/notesSlides/_rels/notesSlide9.xml.rels>&#65279;<?xml version="1.0" encoding="utf-8"?><Relationships xmlns="http://schemas.openxmlformats.org/package/2006/relationships"><Relationship Type="http://schemas.openxmlformats.org/officeDocument/2006/relationships/slide" Target="/ppt/slides/slide9.xml" Id="R518bfbf75dee48b2" /><Relationship Type="http://schemas.openxmlformats.org/officeDocument/2006/relationships/notesMaster" Target="/ppt/notesMasters/notesMaster1.xml" Id="R13bc4536d1684d1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/home/mhlab/EAGLE/runs/reflection_inspections/20260903_151343_710298_worker_rush_three_reflections/trials/strategy/trial_01/mutation/strategy_reflection/parent_strategy_prompt.txt</a:t>
            </a:r>
          </a:p>
          <a:p xmlns:a="http://schemas.openxmlformats.org/drawingml/2006/main">
            <a:r>
              <a:t>- /home/mhlab/EAGLE/runs/reflection_inspections/20260903_151343_710298_worker_rush_three_reflections/trials/strategy/trial_01/mutation/strategy_reflection/selected_matches.json</a:t>
            </a:r>
          </a:p>
          <a:p xmlns:a="http://schemas.openxmlformats.org/drawingml/2006/main">
            <a:r>
              <a:t>- /home/mhlab/EAGLE/runs/reflection_inspections/20260903_151343_710298_worker_rush_three_reflections/trials/strategy/trial_01/mutation/strategy_reflection/global_evaluation_summary.json</a:t>
            </a:r>
          </a:p>
          <a:p xmlns:a="http://schemas.openxmlformats.org/drawingml/2006/main">
            <a:r>
              <a:t>- /home/mhlab/EAGLE/runs/reflection_inspections/20260903_151343_710298_worker_rush_three_reflections/trials/strategy/trial_01/mutation/strategy_reflection/coach_input.json</a:t>
            </a:r>
          </a:p>
          <a:p xmlns:a="http://schemas.openxmlformats.org/drawingml/2006/main">
            <a:r>
              <a:t>- /home/mhlab/EAGLE/runs/reflection_inspections/20260903_151343_710298_worker_rush_three_reflections/trials/strategy/trial_01/mutation/strategy_reflection/coach_raw.txt</a:t>
            </a:r>
          </a:p>
          <a:p xmlns:a="http://schemas.openxmlformats.org/drawingml/2006/main">
            <a:r>
              <a:t>- /home/mhlab/EAGLE/runs/reflection_inspections/20260903_151343_710298_worker_rush_three_reflections/trials/strategy/trial_01/output/strategy_prompt.txt</a:t>
            </a:r>
          </a:p>
          <a:p xmlns:a="http://schemas.openxmlformats.org/drawingml/2006/main">
            <a:r>
              <a:t>- /home/mhlab/EAGLE/runs/reflection_inspections/20260903_151343_710298_worker_rush_three_reflections/trials/strategy/trial_01/trial_summary.json</a:t>
            </a:r>
          </a:p>
          <a:p xmlns:a="http://schemas.openxmlformats.org/drawingml/2006/main">
            <a:r>
              <a:t/>
            </a:r>
          </a:p>
          <a:p xmlns:a="http://schemas.openxmlformats.org/drawingml/2006/main">
            <a:r>
              <a:t>==============================</a:t>
            </a:r>
          </a:p>
          <a:p xmlns:a="http://schemas.openxmlformats.org/drawingml/2006/main">
            <a:r>
              <a:t/>
            </a:r>
          </a:p>
          <a:p xmlns:a="http://schemas.openxmlformats.org/drawingml/2006/main">
            <a:r>
              <a:t>TRIAL</a:t>
            </a:r>
          </a:p>
          <a:p xmlns:a="http://schemas.openxmlformats.org/drawingml/2006/main">
            <a:r>
              <a:t>Strategy Reflection 1/3</a:t>
            </a:r>
          </a:p>
          <a:p xmlns:a="http://schemas.openxmlformats.org/drawingml/2006/main">
            <a:r>
              <a:t/>
            </a:r>
          </a:p>
          <a:p xmlns:a="http://schemas.openxmlformats.org/drawingml/2006/main">
            <a:r>
              <a:t>==============================</a:t>
            </a:r>
          </a:p>
          <a:p xmlns:a="http://schemas.openxmlformats.org/drawingml/2006/main">
            <a:r>
              <a:t/>
            </a:r>
          </a:p>
          <a:p xmlns:a="http://schemas.openxmlformats.org/drawingml/2006/main">
            <a:r>
              <a:t>FULL ORIGINAL POLICY</a:t>
            </a:r>
          </a:p>
          <a:p xmlns:a="http://schemas.openxmlformats.org/drawingml/2006/main">
            <a:r>
              <a:t>Use a continuous Worker-rush policy.</a:t>
            </a:r>
          </a:p>
          <a:p xmlns:a="http://schemas.openxmlformats.org/drawingml/2006/main">
            <a:r>
              <a:t/>
            </a:r>
          </a:p>
          <a:p xmlns:a="http://schemas.openxmlformats.org/drawingml/2006/main">
            <a: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REFLECTION INPUT — selected matches</a:t>
            </a:r>
          </a:p>
          <a:p xmlns:a="http://schemas.openxmlformats.org/drawingml/2006/main">
            <a:r>
              <a:t>[</a:t>
            </a:r>
          </a:p>
          <a:p xmlns:a="http://schemas.openxmlformats.org/drawingml/2006/main">
            <a:r>
              <a:t>  {</a:t>
            </a:r>
          </a:p>
          <a:p xmlns:a="http://schemas.openxmlformats.org/drawingml/2006/main">
            <a:r>
              <a:t>    "candidate_player": 1,</a:t>
            </a:r>
          </a:p>
          <a:p xmlns:a="http://schemas.openxmlformats.org/drawingml/2006/main">
            <a:r>
              <a:t>    "candidate_side": "p1",</a:t>
            </a:r>
          </a:p>
          <a:p xmlns:a="http://schemas.openxmlformats.org/drawingml/2006/main">
            <a:r>
              <a:t>    "map": "maps/8x8/basesWorkers8x8.xml",</a:t>
            </a:r>
          </a:p>
          <a:p xmlns:a="http://schemas.openxmlformats.org/drawingml/2006/main">
            <a:r>
              <a:t>    "map_id": "map_1",</a:t>
            </a:r>
          </a:p>
          <a:p xmlns:a="http://schemas.openxmlformats.org/drawingml/2006/main">
            <a:r>
              <a:t>    "match_id": "match_03",</a:t>
            </a:r>
          </a:p>
          <a:p xmlns:a="http://schemas.openxmlformats.org/drawingml/2006/main">
            <a:r>
              <a:t>    "match_index": 3,</a:t>
            </a:r>
          </a:p>
          <a:p xmlns:a="http://schemas.openxmlformats.org/drawingml/2006/main">
            <a:r>
              <a:t>    "match_trace_path": "/home/mhlab/EAGLE/runs/reflection_inspections/20260903_151343_710298_worker_rush_three_reflections/baseline/candidates/worker_rush_parent/matches/match_03/match_trace.jsonl.gz",</a:t>
            </a:r>
          </a:p>
          <a:p xmlns:a="http://schemas.openxmlformats.org/drawingml/2006/main">
            <a:r>
              <a:t>    "opponent_id": "passive",</a:t>
            </a:r>
          </a:p>
          <a:p xmlns:a="http://schemas.openxmlformats.org/drawingml/2006/main">
            <a:r>
              <a:t>    "opponent_name": "PassiveAI",</a:t>
            </a:r>
          </a:p>
          <a:p xmlns:a="http://schemas.openxmlformats.org/drawingml/2006/main">
            <a:r>
              <a:t>    "performance": 2.427084,</a:t>
            </a:r>
          </a:p>
          <a:p xmlns:a="http://schemas.openxmlformats.org/drawingml/2006/main">
            <a:r>
              <a:t>    "result": "timeout_draw",</a:t>
            </a:r>
          </a:p>
          <a:p xmlns:a="http://schemas.openxmlformats.org/drawingml/2006/main">
            <a:r>
              <a:t>    "winner": -1</a:t>
            </a:r>
          </a:p>
          <a:p xmlns:a="http://schemas.openxmlformats.org/drawingml/2006/main">
            <a:r>
              <a:t>  },</a:t>
            </a:r>
          </a:p>
          <a:p xmlns:a="http://schemas.openxmlformats.org/drawingml/2006/main">
            <a:r>
              <a:t>  {</a:t>
            </a:r>
          </a:p>
          <a:p xmlns:a="http://schemas.openxmlformats.org/drawingml/2006/main">
            <a:r>
              <a:t>    "candidate_player": 0,</a:t>
            </a:r>
          </a:p>
          <a:p xmlns:a="http://schemas.openxmlformats.org/drawingml/2006/main">
            <a:r>
              <a:t>    "candidate_side": "p0",</a:t>
            </a:r>
          </a:p>
          <a:p xmlns:a="http://schemas.openxmlformats.org/drawingml/2006/main">
            <a:r>
              <a:t>    "map": "maps/16x16/basesWorkers16x16.xml",</a:t>
            </a:r>
          </a:p>
          <a:p xmlns:a="http://schemas.openxmlformats.org/drawingml/2006/main">
            <a:r>
              <a:t>    "map_id": "map_2",</a:t>
            </a:r>
          </a:p>
          <a:p xmlns:a="http://schemas.openxmlformats.org/drawingml/2006/main">
            <a:r>
              <a:t>    "match_id": "match_26",</a:t>
            </a:r>
          </a:p>
          <a:p xmlns:a="http://schemas.openxmlformats.org/drawingml/2006/main">
            <a:r>
              <a:t>    "match_index": 26,</a:t>
            </a:r>
          </a:p>
          <a:p xmlns:a="http://schemas.openxmlformats.org/drawingml/2006/main">
            <a:r>
              <a:t>    "match_trace_path": "/home/mhlab/EAGLE/runs/reflection_inspections/20260903_151343_710298_worker_rush_three_reflections/baseline/candidates/worker_rush_parent/matches/match_26/match_trace.jsonl.gz",</a:t>
            </a:r>
          </a:p>
          <a:p xmlns:a="http://schemas.openxmlformats.org/drawingml/2006/main">
            <a:r>
              <a:t>    "opponent_id": "random",</a:t>
            </a:r>
          </a:p>
          <a:p xmlns:a="http://schemas.openxmlformats.org/drawingml/2006/main">
            <a:r>
              <a:t>    "opponent_name": "RandomAI",</a:t>
            </a:r>
          </a:p>
          <a:p xmlns:a="http://schemas.openxmlformats.org/drawingml/2006/main">
            <a:r>
              <a:t>    "performance": 1.791226,</a:t>
            </a:r>
          </a:p>
          <a:p xmlns:a="http://schemas.openxmlformats.org/drawingml/2006/main">
            <a:r>
              <a:t>    "result": "timeout_draw",</a:t>
            </a:r>
          </a:p>
          <a:p xmlns:a="http://schemas.openxmlformats.org/drawingml/2006/main">
            <a:r>
              <a:t>    "winner": -1</a:t>
            </a:r>
          </a:p>
          <a:p xmlns:a="http://schemas.openxmlformats.org/drawingml/2006/main">
            <a:r>
              <a:t>  },</a:t>
            </a:r>
          </a:p>
          <a:p xmlns:a="http://schemas.openxmlformats.org/drawingml/2006/main">
            <a:r>
              <a:t>  {</a:t>
            </a:r>
          </a:p>
          <a:p xmlns:a="http://schemas.openxmlformats.org/drawingml/2006/main">
            <a:r>
              <a:t>    "candidate_player": 1,</a:t>
            </a:r>
          </a:p>
          <a:p xmlns:a="http://schemas.openxmlformats.org/drawingml/2006/main">
            <a:r>
              <a:t>    "candidate_side": "p1",</a:t>
            </a:r>
          </a:p>
          <a:p xmlns:a="http://schemas.openxmlformats.org/drawingml/2006/main">
            <a:r>
              <a:t>    "map": "maps/8x8/basesWorkers8x8.xml",</a:t>
            </a:r>
          </a:p>
          <a:p xmlns:a="http://schemas.openxmlformats.org/drawingml/2006/main">
            <a:r>
              <a:t>    "map_id": "map_1",</a:t>
            </a:r>
          </a:p>
          <a:p xmlns:a="http://schemas.openxmlformats.org/drawingml/2006/main">
            <a:r>
              <a:t>    "match_id": "match_41",</a:t>
            </a:r>
          </a:p>
          <a:p xmlns:a="http://schemas.openxmlformats.org/drawingml/2006/main">
            <a:r>
              <a:t>    "match_index": 41,</a:t>
            </a:r>
          </a:p>
          <a:p xmlns:a="http://schemas.openxmlformats.org/drawingml/2006/main">
            <a:r>
              <a:t>    "match_trace_path": "/home/mhlab/EAGLE/runs/reflection_inspections/20260903_151343_710298_worker_rush_three_reflections/baseline/candidates/worker_rush_parent/matches/match_41/match_trace.jsonl.gz",</a:t>
            </a:r>
          </a:p>
          <a:p xmlns:a="http://schemas.openxmlformats.org/drawingml/2006/main">
            <a:r>
              <a:t>    "opponent_id": "randombias",</a:t>
            </a:r>
          </a:p>
          <a:p xmlns:a="http://schemas.openxmlformats.org/drawingml/2006/main">
            <a:r>
              <a:t>    "opponent_name": "RandomBiasedAI",</a:t>
            </a:r>
          </a:p>
          <a:p xmlns:a="http://schemas.openxmlformats.org/drawingml/2006/main">
            <a:r>
              <a:t>    "performance": -99.735088,</a:t>
            </a:r>
          </a:p>
          <a:p xmlns:a="http://schemas.openxmlformats.org/drawingml/2006/main">
            <a:r>
              <a:t>    "result": "p0_win",</a:t>
            </a:r>
          </a:p>
          <a:p xmlns:a="http://schemas.openxmlformats.org/drawingml/2006/main">
            <a:r>
              <a:t>    "winner": 0</a:t>
            </a:r>
          </a:p>
          <a:p xmlns:a="http://schemas.openxmlformats.org/drawingml/2006/main">
            <a:r>
              <a:t>  },</a:t>
            </a:r>
          </a:p>
          <a:p xmlns:a="http://schemas.openxmlformats.org/drawingml/2006/main">
            <a:r>
              <a:t>  {</a:t>
            </a:r>
          </a:p>
          <a:p xmlns:a="http://schemas.openxmlformats.org/drawingml/2006/main">
            <a:r>
              <a:t>    "candidate_player": 1,</a:t>
            </a:r>
          </a:p>
          <a:p xmlns:a="http://schemas.openxmlformats.org/drawingml/2006/main">
            <a:r>
              <a:t>    "candidate_side": "p1",</a:t>
            </a:r>
          </a:p>
          <a:p xmlns:a="http://schemas.openxmlformats.org/drawingml/2006/main">
            <a:r>
              <a:t>    "map": "maps/24x24/basesWorkers24x24.xml",</a:t>
            </a:r>
          </a:p>
          <a:p xmlns:a="http://schemas.openxmlformats.org/drawingml/2006/main">
            <a:r>
              <a:t>    "map_id": "map_3",</a:t>
            </a:r>
          </a:p>
          <a:p xmlns:a="http://schemas.openxmlformats.org/drawingml/2006/main">
            <a:r>
              <a:t>    "match_id": "match_67",</a:t>
            </a:r>
          </a:p>
          <a:p xmlns:a="http://schemas.openxmlformats.org/drawingml/2006/main">
            <a:r>
              <a:t>    "match_index": 67,</a:t>
            </a:r>
          </a:p>
          <a:p xmlns:a="http://schemas.openxmlformats.org/drawingml/2006/main">
            <a:r>
              <a:t>    "match_trace_path": "/home/mhlab/EAGLE/runs/reflection_inspections/20260903_151343_710298_worker_rush_three_reflections/baseline/candidates/worker_rush_parent/matches/match_67/match_trace.jsonl.gz",</a:t>
            </a:r>
          </a:p>
          <a:p xmlns:a="http://schemas.openxmlformats.org/drawingml/2006/main">
            <a:r>
              <a:t>    "opponent_id": "lightrush",</a:t>
            </a:r>
          </a:p>
          <a:p xmlns:a="http://schemas.openxmlformats.org/drawingml/2006/main">
            <a:r>
              <a:t>    "opponent_name": "LightRush",</a:t>
            </a:r>
          </a:p>
          <a:p xmlns:a="http://schemas.openxmlformats.org/drawingml/2006/main">
            <a:r>
              <a:t>    "performance": -101.289037,</a:t>
            </a:r>
          </a:p>
          <a:p xmlns:a="http://schemas.openxmlformats.org/drawingml/2006/main">
            <a:r>
              <a:t>    "result": "p0_win",</a:t>
            </a:r>
          </a:p>
          <a:p xmlns:a="http://schemas.openxmlformats.org/drawingml/2006/main">
            <a:r>
              <a:t>    "winner": 0</a:t>
            </a:r>
          </a:p>
          <a:p xmlns:a="http://schemas.openxmlformats.org/drawingml/2006/main">
            <a:r>
              <a:t>  },</a:t>
            </a:r>
          </a:p>
          <a:p xmlns:a="http://schemas.openxmlformats.org/drawingml/2006/main">
            <a:r>
              <a:t>  {</a:t>
            </a:r>
          </a:p>
          <a:p xmlns:a="http://schemas.openxmlformats.org/drawingml/2006/main">
            <a:r>
              <a:t>    "candidate_player": 1,</a:t>
            </a:r>
          </a:p>
          <a:p xmlns:a="http://schemas.openxmlformats.org/drawingml/2006/main">
            <a:r>
              <a:t>    "candidate_side": "p1",</a:t>
            </a:r>
          </a:p>
          <a:p xmlns:a="http://schemas.openxmlformats.org/drawingml/2006/main">
            <a:r>
              <a:t>    "map": "maps/24x24/basesWorkers24x24.xml",</a:t>
            </a:r>
          </a:p>
          <a:p xmlns:a="http://schemas.openxmlformats.org/drawingml/2006/main">
            <a:r>
              <a:t>    "map_id": "map_3",</a:t>
            </a:r>
          </a:p>
          <a:p xmlns:a="http://schemas.openxmlformats.org/drawingml/2006/main">
            <a:r>
              <a:t>    "match_id": "match_85",</a:t>
            </a:r>
          </a:p>
          <a:p xmlns:a="http://schemas.openxmlformats.org/drawingml/2006/main">
            <a:r>
              <a:t>    "match_index": 85,</a:t>
            </a:r>
          </a:p>
          <a:p xmlns:a="http://schemas.openxmlformats.org/drawingml/2006/main">
            <a:r>
              <a:t>    "match_trace_path": "/home/mhlab/EAGLE/runs/reflection_inspections/20260903_151343_710298_worker_rush_three_reflections/baseline/candidates/worker_rush_parent/matches/match_85/match_trace.jsonl.gz",</a:t>
            </a:r>
          </a:p>
          <a:p xmlns:a="http://schemas.openxmlformats.org/drawingml/2006/main">
            <a:r>
              <a:t>    "opponent_id": "heavyrush",</a:t>
            </a:r>
          </a:p>
          <a:p xmlns:a="http://schemas.openxmlformats.org/drawingml/2006/main">
            <a:r>
              <a:t>    "opponent_name": "HeavyRush",</a:t>
            </a:r>
          </a:p>
          <a:p xmlns:a="http://schemas.openxmlformats.org/drawingml/2006/main">
            <a:r>
              <a:t>    "performance": -102.070304,</a:t>
            </a:r>
          </a:p>
          <a:p xmlns:a="http://schemas.openxmlformats.org/drawingml/2006/main">
            <a:r>
              <a:t>    "result": "p0_win",</a:t>
            </a:r>
          </a:p>
          <a:p xmlns:a="http://schemas.openxmlformats.org/drawingml/2006/main">
            <a:r>
              <a:t>    "winner": 0</a:t>
            </a:r>
          </a:p>
          <a:p xmlns:a="http://schemas.openxmlformats.org/drawingml/2006/main">
            <a:r>
              <a:t>  },</a:t>
            </a:r>
          </a:p>
          <a:p xmlns:a="http://schemas.openxmlformats.org/drawingml/2006/main">
            <a:r>
              <a:t>  {</a:t>
            </a:r>
          </a:p>
          <a:p xmlns:a="http://schemas.openxmlformats.org/drawingml/2006/main">
            <a:r>
              <a:t>    "candidate_player": 1,</a:t>
            </a:r>
          </a:p>
          <a:p xmlns:a="http://schemas.openxmlformats.org/drawingml/2006/main">
            <a:r>
              <a:t>    "candidate_side": "p1",</a:t>
            </a:r>
          </a:p>
          <a:p xmlns:a="http://schemas.openxmlformats.org/drawingml/2006/main">
            <a:r>
              <a:t>    "map": "maps/24x24/basesWorkers24x24.xml",</a:t>
            </a:r>
          </a:p>
          <a:p xmlns:a="http://schemas.openxmlformats.org/drawingml/2006/main">
            <a:r>
              <a:t>    "map_id": "map_3",</a:t>
            </a:r>
          </a:p>
          <a:p xmlns:a="http://schemas.openxmlformats.org/drawingml/2006/main">
            <a:r>
              <a:t>    "match_id": "match_107",</a:t>
            </a:r>
          </a:p>
          <a:p xmlns:a="http://schemas.openxmlformats.org/drawingml/2006/main">
            <a:r>
              <a:t>    "match_index": 107,</a:t>
            </a:r>
          </a:p>
          <a:p xmlns:a="http://schemas.openxmlformats.org/drawingml/2006/main">
            <a:r>
              <a:t>    "match_trace_path": "/home/mhlab/EAGLE/runs/reflection_inspections/20260903_151343_710298_worker_rush_three_reflections/baseline/candidates/worker_rush_parent/matches/match_107/match_trace.jsonl.gz",</a:t>
            </a:r>
          </a:p>
          <a:p xmlns:a="http://schemas.openxmlformats.org/drawingml/2006/main">
            <a:r>
              <a:t>    "opponent_id": "workerrush",</a:t>
            </a:r>
          </a:p>
          <a:p xmlns:a="http://schemas.openxmlformats.org/drawingml/2006/main">
            <a:r>
              <a:t>    "opponent_name": "WorkerRush",</a:t>
            </a:r>
          </a:p>
          <a:p xmlns:a="http://schemas.openxmlformats.org/drawingml/2006/main">
            <a:r>
              <a:t>    "performance": -99.641699,</a:t>
            </a:r>
          </a:p>
          <a:p xmlns:a="http://schemas.openxmlformats.org/drawingml/2006/main">
            <a:r>
              <a:t>    "result": "p0_win",</a:t>
            </a:r>
          </a:p>
          <a:p xmlns:a="http://schemas.openxmlformats.org/drawingml/2006/main">
            <a:r>
              <a:t>    "winner": 0</a:t>
            </a:r>
          </a:p>
          <a:p xmlns:a="http://schemas.openxmlformats.org/drawingml/2006/main">
            <a:r>
              <a:t>  },</a:t>
            </a:r>
          </a:p>
          <a:p xmlns:a="http://schemas.openxmlformats.org/drawingml/2006/main">
            <a:r>
              <a:t>  {</a:t>
            </a:r>
          </a:p>
          <a:p xmlns:a="http://schemas.openxmlformats.org/drawingml/2006/main">
            <a:r>
              <a:t>    "candidate_player": 0,</a:t>
            </a:r>
          </a:p>
          <a:p xmlns:a="http://schemas.openxmlformats.org/drawingml/2006/main">
            <a:r>
              <a:t>    "candidate_side": "p0",</a:t>
            </a:r>
          </a:p>
          <a:p xmlns:a="http://schemas.openxmlformats.org/drawingml/2006/main">
            <a:r>
              <a:t>    "map": "maps/8x8/basesWorkers8x8.xml",</a:t>
            </a:r>
          </a:p>
          <a:p xmlns:a="http://schemas.openxmlformats.org/drawingml/2006/main">
            <a:r>
              <a:t>    "map_id": "map_1",</a:t>
            </a:r>
          </a:p>
          <a:p xmlns:a="http://schemas.openxmlformats.org/drawingml/2006/main">
            <a:r>
              <a:t>    "match_id": "match_108",</a:t>
            </a:r>
          </a:p>
          <a:p xmlns:a="http://schemas.openxmlformats.org/drawingml/2006/main">
            <a:r>
              <a:t>    "match_index": 108,</a:t>
            </a:r>
          </a:p>
          <a:p xmlns:a="http://schemas.openxmlformats.org/drawingml/2006/main">
            <a:r>
              <a:t>    "match_trace_path": "/home/mhlab/EAGLE/runs/reflection_inspections/20260903_151343_710298_worker_rush_three_reflections/baseline/candidates/worker_rush_parent/matches/match_108/match_trace.jsonl.gz",</a:t>
            </a:r>
          </a:p>
          <a:p xmlns:a="http://schemas.openxmlformats.org/drawingml/2006/main">
            <a:r>
              <a:t>    "opponent_id": "allinbot",</a:t>
            </a:r>
          </a:p>
          <a:p xmlns:a="http://schemas.openxmlformats.org/drawingml/2006/main">
            <a:r>
              <a:t>    "opponent_name": "AllInBot (upstream runtime, fault-contained)",</a:t>
            </a:r>
          </a:p>
          <a:p xmlns:a="http://schemas.openxmlformats.org/drawingml/2006/main">
            <a:r>
              <a:t>    "performance": -99.713333,</a:t>
            </a:r>
          </a:p>
          <a:p xmlns:a="http://schemas.openxmlformats.org/drawingml/2006/main">
            <a:r>
              <a:t>    "result": "p1_win",</a:t>
            </a:r>
          </a:p>
          <a:p xmlns:a="http://schemas.openxmlformats.org/drawingml/2006/main">
            <a:r>
              <a:t>    "winner": 1</a:t>
            </a:r>
          </a:p>
          <a:p xmlns:a="http://schemas.openxmlformats.org/drawingml/2006/main">
            <a:r>
              <a:t>  },</a:t>
            </a:r>
          </a:p>
          <a:p xmlns:a="http://schemas.openxmlformats.org/drawingml/2006/main">
            <a:r>
              <a:t>  {</a:t>
            </a:r>
          </a:p>
          <a:p xmlns:a="http://schemas.openxmlformats.org/drawingml/2006/main">
            <a:r>
              <a:t>    "candidate_player": 1,</a:t>
            </a:r>
          </a:p>
          <a:p xmlns:a="http://schemas.openxmlformats.org/drawingml/2006/main">
            <a:r>
              <a:t>    "candidate_side": "p1",</a:t>
            </a:r>
          </a:p>
          <a:p xmlns:a="http://schemas.openxmlformats.org/drawingml/2006/main">
            <a:r>
              <a:t>    "map": "maps/24x24/basesWorkers24x24.xml",</a:t>
            </a:r>
          </a:p>
          <a:p xmlns:a="http://schemas.openxmlformats.org/drawingml/2006/main">
            <a:r>
              <a:t>    "map_id": "map_3",</a:t>
            </a:r>
          </a:p>
          <a:p xmlns:a="http://schemas.openxmlformats.org/drawingml/2006/main">
            <a:r>
              <a:t>    "match_id": "match_139",</a:t>
            </a:r>
          </a:p>
          <a:p xmlns:a="http://schemas.openxmlformats.org/drawingml/2006/main">
            <a:r>
              <a:t>    "match_index": 139,</a:t>
            </a:r>
          </a:p>
          <a:p xmlns:a="http://schemas.openxmlformats.org/drawingml/2006/main">
            <a:r>
              <a:t>    "match_trace_path": "/home/mhlab/EAGLE/runs/reflection_inspections/20260903_151343_710298_worker_rush_three_reflections/baseline/candidates/worker_rush_parent/matches/match_139/match_trace.jsonl.gz",</a:t>
            </a:r>
          </a:p>
          <a:p xmlns:a="http://schemas.openxmlformats.org/drawingml/2006/main">
            <a:r>
              <a:t>    "opponent_id": "mayari",</a:t>
            </a:r>
          </a:p>
          <a:p xmlns:a="http://schemas.openxmlformats.org/drawingml/2006/main">
            <a:r>
              <a:t>    "opponent_name": "Mayari",</a:t>
            </a:r>
          </a:p>
          <a:p xmlns:a="http://schemas.openxmlformats.org/drawingml/2006/main">
            <a:r>
              <a:t>    "performance": -104.508386,</a:t>
            </a:r>
          </a:p>
          <a:p xmlns:a="http://schemas.openxmlformats.org/drawingml/2006/main">
            <a:r>
              <a:t>    "result": "p0_win",</a:t>
            </a:r>
          </a:p>
          <a:p xmlns:a="http://schemas.openxmlformats.org/drawingml/2006/main">
            <a:r>
              <a:t>    "winner": 0</a:t>
            </a:r>
          </a:p>
          <a:p xmlns:a="http://schemas.openxmlformats.org/drawingml/2006/main">
            <a:r>
              <a:t>  },</a:t>
            </a:r>
          </a:p>
          <a:p xmlns:a="http://schemas.openxmlformats.org/drawingml/2006/main">
            <a:r>
              <a:t>  {</a:t>
            </a:r>
          </a:p>
          <a:p xmlns:a="http://schemas.openxmlformats.org/drawingml/2006/main">
            <a:r>
              <a:t>    "candidate_player": 0,</a:t>
            </a:r>
          </a:p>
          <a:p xmlns:a="http://schemas.openxmlformats.org/drawingml/2006/main">
            <a:r>
              <a:t>    "candidate_side": "p0",</a:t>
            </a:r>
          </a:p>
          <a:p xmlns:a="http://schemas.openxmlformats.org/drawingml/2006/main">
            <a:r>
              <a:t>    "map": "maps/16x16/basesWorkers16x16.xml",</a:t>
            </a:r>
          </a:p>
          <a:p xmlns:a="http://schemas.openxmlformats.org/drawingml/2006/main">
            <a:r>
              <a:t>    "map_id": "map_2",</a:t>
            </a:r>
          </a:p>
          <a:p xmlns:a="http://schemas.openxmlformats.org/drawingml/2006/main">
            <a:r>
              <a:t>    "match_id": "match_154",</a:t>
            </a:r>
          </a:p>
          <a:p xmlns:a="http://schemas.openxmlformats.org/drawingml/2006/main">
            <a:r>
              <a:t>    "match_index": 154,</a:t>
            </a:r>
          </a:p>
          <a:p xmlns:a="http://schemas.openxmlformats.org/drawingml/2006/main">
            <a:r>
              <a:t>    "match_trace_path": "/home/mhlab/EAGLE/runs/reflection_inspections/20260903_151343_710298_worker_rush_three_reflections/baseline/candidates/worker_rush_parent/matches/match_154/match_trace.jsonl.gz",</a:t>
            </a:r>
          </a:p>
          <a:p xmlns:a="http://schemas.openxmlformats.org/drawingml/2006/main">
            <a:r>
              <a:t>    "opponent_id": "coac",</a:t>
            </a:r>
          </a:p>
          <a:p xmlns:a="http://schemas.openxmlformats.org/drawingml/2006/main">
            <a:r>
              <a:t>    "opponent_name": "COAC",</a:t>
            </a:r>
          </a:p>
          <a:p xmlns:a="http://schemas.openxmlformats.org/drawingml/2006/main">
            <a:r>
              <a:t>    "performance": -102.199777,</a:t>
            </a:r>
          </a:p>
          <a:p xmlns:a="http://schemas.openxmlformats.org/drawingml/2006/main">
            <a:r>
              <a:t>    "result": "p1_win",</a:t>
            </a:r>
          </a:p>
          <a:p xmlns:a="http://schemas.openxmlformats.org/drawingml/2006/main">
            <a:r>
              <a:t>    "winner": 1</a:t>
            </a:r>
          </a:p>
          <a:p xmlns:a="http://schemas.openxmlformats.org/drawingml/2006/main">
            <a:r>
              <a:t>  },</a:t>
            </a:r>
          </a:p>
          <a:p xmlns:a="http://schemas.openxmlformats.org/drawingml/2006/main">
            <a:r>
              <a:t>  {</a:t>
            </a:r>
          </a:p>
          <a:p xmlns:a="http://schemas.openxmlformats.org/drawingml/2006/main">
            <a:r>
              <a:t>    "candidate_player": 0,</a:t>
            </a:r>
          </a:p>
          <a:p xmlns:a="http://schemas.openxmlformats.org/drawingml/2006/main">
            <a:r>
              <a:t>    "candidate_side": "p0",</a:t>
            </a:r>
          </a:p>
          <a:p xmlns:a="http://schemas.openxmlformats.org/drawingml/2006/main">
            <a:r>
              <a:t>    "map": "maps/16x16/basesWorkers16x16.xml",</a:t>
            </a:r>
          </a:p>
          <a:p xmlns:a="http://schemas.openxmlformats.org/drawingml/2006/main">
            <a:r>
              <a:t>    "map_id": "map_2",</a:t>
            </a:r>
          </a:p>
          <a:p xmlns:a="http://schemas.openxmlformats.org/drawingml/2006/main">
            <a:r>
              <a:t>    "match_id": "match_170",</a:t>
            </a:r>
          </a:p>
          <a:p xmlns:a="http://schemas.openxmlformats.org/drawingml/2006/main">
            <a:r>
              <a:t>    "match_index": 170,</a:t>
            </a:r>
          </a:p>
          <a:p xmlns:a="http://schemas.openxmlformats.org/drawingml/2006/main">
            <a:r>
              <a:t>    "match_trace_path": "/home/mhlab/EAGLE/runs/reflection_inspections/20260903_151343_710298_worker_rush_three_reflections/baseline/candidates/worker_rush_parent/matches/match_170/match_trace.jsonl.gz",</a:t>
            </a:r>
          </a:p>
          <a:p xmlns:a="http://schemas.openxmlformats.org/drawingml/2006/main">
            <a:r>
              <a:t>    "opponent_id": "tma",</a:t>
            </a:r>
          </a:p>
          <a:p xmlns:a="http://schemas.openxmlformats.org/drawingml/2006/main">
            <a:r>
              <a:t>    "opponent_name": "TMA",</a:t>
            </a:r>
          </a:p>
          <a:p xmlns:a="http://schemas.openxmlformats.org/drawingml/2006/main">
            <a:r>
              <a:t>    "performance": -101.123186,</a:t>
            </a:r>
          </a:p>
          <a:p xmlns:a="http://schemas.openxmlformats.org/drawingml/2006/main">
            <a:r>
              <a:t>    "result": "p1_win",</a:t>
            </a:r>
          </a:p>
          <a:p xmlns:a="http://schemas.openxmlformats.org/drawingml/2006/main">
            <a:r>
              <a:t>    "winner": 1</a:t>
            </a:r>
          </a:p>
          <a:p xmlns:a="http://schemas.openxmlformats.org/drawingml/2006/main">
            <a:r>
              <a:t>  }</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REFLECTION INPUT — global evaluation summary</a:t>
            </a:r>
          </a:p>
          <a:p xmlns:a="http://schemas.openxmlformats.org/drawingml/2006/main">
            <a:r>
              <a:t>{</a:t>
            </a:r>
          </a:p>
          <a:p xmlns:a="http://schemas.openxmlformats.org/drawingml/2006/main">
            <a:r>
              <a:t>  "competitive_win_rate": 0.0,</a:t>
            </a:r>
          </a:p>
          <a:p xmlns:a="http://schemas.openxmlformats.org/drawingml/2006/main">
            <a:r>
              <a:t>  "evaluated_match_count": 180,</a:t>
            </a:r>
          </a:p>
          <a:p xmlns:a="http://schemas.openxmlformats.org/drawingml/2006/main">
            <a:r>
              <a:t>  "evaluation_configuration": {</a:t>
            </a:r>
          </a:p>
          <a:p xmlns:a="http://schemas.openxmlformats.org/drawingml/2006/main">
            <a:r>
              <a:t>    "maps": [</a:t>
            </a:r>
          </a:p>
          <a:p xmlns:a="http://schemas.openxmlformats.org/drawingml/2006/main">
            <a:r>
              <a:t>      "maps/8x8/basesWorkers8x8.xml",</a:t>
            </a:r>
          </a:p>
          <a:p xmlns:a="http://schemas.openxmlformats.org/drawingml/2006/main">
            <a:r>
              <a:t>      "maps/16x16/basesWorkers16x16.xml",</a:t>
            </a:r>
          </a:p>
          <a:p xmlns:a="http://schemas.openxmlformats.org/drawingml/2006/main">
            <a:r>
              <a:t>      "maps/24x24/basesWorkers24x24.xml"</a:t>
            </a:r>
          </a:p>
          <a:p xmlns:a="http://schemas.openxmlformats.org/drawingml/2006/main">
            <a:r>
              <a:t>    ],</a:t>
            </a:r>
          </a:p>
          <a:p xmlns:a="http://schemas.openxmlformats.org/drawingml/2006/main">
            <a:r>
              <a:t>    "required_cases_per_opponent": 18,</a:t>
            </a:r>
          </a:p>
          <a:p xmlns:a="http://schemas.openxmlformats.org/drawingml/2006/main">
            <a:r>
              <a:t>    "rounds_per_map": 3,</a:t>
            </a:r>
          </a:p>
          <a:p xmlns:a="http://schemas.openxmlformats.org/drawingml/2006/main">
            <a:r>
              <a:t>    "swap_player_sides": true</a:t>
            </a:r>
          </a:p>
          <a:p xmlns:a="http://schemas.openxmlformats.org/drawingml/2006/main">
            <a:r>
              <a:t>  },</a:t>
            </a:r>
          </a:p>
          <a:p xmlns:a="http://schemas.openxmlformats.org/drawingml/2006/main">
            <a:r>
              <a:t>  "failed_or_unresolved_match_count": 0,</a:t>
            </a:r>
          </a:p>
          <a:p xmlns:a="http://schemas.openxmlformats.org/drawingml/2006/main">
            <a:r>
              <a:t>  "fully_beaten_opponents": [],</a:t>
            </a:r>
          </a:p>
          <a:p xmlns:a="http://schemas.openxmlformats.org/drawingml/2006/main">
            <a:r>
              <a:t>  "fully_beaten_opponents_count": 0,</a:t>
            </a:r>
          </a:p>
          <a:p xmlns:a="http://schemas.openxmlformats.org/drawingml/2006/main">
            <a:r>
              <a:t>  "opponents": [</a:t>
            </a:r>
          </a:p>
          <a:p xmlns:a="http://schemas.openxmlformats.org/drawingml/2006/main">
            <a:r>
              <a:t>    {</a:t>
            </a:r>
          </a:p>
          <a:p xmlns:a="http://schemas.openxmlformats.org/drawingml/2006/main">
            <a:r>
              <a:t>      "completed_matches": 18,</a:t>
            </a:r>
          </a:p>
          <a:p xmlns:a="http://schemas.openxmlformats.org/drawingml/2006/main">
            <a:r>
              <a:t>      "draws": 18,</a:t>
            </a:r>
          </a:p>
          <a:p xmlns:a="http://schemas.openxmlformats.org/drawingml/2006/main">
            <a:r>
              <a:t>      "expected_matches": 18,</a:t>
            </a:r>
          </a:p>
          <a:p xmlns:a="http://schemas.openxmlformats.org/drawingml/2006/main">
            <a:r>
              <a:t>      "fully_beaten_opponent": false,</a:t>
            </a:r>
          </a:p>
          <a:p xmlns:a="http://schemas.openxmlformats.org/drawingml/2006/main">
            <a:r>
              <a:t>      "losses": 0,</a:t>
            </a:r>
          </a:p>
          <a:p xmlns:a="http://schemas.openxmlformats.org/drawingml/2006/main">
            <a:r>
              <a:t>      "maps": {</a:t>
            </a:r>
          </a:p>
          <a:p xmlns:a="http://schemas.openxmlformats.org/drawingml/2006/main">
            <a:r>
              <a:t>        "map_1":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"PassiveAI",</a:t>
            </a:r>
          </a:p>
          <a:p xmlns:a="http://schemas.openxmlformats.org/drawingml/2006/main">
            <a:r>
              <a:t>      "opponent_id": "passive",</a:t>
            </a:r>
          </a:p>
          <a:p xmlns:a="http://schemas.openxmlformats.org/drawingml/2006/main">
            <a:r>
              <a:t>      "player_sides": {</a:t>
            </a:r>
          </a:p>
          <a:p xmlns:a="http://schemas.openxmlformats.org/drawingml/2006/main">
            <a:r>
              <a:t>        "p0":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18,</a:t>
            </a:r>
          </a:p>
          <a:p xmlns:a="http://schemas.openxmlformats.org/drawingml/2006/main">
            <a:r>
              <a:t>      "expected_matches": 18,</a:t>
            </a:r>
          </a:p>
          <a:p xmlns:a="http://schemas.openxmlformats.org/drawingml/2006/main">
            <a:r>
              <a:t>      "fully_beaten_opponent": false,</a:t>
            </a:r>
          </a:p>
          <a:p xmlns:a="http://schemas.openxmlformats.org/drawingml/2006/main">
            <a:r>
              <a:t>      "losses": 0,</a:t>
            </a:r>
          </a:p>
          <a:p xmlns:a="http://schemas.openxmlformats.org/drawingml/2006/main">
            <a:r>
              <a:t>      "maps": {</a:t>
            </a:r>
          </a:p>
          <a:p xmlns:a="http://schemas.openxmlformats.org/drawingml/2006/main">
            <a:r>
              <a:t>        "map_1":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"RandomAI",</a:t>
            </a:r>
          </a:p>
          <a:p xmlns:a="http://schemas.openxmlformats.org/drawingml/2006/main">
            <a:r>
              <a:t>      "opponent_id": "random",</a:t>
            </a:r>
          </a:p>
          <a:p xmlns:a="http://schemas.openxmlformats.org/drawingml/2006/main">
            <a:r>
              <a:t>      "player_sides": {</a:t>
            </a:r>
          </a:p>
          <a:p xmlns:a="http://schemas.openxmlformats.org/drawingml/2006/main">
            <a:r>
              <a:t>        "p0":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11,</a:t>
            </a:r>
          </a:p>
          <a:p xmlns:a="http://schemas.openxmlformats.org/drawingml/2006/main">
            <a:r>
              <a:t>      "expected_matches": 18,</a:t>
            </a:r>
          </a:p>
          <a:p xmlns:a="http://schemas.openxmlformats.org/drawingml/2006/main">
            <a:r>
              <a:t>      "fully_beaten_opponent": false,</a:t>
            </a:r>
          </a:p>
          <a:p xmlns:a="http://schemas.openxmlformats.org/drawingml/2006/main">
            <a:r>
              <a:t>      "losses": 7,</a:t>
            </a:r>
          </a:p>
          <a:p xmlns:a="http://schemas.openxmlformats.org/drawingml/2006/main">
            <a:r>
              <a:t>      "maps": {</a:t>
            </a:r>
          </a:p>
          <a:p xmlns:a="http://schemas.openxmlformats.org/drawingml/2006/main">
            <a:r>
              <a:t>        "map_1": {</a:t>
            </a:r>
          </a:p>
          <a:p xmlns:a="http://schemas.openxmlformats.org/drawingml/2006/main">
            <a:r>
              <a:t>          "draws": 1,</a:t>
            </a:r>
          </a:p>
          <a:p xmlns:a="http://schemas.openxmlformats.org/drawingml/2006/main">
            <a:r>
              <a:t>          "losses": 5,</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4,</a:t>
            </a:r>
          </a:p>
          <a:p xmlns:a="http://schemas.openxmlformats.org/drawingml/2006/main">
            <a:r>
              <a:t>          "losses": 2,</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"RandomBiasedAI",</a:t>
            </a:r>
          </a:p>
          <a:p xmlns:a="http://schemas.openxmlformats.org/drawingml/2006/main">
            <a:r>
              <a:t>      "opponent_id": "randombias",</a:t>
            </a:r>
          </a:p>
          <a:p xmlns:a="http://schemas.openxmlformats.org/drawingml/2006/main">
            <a:r>
              <a:t>      "player_sides": {</a:t>
            </a:r>
          </a:p>
          <a:p xmlns:a="http://schemas.openxmlformats.org/drawingml/2006/main">
            <a:r>
              <a:t>        "p0": {</a:t>
            </a:r>
          </a:p>
          <a:p xmlns:a="http://schemas.openxmlformats.org/drawingml/2006/main">
            <a:r>
              <a:t>          "draws": 5,</a:t>
            </a:r>
          </a:p>
          <a:p xmlns:a="http://schemas.openxmlformats.org/drawingml/2006/main">
            <a:r>
              <a:t>          "losses": 4,</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6,</a:t>
            </a:r>
          </a:p>
          <a:p xmlns:a="http://schemas.openxmlformats.org/drawingml/2006/main">
            <a:r>
              <a:t>          "losses": 3,</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"LightRush",</a:t>
            </a:r>
          </a:p>
          <a:p xmlns:a="http://schemas.openxmlformats.org/drawingml/2006/main">
            <a:r>
              <a:t>      "opponent_id": "lightrush",</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"HeavyRush",</a:t>
            </a:r>
          </a:p>
          <a:p xmlns:a="http://schemas.openxmlformats.org/drawingml/2006/main">
            <a:r>
              <a:t>      "opponent_id": "heavyrush",</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"WorkerRush",</a:t>
            </a:r>
          </a:p>
          <a:p xmlns:a="http://schemas.openxmlformats.org/drawingml/2006/main">
            <a:r>
              <a:t>      "opponent_id": "workerrush",</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"AllInBot (upstream runtime, fault-contained)",</a:t>
            </a:r>
          </a:p>
          <a:p xmlns:a="http://schemas.openxmlformats.org/drawingml/2006/main">
            <a:r>
              <a:t>      "opponent_id": "allinbot",</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"Mayari",</a:t>
            </a:r>
          </a:p>
          <a:p xmlns:a="http://schemas.openxmlformats.org/drawingml/2006/main">
            <a:r>
              <a:t>      "opponent_id": "mayari",</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"COAC",</a:t>
            </a:r>
          </a:p>
          <a:p xmlns:a="http://schemas.openxmlformats.org/drawingml/2006/main">
            <a:r>
              <a:t>      "opponent_id": "coac",</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"TMA",</a:t>
            </a:r>
          </a:p>
          <a:p xmlns:a="http://schemas.openxmlformats.org/drawingml/2006/main">
            <a:r>
              <a:t>      "opponent_id": "tma",</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"schema_version": "strategy-reflection-global-summary-v1",</a:t>
            </a:r>
          </a:p>
          <a:p xmlns:a="http://schemas.openxmlformats.org/drawingml/2006/main">
            <a:r>
              <a:t>  "source": "all_evaluated_match_results",</a:t>
            </a:r>
          </a:p>
          <a:p xmlns:a="http://schemas.openxmlformats.org/drawingml/2006/main">
            <a:r>
              <a:t>  "total_draws": 47,</a:t>
            </a:r>
          </a:p>
          <a:p xmlns:a="http://schemas.openxmlformats.org/drawingml/2006/main">
            <a:r>
              <a:t>  "total_losses": 133,</a:t>
            </a:r>
          </a:p>
          <a:p xmlns:a="http://schemas.openxmlformats.org/drawingml/2006/main">
            <a:r>
              <a:t>  "total_matches": 180,</a:t>
            </a:r>
          </a:p>
          <a:p xmlns:a="http://schemas.openxmlformats.org/drawingml/2006/main">
            <a:r>
              <a:t>  "total_wins": 0</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REFLECTION INPUT — coach semantic payload</a:t>
            </a:r>
          </a:p>
          <a:p xmlns:a="http://schemas.openxmlformats.org/drawingml/2006/main">
            <a:r>
              <a:t>{</a:t>
            </a:r>
          </a:p>
          <a:p xmlns:a="http://schemas.openxmlformats.org/drawingml/2006/main">
            <a:r>
              <a:t>  "prompt_name": "coach_refine",</a:t>
            </a:r>
          </a:p>
          <a:p xmlns:a="http://schemas.openxmlformats.org/drawingml/2006/main">
            <a:r>
              <a:t>  "render_variables": {</a:t>
            </a:r>
          </a:p>
          <a:p xmlns:a="http://schemas.openxmlformats.org/drawingml/2006/main">
            <a:r>
              <a:t>    "commentator_diagnoses_and_evaluation_metadata": "{\"candidate_id\": \"worker_rush_reflection_subject\", \"commentator_diagnoses\": [{\"candidate_side\": \"p1\", \"candidate_strategy_summary\": \"Implemented continuous Worker-rush: single Worker harvests locally, additional Workers advance toward enemy Base. No Barracks or combat units produced.\", \"candidate_strengths\": [], \"candidate_weaknesses\": [], \"map\": null, \"match_id\": \"match_03\", \"opponent\": \"PassiveAI\", \"opponent_strategy_summary\": \"PassiveAI: no visible aggressive actions; Workers remain stationary or move passively toward enemy territory without coordinated attacks or resource exploitation.\", \"result\": \"draw\", \"turning_points\": [{\"event\": \"Candidate spawns 6th Worker (total: 2 Workers + 4 new). Opponent has 7 Workers total, but only 3 actively moving toward candidate’s Base.\", \"impact\": \"Candidate’s numerical advantage (7 vs. 2) becomes decisive; opponent’s Workers remain clustered near their Base, unable to counter rush.\", \"tick\": 20}, {\"event\": \"Opponent’s 7 Workers converge near candidate’s Base (5,6) but fail to eliminate candidate’s single Worker or Base despite numerical superiority.\", \"impact\": \"Opponent’s passive clustering prevents coordinated attacks; candidate’s Base survives, maintaining resource production advantage.\", \"tick\": 1496}], \"win_loss_analysis\": {\"decisive_causes\": [{\"candidate\": \"Failed to overwhelm opponent’s Base despite numerical advantage (7 vs. 2 Workers).\", \"opponent\": \"Failed to eliminate candidate’s Base or Workers despite superior numbers.\"}], \"result\": \"draw\"}}, {\"candidate_side\": \"p0\", \"candidate_strategy_summary\": \"\", \"candidate_strengths\": [], \"candidate_weaknesses\": [], \"map\": null, \"match_id\": \"match_26\", \"opponent\": \"RandomAI\", \"opponent_strategy_summary\": \"\", \"result\": \"win\", \"turning_points\": [{\"event\": \"Both players start with 1 Worker each, no resource collection or production yet. Candidate’s Worker remains idle at (1,1).\", \"impact\": \"Initial stasis; candidate’s Worker does not harvest or attack, delaying resource accumulation and offensive pressure.\", \"tick\": 0}, {\"event\": \"Candidate’s 6th Worker produced (total 6 Workers). Candidate’s Base remains intact at (2,2) while opponent’s Base is destroyed (0/0). Opponent’s 15 Workers are scattered with no coordinated threat.\", \"impact\": \"Candidate’s resource advantage (21 vs. 0) and numerical superiority (6 vs. 15) become decisive. Opponent’s random dispersion prevents effective counterplay.\", \"tick\": 2998}], \"win_loss_analysis\": {\"decisive_causes\": [{\"description\": \"Resource monopoly: Candidate’s Workers harvested all accessible nodes, leaving opponent starved.\", \"evidence\": [\"Tick 2999: Candidate’s Base has 21 resources; opponent’s Base has 0.\"]}, {\"description\": \"Enemy Base destruction: Candidate’s Workers converged on opponent’s Base (13,13) by T2998, eliminating it.\", \"evidence\": [\"Tick 2998: Opponent’s Base HP=0; candidate’s Workers at (11,8), (15,7), etc.\"]}], \"result\": \"win\"}}, {\"candidate_side\": \"p1\", \"candidate_strategy_summary\": \"Implemented continuous Worker-rush: prioritized Worker production, allocated one Worker per Base to harvest resources, and sent additional Workers toward enemy Base or visible enemy units.\", \"candidate_strengths\": [\"{'strength': 'Rapid Worker production and aggressive deployment', 'evidence': 'Produced 18 Workers by tick 1173, outpacing opponent’s static behavior.'}\", \"{'strength': 'Resource harvesting efficiency', 'evidence': 'Maintained consistent resource flow to sustain production despite opponent’s lack of interference.'}\"], \"candidate_weaknesses\": [\"{'weakness': 'Delayed initial response', 'evidence': 'No Worker production or resource harvesting until tick 20, allowing opponent to maintain equilibrium.'}\", \"{'weakness': 'No adaptive threat mitigation', 'evidence': 'Failed to eliminate opponent’s Worker before it retreated, leaving it as a minor but persistent threat.'}\"], \"map\": null, \"match_id\": \"match_41\", \"opponent\": \"RandomBiasedAI\", \"opponent_strategy_summary\": \"RandomBiasedAI: exhibited no structured production or defensive behavior; actions were non-cohesive and lacked clear objectives.\", \"result\": \"win\", \"turning_points\": [{\"event\": \"Both players start with identical initial conditions (1 Base + 1 Worker each, 5 resources). No resource harvesting or production occurs in first 20 ticks.\", \"impact\": \"Candidate fails to capitalize on early advantage by not immediately producing additional Workers, allowing opponent to maintain equal unit count.\", \"tick\": 0}, {\"event\": \"Candidate produces 4 new Workers (total 5 Workers), while opponent remains static with 1 Worker. Candidate begins aggressive rush toward enemy Base.\", \"impact\": \"Candidate gains numerical superiority but fails to eliminate opponent’s lone Worker before it retreats, leaving opponent’s Base vulnerable but not immediately destroyed.\", \"tick\": 20}, {\"event\": \"Candidate’s 18 Workers converge on opponent’s Base; opponent’s lone Worker retreats but is isolated with no resources or production capability.\", \"impact\": \"Candidate’s overwhelming numerical advantage leads to opponent’s Base destruction and loss of all units, ending the match.\", \"tick\": 1173}], \"win_loss_analysis\": {\"decisive_causes\": [{\"cause\": \"Overwhelming numerical superiority\", \"details\": \"Candidate’s 18 Workers vs. opponent’s 1 Worker at match end.\"}, {\"cause\": \"Opponent’s lack of structured strategy\", \"details\": \"RandomBiasedAI’s inability to counter rush or sustain production.\"}], \"result\": \"win\"}}, {\"candidate_side\": \"p1\", \"candidate_strategy_summary\": \"Pure Worker-rush with continuous production and immediate enemy Base targeting. No Barracks built; relies solely on Workers for combat and resource collection.\", \"candidate_strengths\": [\"{'strength': 'Aggressive early pressure on opponent’s Base via Worker-rush, forcing opponent to allocate resources to defense.'}\"], \"candidate_weaknesses\": [\"{'weakness': 'No economic resilience; single Worker loss crippled resource collection, halting production entirely.'}\", \"{'weakness': 'Lack of defensive structures (Barracks built only after significant damage), leaving Base vulnerable to harassment.'}\"], \"map\": null, \"match_id\": \"match_67\", \"opponent\": \"LightRush\", \"opponent_strategy_summary\": \"\", \"result\": \"loss\", \"turning_points\": [{\"event\": \"Candidate’s sole Worker (x:1,y:1) was destroyed by opponent’s Light units, halting resource collection at the nearest node (0,0). Opponent’s Worker (x:22,y:22) began carrying 1.0 resources, indicating successful disruption of candidate’s economy.\", \"impact\": \"Candidate lost its sole Worker, forcing reliance on a single Worker for both resource collection and production, severely limiting expansion and combat capabilities.\", \"tick\": 18}, {\"event\": \"Candidate built a Barracks (x:1,y:0) and produced 6 Light units, transitioning from a pure Worker-rush to a hybrid strategy. Opponent’s Worker (x:22,y:22) was last seen at tick 821 and disappeared by tick 822, likely destroyed by candidate’s Light units.\", \"impact\": \"Candidate’s shift to combat units allowed it to eliminate the opponent’s Worker and secure victory, but occurred too late to prevent resource starvation earlier.\", \"tick\": 822}], \"win_loss_analysis\": {\"decisive_causes\": [{\"cause\": \"Opponent’s Light units effectively disrupted candidate’s economy by targeting Workers and resource nodes, preventing resource accumulation for production.\"}, {\"cause\": \"Candidate’s inability to recover from early Worker losses due to no economic diversification or defensive infrastructure.\"}], \"result\": \"loss\"}}, {\"candidate_side\": \"p1\", \"candidate_strategy_summary\": \"Worker-rush: continuous production of Workers to attack enemy Base. One Worker harvests nearest resource; additional Workers advance toward enemy Base or enemy units. No Barracks built.\", \"candidate_strengths\": [\"{'strength': 'Initial Worker production maintained resource advantage until Barracks construction.', 'evidence': 'Candidate accumulated 8 resources by tick 935, while opponent had only 1 Worker.'}\"], \"candidate_weaknesses\": [\"{'weakness': 'Delayed Barracks construction left Base vulnerable to Heavy counter-rush.', 'evidence': \\\"Candidate's Base destroyed at tick 940 after opponent's Heavy deployment.\\\"}\", \"{'weakness': 'No defensive Workers or Barracks to protect Barracks/Heavies during transition.', 'evidence': \\\"Candidate's Barracks and Heavies were exposed without Worker escorts.\\\"}\"], \"map\": null, \"match_id\": \"match_85\", \"opponent\": \"HeavyRush\", \"opponent_strategy_summary\": \"HeavyRush: transitioned from pure Worker-rush to producing Heavy units via Barracks. Deployed 4 Heavy units by tick 935, likely in response to candidate's Worker pressure.\", \"result\": \"loss\", \"turning_points\": [{\"event\": \"Candidate built first Barracks at (1,0) and began producing Heavy units, abandoning pure Worker-rush.\", \"impact\": \"Shifted from pure Worker-rush to mixed strategy (Workers + Heavies), enabling defensive consolidation and offensive pressure.\", \"tick\": 934}, {\"event\": \"Opponent deployed 4 Heavy units, countering candidate's Worker pressure and neutralizing candidate's Base.\", \"impact\": \"Opponent's Heavy units overwhelmed candidate's single Worker, leading to candidate's Base destruction and loss.\", \"tick\": 935}], \"win_loss_analysis\": {\"decisive_causes\": [{\"cause\": \"Opponent's HeavyRush strategy exploited candidate's delayed Barracks construction.\", \"evidence\": \"Opponent's 4 Heavies overwhelmed candidate's single Worker at Base.\"}, {\"cause\": \"Candidate's inability to sustain Worker pressure post-Barracks construction.\", \"evidence\": \"Candidate's Worker count dropped from 1 to 0 after Base destruction.\"}], \"result\": \"loss\"}}, {\"candidate_side\": \"p1\", \"candidate_strategy_summary\": \"Continuous Worker-rush with no barracks or combat units. Prioritizes immediate enemy Base attack after resource collection.\", \"candidate_strengths\": [\"{'strength': 'Aggressive expansion', 'evidence': 'Produced 12 Workers by tick 597, overwhelming opponent’s single Worker defense.'}\", \"{'strength': 'Resource prioritization', 'evidence': 'Maintained continuous Worker production while harvesting resources (e.g., 1 Worker carries 1 resource at tick 597).'}\"], \"candidate_weaknesses\": [\"{'weakness': 'No defensive structures', 'evidence': 'Base at (2,2) remained vulnerable to direct Worker assaults (e.g., opponent’s Worker reached it by tick 19).'}\", \"{'weakness': 'No combat unit diversification', 'evidence': 'Relied solely on Workers; no Barracks or alternative unit types to counter enemy Workers.'}\"], \"map\": null, \"match_id\": \"match_107\", \"opponent\": \"WorkerRush\", \"opponent_strategy_summary\": \"Worker-rush with identical unit composition. No barracks or non-Worker units produced.\", \"result\": \"loss\", \"turning_points\": [{\"event\": \"Both players start with identical initial conditions (1 Base + 1 Worker, 5 resources each).\", \"impact\": \"Neutralized early advantage potential; symmetric starting state forces direct confrontation.\", \"tick\": 0}, {\"event\": \"Candidate produces 4 new Workers (total 5) while opponent retains 1 Worker. Opponent’s Worker reaches candidate’s Base at (2,2).\", \"impact\": \"Candidate’s rapid expansion overwhelms opponent’s single defensive Worker. Opponent’s Base remains intact but isolated.\", \"tick\": 19}, {\"event\": \"Candidate’s 12 Workers converge on opponent’s lone Worker at (23,21), eliminating it. Opponent’s Base is destroyed by direct Worker assaults.\", \"impact\": \"Opponent loses all units and Base; candidate’s numerical superiority and coordinated rush execute decisive victory.\", \"tick\": 597}], \"win_loss_analysis\": {\"decisive_causes\": [{\"cause\": \"Opponent’s Worker reached candidate’s Base at tick 19, preventing resource collection and production.\", \"evidence\": \"Candidate’s Base at (2,2) was attacked by opponent’s Worker; candidate’s Workers were already committed to expansion.\"}, {\"cause\": \"Opponent’s Base destruction at tick 597 by candidate’s Workers (misinterpreted as victory).\", \"evidence\": \"Opponent’s Base was destroyed, but candidate’s Base was also eliminated by opponent’s Worker at tick 600.\"}], \"result\": \"loss\"}}, {\"candidate_side\": \"p0\", \"candidate_strategy_summary\": \"\", \"candidate_strengths\": [\"{'evidence': 'Initial Worker production (implied by strategy) but no execution data in log', 'limitation': 'No observable Workers or resources in raw state at any tick'}\"], \"candidate_weaknesses\": [\"{'evidence': 'Raw log shows `unit_count: 0` and `worker_count: 0` at tick 215 (and no prior ticks logged)', 'root': 'Failed to sustain Worker production or harvest resources'}\", \"{'evidence': 'No barracks built despite strategy allowing none; no combat units produced', 'root': 'Inability to maintain any units or resources under pressure'}\"], \"map\": null, \"match_id\": \"match_108\", \"opponent\": \"AllInBot (upstream runtime, fault-contained)\", \"opponent_strategy_summary\": \"\", \"result\": \"loss\", \"turning_points\": [{\"event\": \"Terminal state reached: candidate has 0 Workers, 0 resources, and no structures; opponent wins by default\", \"impact\": \"Match ends abruptly due to candidate's complete resource depletion and unit loss\", \"tick\": 215}], \"win_loss_analysis\": {\"decisive_causes\": [{\"description\": \"Candidate’s resource pool drained to 0.0 at terminal state\", \"type\": \"resource_collapse\"}, {\"description\": \"No Workers or units remained to harvest or defend\", \"type\": \"unit_depletion\"}, {\"description\": \"Opponent’s fault-contained runtime likely exploited candidate’s static rush without adaptive defenses\", \"type\": \"opponent_unknown\"}], \"result\": \"loss\"}}, {\"candidate_side\": \"p1\", \"candidate_strategy_summary\": \"Continuous Worker-rush with immediate enemy Base targeting. No Barracks built; relies on Workers for combat and resource collection. Prioritizes production over defensive structures.\", \"candidate_strengths\": [\"{'strength': 'Aggressive early expansion', 'evidence': 'Candidate’s Worker begins harvesting immediately and produces additional Workers rapidly, outpacing opponent’s passive early-game.'}\", \"{'strength': 'Adaptive transition to combat units', 'evidence': 'Constructed Barracks and produced Heavy units at tick 780, overcoming opponent’s lack of defensive structures.'}\"], \"candidate_weaknesses\": [\"{'weakness': 'Vulnerable to delayed opponent responses', 'evidence': 'Opponent’s Worker remained stationary for 779 ticks, allowing candidate to build up a significant advantage before facing resistance.'}\"], \"map\": null, \"match_id\": \"match_139\", \"opponent\": \"Mayari\", \"opponent_strategy_summary\": \"\", \"result\": \"win\", \"turning_points\": [{\"event\": \"Both players start with identical initial conditions (1 Base + 1 Worker, 5 resources each). Opponent Worker positioned near enemy Base (22,22) while candidate Worker near (1,1).\", \"impact\": \"Candidate Worker begins harvesting neutral resource at (0,0) immediately, while opponent Worker remains stationary near Base. Candidate gains resource advantage early.\", \"tick\": 0}, {\"event\": \"Candidate constructs Barracks and produces 4 Heavy units. Opponent has no combat units and only 1 Worker remaining (carrying 1 resource).\", \"impact\": \"Candidate transitions from pure Worker-rush to mixed strategy with combat units. Opponent’s single Worker is overwhelmed by candidate’s Heavy units, leading to rapid elimination of opponent’s Base.\", \"tick\": 780}, {\"event\": \"Opponent’s last Worker destroyed; candidate’s Base and Barracks remain intact. Opponent’s Base destroyed by candidate’s Heavy units.\", \"impact\": \"Final elimination of opponent’s units and Base, securing candidate’s victory.\", \"tick\": 785}], \"win_loss_analysis\": {\"decisive_causes\": [{\"cause\": \"Resource advantage\", \"details\": \"Candidate’s early harvesting and production outpaced opponent, enabling rapid unit production and transition to combat units.\"}, {\"cause\": \"Opponent’s passive early-game\", \"details\": \"Opponent failed to disrupt candidate’s Worker production or defend its Base until it was too late.\"}, {\"cause\": \"Lack of opponent combat units\", \"details\": \"Opponent’s reliance on a single Worker with no defensive structures made it susceptible to candidate’s Heavy units.\"}], \"result\": \"win\"}}, {\"candidate_side\": \"p0\", \"candidate_strategy_summary\": \"Pure Worker-rush with no barracks production. Prioritizes immediate enemy base assault after resource saturation.\", \"candidate_strengths\": [\"{'strength': 'Rapid initial Worker production (tick 0–660).', 'context': 'Candidate maintained 1–2 Workers continuously until base destruction.'}\"], \"candidate_weaknesses\": [\"{'weakness': 'No defensive structures (Barracks) to counter enemy combat units.', 'context': 'Opponent’s Heavy/Ranged units bypassed candidate’s Workers without retaliation.'}\", \"{'weakness': 'Over-reliance on direct base assault without resource/unit diversification.', 'context': 'Candidate’s Workers were outmaneuvered by opponent’s mixed-unit economy.'}\"], \"map\": null, \"match_id\": \"match_154\", \"opponent\": \"COAC\", \"opponent_strategy_summary\": \"Unknown (COAC), but revealed aggressive barracks construction (tick 660) and mixed combat unit production (Heavy/Ranged).\", \"result\": \"loss\", \"turning_points\": [{\"event\": \"Both players start with identical resource/unit state (1 Worker + Base, 5 resources).\", \"impact\": \"Neutral early advantage; no immediate positional or resource asymmetry.\", \"tick\": 0}, {\"event\": \"Opponent constructs Barracks at (13,15) and deploys Heavy/Ranged units. Candidate’s Base destroyed by ranged attack.\", \"impact\": \"Candidate loses all structures and production capability; opponent gains overwhelming combat advantage.\", \"tick\": 660}, {\"event\": \"Candidate’s last Worker eliminated (no units remaining). Opponent’s Barracks/Ranged/Heavy units secure victory.\", \"impact\": \"Final decisive blow; opponent’s mixed-unit strategy exploits candidate’s lack of defensive structures.\", \"tick\": 665}], \"win_loss_analysis\": {\"decisive_causes\": [{\"cause\": \"Lack of defensive infrastructure\", \"evidence\": [\"Opponent’s Barracks produced combat units unopposed\", \"Candidate’s Base destroyed at tick 660\"]}, {\"cause\": \"Enemy combat unit superiority\", \"evidence\": [\"Heavy unit at (1,2) eliminated candidate’s Workers\", \"Ranged units (3) outnumbered candidate’s 0 combat units\"]}, {\"cause\": \"No resource recovery post-base loss\", \"evidence\": [\"Candidate’s Worker at (0,2) was the sole remaining unit; no production to replace it\"]}], \"result\": \"loss\"}}, {\"candidate_side\": \"p0\", \"candidate_strategy_summary\": \"Pure Worker-rush with no barracks or combat unit production. All Workers harvest resources or attack enemy base/units.\", \"candidate_strengths\": [\"{'strength': 'Early resource collection efficiency (single Worker harvests optimally).', 'context': 'Ticks 0–18: Candidate’s Worker consistently collects resources without interference.'}\"], \"candidate_weaknesses\": [\"{'weakness': 'No defensive or combat unit production (Barracks absent).', 'context': 'Opponent’s Barracks produce Heavy/Ranged units that outmaneuver and eliminate candidate’s Workers.'}\", \"{'weakness': 'Over-reliance on Worker-rush without adaptation.', 'context': 'Opponent’s dynamic strategy (Barracks + unit diversity) exploits candidate’s rigid execution.'}\"], \"map\": null, \"match_id\": \"match_170\", \"opponent\": \"TMA\", \"opponent_strategy_summary\": \"Unknown (TMA), but dynamically adapts with barracks production and diverse combat units (Heavy, Light, Ranged).\", \"result\": \"loss\", \"turning_points\": [{\"event\": \"Both players start with identical initial state (1 Worker + Base, 5 resources). No immediate action differentiation.\", \"impact\": \"Neutralized early advantage potential; opponent begins exploiting resource efficiency and unit diversity later.\", \"tick\": 0}, {\"event\": \"Opponent begins producing Barracks (tick 18) while candidate continues pure Worker-rush. Opponent deploys Heavy/Ranged units by tick 632.\", \"impact\": \"Candidate lacks defensive/combat units; opponent’s barracks enable rapid combat unit production, overwhelming candidate’s Workers.\", \"tick\": 18}, {\"event\": \"Opponent’s Light unit (tick 634) and Heavy units (tick 635) eliminate candidate’s last Worker, ending candidate’s resource collection and production.\", \"impact\": \"Candidate’s base starves; no Workers remain to harvest or defend, leading to immediate loss.\", \"tick\": 634}], \"win_loss_analysis\": {\"decisive_causes\": [{\"cause\": \"Combat unit disparity: Opponent’s Heavy/Ranged units eliminate candidate’s Workers (tick 634–635).\", \"evidence\": \"Candidate’s unit_count drops to 0 at tick 635; opponent retains 12 units.\"}, {\"cause\": \"Lack of barracks prevents candidate from countering opponent’s unit production.\", \"evidence\": \"Opponent builds 1 Barracks by tick 632, enabling rapid combat unit scaling.\"}], \"result\": \"loss\"}}], \"global_evaluation_summary\": {\"competitive_win_rate\": 0.0, \"evaluated_match_count\": 180, \"evaluation_configuration\": {\"maps\": [\"maps/8x8/basesWorkers8x8.xml\", \"maps/16x16/basesWorkers16x16.xml\", \"maps/24x24/basesWorkers24x24.xml\"], \"required_cases_per_opponent\": 18, \"rounds_per_map\": 3, \"swap_player_sides\": true}, \"failed_or_unresolved_match_count\": 0, \"fully_beaten_opponents\": [], \"fully_beaten_opponents_count\": 0, \"opponents\": [{\"completed_matches\": 18, \"draws\": 18, \"expected_matches\": 18, \"fully_beaten_opponent\": false, \"losses\": 0, \"maps\": {\"map_1\": {\"draws\": 6, \"losses\": 0, \"matches\": 6, \"win_rate\": 0.0, \"wins\": 0}, \"map_2\": {\"draws\": 6, \"losses\": 0, \"matches\": 6, \"win_rate\": 0.0, \"wins\": 0}, \"map_3\": {\"draws\": 6, \"losses\": 0, \"matches\": 6, \"win_rate\": 0.0, \"wins\": 0}}, \"opponent\": \"PassiveAI\", \"opponent_id\": \"passive\", \"player_sides\": {\"p0\": {\"draws\": 9, \"losses\": 0, \"matches\": 9, \"win_rate\": 0.0, \"wins\": 0}, \"p1\": {\"draws\": 9, \"losses\": 0, \"matches\": 9, \"win_rate\": 0.0, \"wins\": 0}}, \"win_rate\": 0.0, \"wins\": 0}, {\"completed_matches\": 18, \"draws\": 18, \"expected_matches\": 18, \"fully_beaten_opponent\": false, \"losses\": 0, \"maps\": {\"map_1\": {\"draws\": 6, \"losses\": 0, \"matches\": 6, \"win_rate\": 0.0, \"wins\": 0}, \"map_2\": {\"draws\": 6, \"losses\": 0, \"matches\": 6, \"win_rate\": 0.0, \"wins\": 0}, \"map_3\": {\"draws\": 6, \"losses\": 0, \"matches\": 6, \"win_rate\": 0.0, \"wins\": 0}}, \"opponent\": \"RandomAI\", \"opponent_id\": \"random\", \"player_sides\": {\"p0\": {\"draws\": 9, \"losses\": 0, \"matches\": 9, \"win_rate\": 0.0, \"wins\": 0}, \"p1\": {\"draws\": 9, \"losses\": 0, \"matches\": 9, \"win_rate\": 0.0, \"wins\": 0}}, \"win_rate\": 0.0, \"wins\": 0}, {\"completed_matches\": 18, \"draws\": 11, \"expected_matches\": 18, \"fully_beaten_opponent\": false, \"losses\": 7, \"maps\": {\"map_1\": {\"draws\": 1, \"losses\": 5, \"matches\": 6, \"win_rate\": 0.0, \"wins\": 0}, \"map_2\": {\"draws\": 4, \"losses\": 2, \"matches\": 6, \"win_rate\": 0.0, \"wins\": 0}, \"map_3\": {\"draws\": 6, \"losses\": 0, \"matches\": 6, \"win_rate\": 0.0, \"wins\": 0}}, \"opponent\": \"RandomBiasedAI\", \"opponent_id\": \"randombias\", \"player_sides\": {\"p0\": {\"draws\": 5, \"losses\": 4, \"matches\": 9, \"win_rate\": 0.0, \"wins\": 0}, \"p1\": {\"draws\": 6, \"losses\": 3,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\"LightRush\", \"opponent_id\": \"lightrush\", \"player_sides\": {\"p0\": {\"draws\": 0, \"losses\": 9, \"matches\": 9, \"win_rate\": 0.0, \"wins\": 0}, \"p1\": {\"draws\": 0, \"losses\": 9,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\"HeavyRush\", \"opponent_id\": \"heavyrush\", \"player_sides\": {\"p0\": {\"draws\": 0, \"losses\": 9, \"matches\": 9, \"win_rate\": 0.0, \"wins\": 0}, \"p1\": {\"draws\": 0, \"losses\": 9,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\"WorkerRush\", \"opponent_id\": \"workerrush\", \"player_sides\": {\"p0\": {\"draws\": 0, \"losses\": 9, \"matches\": 9, \"win_rate\": 0.0, \"wins\": 0}, \"p1\": {\"draws\": 0, \"losses\": 9,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\"AllInBot (upstream runtime, fault-contained)\", \"opponent_id\": \"allinbot\", \"player_sides\": {\"p0\": {\"draws\": 0, \"losses\": 9, \"matches\": 9, \"win_rate\": 0.0, \"wins\": 0}, \"p1\": {\"draws\": 0, \"losses\": 9,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\"Mayari\", \"opponent_id\": \"mayari\", \"player_sides\": {\"p0\": {\"draws\": 0, \"losses\": 9, \"matches\": 9, \"win_rate\": 0.0, \"wins\": 0}, \"p1\": {\"draws\": 0, \"losses\": 9,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\"COAC\", \"opponent_id\": \"coac\", \"player_sides\": {\"p0\": {\"draws\": 0, \"losses\": 9, \"matches\": 9, \"win_rate\": 0.0, \"wins\": 0}, \"p1\": {\"draws\": 0, \"losses\": 9,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\"TMA\", \"opponent_id\": \"tma\", \"player_sides\": {\"p0\": {\"draws\": 0, \"losses\": 9, \"matches\": 9, \"win_rate\": 0.0, \"wins\": 0}, \"p1\": {\"draws\": 0, \"losses\": 9, \"matches\": 9, \"win_rate\": 0.0, \"wins\": 0}}, \"win_rate\": 0.0, \"wins\": 0}], \"schema_version\": \"strategy-reflection-global-summary-v1\", \"source\": \"all_evaluated_match_results\", \"total_draws\": 47, \"total_losses\": 133, \"total_matches\": 180, \"total_wins\": 0}, \"match_selection\": {\"actual_sample_size\": 10, \"available_results\": {\"draw\": 47, \"loss\": 133, \"win\": 0}, \"candidate_id\": \"worker_rush_reflection_subject\", \"commentary_failures\": [], \"coverage_counts\": {\"maps\": 3, \"opponent_map_side_combinations\": 10, \"opponents\": 10}, \"draws_sampled\": 2, \"eligible_match_count\": 180, \"eligible_match_ids\": [\"match_00\", \"match_01\", \"match_02\", \"match_03\", \"match_04\", \"match_05\", \"match_06\", \"match_07\", \"match_08\", \"match_09\", \"match_10\", \"match_11\", \"match_12\", \"match_13\", \"match_14\", \"match_15\", \"match_16\", \"match_17\", \"match_18\", \"match_19\", \"match_20\", \"match_21\", \"match_22\", \"match_23\", \"match_24\", \"match_25\", \"match_26\", \"match_27\", \"match_28\", \"match_29\", \"match_30\", \"match_31\", \"match_32\", \"match_33\", \"match_34\", \"match_35\", \"match_36\", \"match_37\", \"match_38\", \"match_39\", \"match_40\", \"match_41\", \"match_42\", \"match_43\", \"match_44\", \"match_45\", \"match_46\", \"match_47\", \"match_48\", \"match_49\", \"match_50\", \"match_51\", \"match_52\", \"match_53\", \"match_54\", \"match_55\", \"match_56\", \"match_57\", \"match_58\", \"match_59\", \"match_60\", \"match_61\", \"match_62\", \"match_63\", \"match_64\", \"match_65\", \"match_66\", \"match_67\", \"match_68\", \"match_69\", \"match_70\", \"match_71\", \"match_72\", \"match_73\", \"match_74\", \"match_75\", \"match_76\", \"match_77\", \"match_78\", \"match_79\", \"match_80\", \"match_81\", \"match_82\", \"match_83\", \"match_84\", \"match_85\", \"match_86\", \"match_87\", \"match_88\", \"match_89\", \"match_90\", \"match_91\", \"match_92\", \"match_93\", \"match_94\", \"match_95\", \"match_96\", \"match_97\", \"match_98\", \"match_99\", \"match_100\", \"match_101\", \"match_102\", \"match_103\", \"match_104\", \"match_105\", \"match_106\", \"match_107\", \"match_108\", \"match_109\", \"match_110\", \"match_111\", \"match_112\", \"match_113\", \"match_114\", \"match_115\", \"match_116\", \"match_117\", \"match_118\", \"match_119\", \"match_120\", \"match_121\", \"match_122\", \"match_123\", \"match_124\", \"match_125\", \"match_126\", \"match_127\", \"match_128\", \"match_129\", \"match_130\", \"match_131\", \"match_132\", \"match_133\", \"match_134\", \"match_135\", \"match_136\", \"match_137\", \"match_138\", \"match_139\", \"match_140\", \"match_141\", \"match_142\", \"match_143\", \"match_144\", \"match_145\", \"match_146\", \"match_147\", \"match_148\", \"match_149\", \"match_150\", \"match_151\", \"match_152\", \"match_153\", \"match_154\", \"match_155\", \"match_156\", \"match_157\", \"match_158\", \"match_159\", \"match_160\", \"match_161\", \"match_162\", \"match_163\", \"match_164\", \"match_165\", \"match_166\", \"match_167\", \"match_168\", \"match_169\", \"match_170\", \"match_171\", \"match_172\", \"match_173\", \"match_174\", \"match_175\", \"match_176\", \"match_177\", \"match_178\", \"match_179\"], \"generation_index\": 1, \"losses_sampled\": 8, \"random_provenance\": {\"candidate_id\": \"worker_rush_reflection_subject\", \"generation_index\": 1, \"reflection_invocation\": 0, \"run_seed\": 7, \"seed\": 990237553232952629}, \"requested_sample_size\": 10, \"sample_count\": 10, \"sampled_maps\": [\"map_1\", \"map_2\", \"map_1\", \"map_3\", \"map_3\", \"map_3\", \"map_1\", \"map_3\", \"map_2\", \"map_2\"], \"sampled_match_ids\": [\"match_03\", \"match_26\", \"match_41\", \"match_67\", \"match_85\", \"match_107\", \"match_108\", \"match_139\", \"match_154\", \"match_170\"], \"sampled_opponents\": [\"passive\", \"random\", \"randombias\", \"lightrush\", \"heavyrush\", \"workerrush\", \"allinbot\", \"mayari\", \"coac\", \"tma\"], \"sampled_player_positions\": [\"p1\", \"p0\", \"p1\", \"p1\", \"p1\", \"p1\", \"p0\", \"p1\", \"p0\", \"p0\"], \"sampled_results\": [\"draw\", \"draw\", \"loss\", \"loss\", \"loss\", \"loss\", \"loss\", \"loss\", \"loss\", \"loss\"], \"sampling_priority\": \"opponent_coverage_then_map_coverage_then_loss_draw_win_then_seeded_random_ties\", \"schema_version\": \"strategy-reflection-match-selection-v2\", \"selected_match_count\": 10, \"selected_match_ids\": [\"match_03\", \"match_26\", \"match_41\", \"match_67\", \"match_85\", \"match_107\", \"match_108\", \"match_139\", \"match_154\", \"match_170\"], \"selected_outcome_class\": \"mixed\", \"selection_is_coverage_aware\": true, \"selection_rule\": \"opponent_coverage_then_map_coverage_then_loss_draw_win\", \"total_draws\": 47, \"total_losses\": 133, \"total_match_count\": 180, \"total_wins\": 0, \"unique_maps_sampled\": 3, \"unique_opponents_sampled\": 10, \"wins_sampled\": 0}, \"parent_comparison\": {\"available\": true, \"improved\": [{\"candidate_side\": \"p0\", \"child_candidate_id\": \"worker_rush_parent\", \"child_match_id\": \"match_18\", \"delta\": 3.367457, \"map\": \"map_1\", \"opponent\": \"random\", \"parent_candidate_id\": \"worker_rush_parent\", \"parent_match_id\": \"match_22\", \"reference\": \"worker_rush_parent\", \"relevant_ticks\": [], \"status\": \"improved\"}, {\"candidate_side\": \"p1\", \"child_candidate_id\": \"worker_rush_parent\", \"child_match_id\": \"match_19\", \"delta\": 1.586391, \"map\": \"map_1\", \"opponent\": \"random\", \"parent_candidate_id\": \"worker_rush_parent\", \"parent_match_id\": \"match_23\", \"reference\": \"worker_rush_parent\", \"relevant_ticks\": [], \"status\": \"improved\"}, {\"candidate_side\": \"p0\", \"child_candidate_id\": \"worker_rush_parent\", \"child_match_id\": \"match_20\", \"delta\": 0.768847, \"map\": \"map_1\", \"opponent\": \"random\", \"parent_candidate_id\": \"worker_rush_parent\", \"parent_match_id\": \"match_22\", \"reference\": \"worker_rush_parent\", \"relevant_ticks\": [], \"status\": \"improved\"}, {\"candidate_side\": \"p0\", \"child_candidate_id\": \"worker_rush_parent\", \"child_match_id\": \"match_24\", \"delta\": 2.478857, \"map\": \"map_2\", \"opponent\": \"random\", \"parent_candidate_id\": \"worker_rush_parent\", \"parent_match_id\": \"match_28\", \"reference\": \"worker_rush_parent\", \"relevant_ticks\": [], \"status\": \"improved\"}, {\"candidate_side\": \"p0\", \"child_candidate_id\": \"worker_rush_parent\", \"child_match_id\": \"match_26\", \"delta\": 2.522787, \"map\": \"map_2\", \"opponent\": \"random\", \"parent_candidate_id\": \"worker_rush_parent\", \"parent_match_id\": \"match_28\", \"reference\": \"worker_rush_parent\", \"relevant_ticks\": [], \"status\": \"improved\"}, {\"candidate_side\": \"p1\", \"child_candidate_id\": \"worker_rush_parent\", \"child_match_id\": \"match_27\", \"delta\": 0.196029, \"map\": \"map_2\", \"opponent\": \"random\", \"parent_candidate_id\": \"worker_rush_parent\", \"parent_match_id\": \"match_29\", \"reference\": \"worker_rush_parent\", \"relevant_ticks\": [], \"status\": \"improved\"}, {\"candidate_side\": \"p1\", \"child_candidate_id\": \"worker_rush_parent\", \"child_match_id\": \"match_31\", \"delta\": 2.676041, \"map\": \"map_3\", \"opponent\": \"random\", \"parent_candidate_id\": \"worker_rush_parent\", \"parent_match_id\": \"match_35\", \"reference\": \"worker_rush_parent\", \"relevant_ticks\": [], \"status\": \"improved\"}, {\"candidate_side\": \"p1\", \"child_candidate_id\": \"worker_rush_parent\", \"child_match_id\": \"match_33\", \"delta\": 1.348416, \"map\": \"map_3\", \"opponent\": \"random\", \"parent_candidate_id\": \"worker_rush_parent\", \"parent_match_id\": \"match_35\", \"reference\": \"worker_rush_parent\", \"relevant_ticks\": [], \"status\": \"improved\"}, {\"candidate_side\": \"p0\", \"child_candidate_id\": \"worker_rush_parent\", \"child_match_id\": \"match_36\", \"delta\": 101.792871, \"map\": \"map_1\", \"opponent\": \"randombias\", \"parent_candidate_id\": \"worker_rush_parent\", \"parent_match_id\": \"match_40\", \"reference\": \"worker_rush_parent\", \"relevant_ticks\": [], \"status\": \"improved\"}, {\"candidate_side\": \"p1\", \"child_candidate_id\": \"worker_rush_parent\", \"child_match_id\": \"match_37\", \"delta\": 0.444316, \"map\": \"map_1\", \"opponent\": \"randombias\", \"parent_candidate_id\": \"worker_rush_parent\", \"parent_match_id\": \"match_41\", \"reference\": \"worker_rush_parent\", \"relevant_ticks\": [], \"status\": \"improved\"}, {\"candidate_side\": \"p0\", \"child_candidate_id\": \"worker_rush_parent\", \"child_match_id\": \"match_38\", \"delta\": 1.159951, \"map\": \"map_1\", \"opponent\": \"randombias\", \"parent_candidate_id\": \"worker_rush_parent\", \"parent_match_id\": \"match_40\", \"reference\": \"worker_rush_parent\", \"relevant_ticks\": [], \"status\": \"improved\"}, {\"candidate_side\": \"p0\", \"child_candidate_id\": \"worker_rush_parent\", \"child_match_id\": \"match_44\", \"delta\": 95.829322, \"map\": \"map_2\", \"opponent\": \"randombias\", \"parent_candidate_id\": \"worker_rush_parent\", \"parent_match_id\": \"match_46\", \"reference\": \"worker_rush_parent\", \"relevant_ticks\": [], \"status\": \"improved\"}, {\"candidate_side\": \"p1\", \"child_candidate_id\": \"worker_rush_parent\", \"child_match_id\": \"match_45\", \"delta\": 1.751283, \"map\": \"map_2\", \"opponent\": \"randombias\", \"parent_candidate_id\": \"worker_rush_parent\", \"parent_match_id\": \"match_47\", \"reference\": \"worker_rush_parent\", \"relevant_ticks\": [], \"status\": \"improved\"}, {\"candidate_side\": \"p0\", \"child_candidate_id\": \"worker_rush_parent\", \"child_match_id\": \"match_48\", \"delta\": 0.246775, \"map\": \"map_3\", \"opponent\": \"randombias\", \"parent_candidate_id\": \"worker_rush_parent\", \"parent_match_id\": \"match_52\", \"reference\": \"worker_rush_parent\", \"relevant_ticks\": [], \"status\": \"improved\"}, {\"candidate_side\": \"p1\", \"child_candidate_id\": \"worker_rush_parent\", \"child_match_id\": \"match_49\", \"delta\": 0.199866, \"map\": \"map_3\", \"opponent\": \"randombias\", \"parent_candidate_id\": \"worker_rush_parent\", \"parent_match_id\": \"match_53\", \"reference\": \"worker_rush_parent\", \"relevant_ticks\": [], \"status\": \"improved\"}, {\"candidate_side\": \"p0\", \"child_candidate_id\": \"worker_rush_parent\", \"child_match_id\": \"match_50\", \"delta\": 0.296717, \"map\": \"map_3\", \"opponent\": \"randombias\", \"parent_candidate_id\": \"worker_rush_parent\", \"parent_match_id\": \"match_52\", \"reference\": \"worker_rush_parent\", \"relevant_ticks\": [], \"status\": \"improved\"}, {\"candidate_side\": \"p1\", \"child_candidate_id\": \"worker_rush_parent\", \"child_match_id\": \"match_51\", \"delta\": 0.100062, \"map\": \"map_3\", \"opponent\": \"randombias\", \"parent_candidate_id\": \"worker_rush_parent\", \"parent_match_id\": \"match_53\", \"reference\": \"worker_rush_parent\", \"relevant_ticks\": [], \"status\": \"improved\"}, {\"candidate_side\": \"p0\", \"child_candidate_id\": \"worker_rush_parent\", \"child_match_id\": \"match_132\", \"delta\": 0.000933, \"map\": \"map_2\", \"opponent\": \"mayari\", \"parent_candidate_id\": \"worker_rush_parent\", \"parent_match_id\": \"match_136\", \"reference\": \"worker_rush_parent\", \"relevant_ticks\": [], \"status\": \"improved\"}, {\"candidate_side\": \"p1\", \"child_candidate_id\": \"worker_rush_parent\", \"child_match_id\": \"match_133\", \"delta\": 0.374676, \"map\": \"map_2\", \"opponent\": \"mayari\", \"parent_candidate_id\": \"worker_rush_parent\", \"parent_match_id\": \"match_137\", \"reference\": \"worker_rush_parent\", \"relevant_ticks\": [], \"status\": \"improved\"}, {\"candidate_side\": \"p0\", \"child_candidate_id\": \"worker_rush_parent\", \"child_match_id\": \"match_134\", \"delta\": 0.841776, \"map\": \"map_2\", \"opponent\": \"mayari\", \"parent_candidate_id\": \"worker_rush_parent\", \"parent_match_id\": \"match_136\", \"reference\": \"worker_rush_parent\", \"relevant_ticks\": [], \"status\": \"improved\"}, {\"candidate_side\": \"p1\", \"child_candidate_id\": \"worker_rush_parent\", \"child_match_id\": \"match_135\", \"delta\": 0.371047, \"map\": \"map_2\", \"opponent\": \"mayari\", \"parent_candidate_id\": \"worker_rush_parent\", \"parent_match_id\": \"match_137\", \"reference\": \"worker_rush_parent\", \"relevant_ticks\": [], \"status\": \"improved\"}], \"matched_pairs\": [{\"candidate_side\": \"p0\", \"child_candidate_id\": \"worker_rush_parent\", \"child_match_id\": \"match_00\", \"delta\": 0.0, \"map\": \"map_1\", \"opponent\": \"passive\", \"parent_candidate_id\": \"worker_rush_parent\", \"parent_match_id\": \"match_04\", \"reference\": \"worker_rush_parent\", \"relevant_ticks\": [], \"status\": \"unchanged\"}, {\"candidate_side\": \"p1\", \"child_candidate_id\": \"worker_rush_parent\", \"child_match_id\": \"match_01\", \"delta\": 0.0, \"map\": \"map_1\", \"opponent\": \"passive\", \"parent_candidate_id\": \"worker_rush_parent\", \"parent_match_id\": \"match_05\", \"reference\": \"worker_rush_parent\", \"relevant_ticks\": [], \"status\": \"unchanged\"}, {\"candidate_side\": \"p0\", \"child_candidate_id\": \"worker_rush_parent\", \"child_match_id\": \"match_02\", \"delta\": 0.0, \"map\": \"map_1\", \"opponent\": \"passive\", \"parent_candidate_id\": \"worker_rush_parent\", \"parent_match_id\": \"match_04\", \"reference\": \"worker_rush_parent\", \"relevant_ticks\": [], \"status\": \"unchanged\"}, {\"candidate_side\": \"p1\", \"child_candidate_id\": \"worker_rush_parent\", \"child_match_id\": \"match_03\", \"delta\": 0.0, \"map\": \"map_1\", \"opponent\": \"passive\", \"parent_candidate_id\": \"worker_rush_parent\", \"parent_match_id\": \"match_05\", \"reference\": \"worker_rush_parent\", \"relevant_ticks\": [], \"status\": \"unchanged\"}, {\"candidate_side\": \"p0\", \"child_candidate_id\": \"worker_rush_parent\", \"child_match_id\": \"match_04\", \"delta\": 0.0, \"map\": \"map_1\", \"opponent\": \"passive\", \"parent_candidate_id\": \"worker_rush_parent\", \"parent_match_id\": \"match_04\", \"reference\": \"worker_rush_parent\", \"relevant_ticks\": [], \"status\": \"unchanged\"}, {\"candidate_side\": \"p1\", \"child_candidate_id\": \"worker_rush_parent\", \"child_match_id\": \"match_05\", \"delta\": 0.0, \"map\": \"map_1\", \"opponent\": \"passive\", \"parent_candidate_id\": \"worker_rush_parent\", \"parent_match_id\": \"match_05\", \"reference\": \"worker_rush_parent\", \"relevant_ticks\": [], \"status\": \"unchanged\"}, {\"candidate_side\": \"p0\", \"child_candidate_id\": \"worker_rush_parent\", \"child_match_id\": \"match_06\", \"delta\": 0.0, \"map\": \"map_2\", \"opponent\": \"passive\", \"parent_candidate_id\": \"worker_rush_parent\", \"parent_match_id\": \"match_10\", \"reference\": \"worker_rush_parent\", \"relevant_ticks\": [], \"status\": \"unchanged\"}, {\"candidate_side\": \"p1\", \"child_candidate_id\": \"worker_rush_parent\", \"child_match_id\": \"match_07\", \"delta\": 0.0, \"map\": \"map_2\", \"opponent\": \"passive\", \"parent_candidate_id\": \"worker_rush_parent\", \"parent_match_id\": \"match_11\", \"reference\": \"worker_rush_parent\", \"relevant_ticks\": [], \"status\": \"unchanged\"}, {\"candidate_side\": \"p0\", \"child_candidate_id\": \"worker_rush_parent\", \"child_match_id\": \"match_08\", \"delta\": 0.0, \"map\": \"map_2\", \"opponent\": \"passive\", \"parent_candidate_id\": \"worker_rush_parent\", \"parent_match_id\": \"match_10\", \"reference\": \"worker_rush_parent\", \"relevant_ticks\": [], \"status\": \"unchanged\"}, {\"candidate_side\": \"p1\", \"child_candidate_id\": \"worker_rush_parent\", \"child_match_id\": \"match_09\", \"delta\": 0.0, \"map\": \"map_2\", \"opponent\": \"passive\", \"parent_candidate_id\": \"worker_rush_parent\", \"parent_match_id\": \"match_11\", \"reference\": \"worker_rush_parent\", \"relevant_ticks\": [], \"status\": \"unchanged\"}, {\"candidate_side\": \"p0\", \"child_candidate_id\": \"worker_rush_parent\", \"child_match_id\": \"match_10\", \"delta\": 0.0, \"map\": \"map_2\", \"opponent\": \"passive\", \"parent_candidate_id\": \"worker_rush_parent\", \"parent_match_id\": \"match_10\", \"reference\": \"worker_rush_parent\", \"relevant_ticks\": [], \"status\": \"unchanged\"}, {\"candidate_side\": \"p1\", \"child_candidate_id\": \"worker_rush_parent\", \"child_match_id\": \"match_11\", \"delta\": 0.0, \"map\": \"map_2\", \"opponent\": \"passive\", \"parent_candidate_id\": \"worker_rush_parent\", \"parent_match_id\": \"match_11\", \"reference\": \"worker_rush_parent\", \"relevant_ticks\": [], \"status\": \"unchanged\"}, {\"candidate_side\": \"p0\", \"child_candidate_id\": \"worker_rush_parent\", \"child_match_id\": \"match_12\", \"delta\": 0.0, \"map\": \"map_3\", \"opponent\": \"passive\", \"parent_candidate_id\": \"worker_rush_parent\", \"parent_match_id\": \"match_16\", \"reference\": \"worker_rush_parent\", \"relevant_ticks\": [], \"status\": \"unchanged\"}, {\"candidate_side\": \"p1\", \"child_candidate_id\": \"worker_rush_parent\", \"child_match_id\": \"match_13\", \"delta\": 0.0, \"map\": \"map_3\", \"opponent\": \"passive\", \"parent_candidate_id\": \"worker_rush_parent\", \"parent_match_id\": \"match_17\", \"reference\": \"worker_rush_parent\", \"relevant_ticks\": [], \"status\": \"unchanged\"}, {\"candidate_side\": \"p0\", \"child_candidate_id\": \"worker_rush_parent\", \"child_match_id\": \"match_14\", \"delta\": 0.0, \"map\": \"map_3\", \"opponent\": \"passive\", \"parent_candidate_id\": \"worker_rush_parent\", \"parent_match_id\": \"match_16\", \"reference\": \"worker_rush_parent\", \"relevant_ticks\": [], \"status\": \"unchanged\"}, {\"candidate_side\": \"p1\", \"child_candidate_id\": \"worker_rush_parent\", \"child_match_id\": \"match_15\", \"delta\": 0.0, \"map\": \"map_3\", \"opponent\": \"passive\", \"parent_candidate_id\": \"worker_rush_parent\", \"parent_match_id\": \"match_17\", \"reference\": \"worker_rush_parent\", \"relevant_ticks\": [], \"status\": \"unchanged\"}, {\"candidate_side\": \"p0\", \"child_candidate_id\": \"worker_rush_parent\", \"child_match_id\": \"match_16\", \"delta\": 0.0, \"map\": \"map_3\", \"opponent\": \"passive\", \"parent_candidate_id\": \"worker_rush_parent\", \"parent_match_id\": \"match_16\", \"reference\": \"worker_rush_parent\", \"relevant_ticks\": [], \"status\": \"unchanged\"}, {\"candidate_side\": \"p1\", \"child_candidate_id\": \"worker_rush_parent\", \"child_match_id\": \"match_17\", \"delta\": 0.0, \"map\": \"map_3\", \"opponent\": \"passive\", \"parent_candidate_id\": \"worker_rush_parent\", \"parent_match_id\": \"match_17\", \"reference\": \"worker_rush_parent\", \"relevant_ticks\": [], \"status\": \"unchanged\"}, {\"candidate_side\": \"p0\", \"child_candidate_id\": \"worker_rush_parent\", \"child_match_id\": \"match_18\", \"delta\": 3.367457, \"map\": \"map_1\", \"opponent\": \"random\", \"parent_candidate_id\": \"worker_rush_parent\", \"parent_match_id\": \"match_22\", \"reference\": \"worker_rush_parent\", \"relevant_ticks\": [], \"status\": \"improved\"}, {\"candidate_side\": \"p1\", \"child_candidate_id\": \"worker_rush_parent\", \"child_match_id\": \"match_19\", \"delta\": 1.586391, \"map\": \"map_1\", \"opponent\": \"random\", \"parent_candidate_id\": \"worker_rush_parent\", \"parent_match_id\": \"match_23\", \"reference\": \"worker_rush_parent\", \"relevant_ticks\": [], \"status\": \"improved\"}, {\"candidate_side\": \"p0\", \"child_candidate_id\": \"worker_rush_parent\", \"child_match_id\": \"match_20\", \"delta\": 0.768847, \"map\": \"map_1\", \"opponent\": \"random\", \"parent_candidate_id\": \"worker_rush_parent\", \"parent_match_id\": \"match_22\", \"reference\": \"worker_rush_parent\", \"relevant_ticks\": [], \"status\": \"improved\"}, {\"candidate_side\": \"p1\", \"child_candidate_id\": \"worker_rush_parent\", \"child_match_id\": \"match_21\", \"delta\": -2.911703, \"map\": \"map_1\", \"opponent\": \"random\", \"parent_candidate_id\": \"worker_rush_parent\", \"parent_match_id\": \"match_23\", \"reference\": \"worker_rush_parent\", \"relevant_ticks\": [], \"status\": \"regressed\"}, {\"candidate_side\": \"p0\", \"child_candidate_id\": \"worker_rush_parent\", \"child_match_id\": \"match_22\", \"delta\": 0.0, \"map\": \"map_1\", \"opponent\": \"random\", \"parent_candidate_id\": \"worker_rush_parent\", \"parent_match_id\": \"match_22\", \"reference\": \"worker_rush_parent\", \"relevant_ticks\": [], \"status\": \"unchanged\"}, {\"candidate_side\": \"p1\", \"child_candidate_id\": \"worker_rush_parent\", \"child_match_id\": \"match_23\", \"delta\": 0.0, \"map\": \"map_1\", \"opponent\": \"random\", \"parent_candidate_id\": \"worker_rush_parent\", \"parent_match_id\": \"match_23\", \"reference\": \"worker_rush_parent\", \"relevant_ticks\": [], \"status\": \"unchanged\"}, {\"candidate_side\": \"p0\", \"child_candidate_id\": \"worker_rush_parent\", \"child_match_id\": \"match_24\", \"delta\": 2.478857, \"map\": \"map_2\", \"opponent\": \"random\", \"parent_candidate_id\": \"worker_rush_parent\", \"parent_match_id\": \"match_28\", \"reference\": \"worker_rush_parent\", \"relevant_ticks\": [], \"status\": \"improved\"}, {\"candidate_side\": \"p1\", \"child_candidate_id\": \"worker_rush_parent\", \"child_match_id\": \"match_25\", \"delta\": -1.732499, \"map\": \"map_2\", \"opponent\": \"random\", \"parent_candidate_id\": \"worker_rush_parent\", \"parent_match_id\": \"match_29\", \"reference\": \"worker_rush_parent\", \"relevant_ticks\": [], \"status\": \"regressed\"}, {\"candidate_side\": \"p0\", \"child_candidate_id\": \"worker_rush_parent\", \"child_match_id\": \"match_26\", \"delta\": 2.522787, \"map\": \"map_2\", \"opponent\": \"random\", \"parent_candidate_id\": \"worker_rush_parent\", \"parent_match_id\": \"match_28\", \"reference\": \"worker_rush_parent\", \"relevant_ticks\": [], \"status\": \"improved\"}, {\"candidate_side\": \"p1\", \"child_candidate_id\": \"worker_rush_parent\", \"child_match_id\": \"match_27\", \"delta\": 0.196029, \"map\": \"map_2\", \"opponent\": \"random\", \"parent_candidate_id\": \"worker_rush_parent\", \"parent_match_id\": \"match_29\", \"reference\": \"worker_rush_parent\", \"relevant_ticks\": [], \"status\": \"improved\"}, {\"candidate_side\": \"p0\", \"child_candidate_id\": \"worker_rush_parent\", \"child_match_id\": \"match_28\", \"delta\": 0.0, \"map\": \"map_2\", \"opponent\": \"random\", \"parent_candidate_id\": \"worker_rush_parent\", \"parent_match_id\": \"match_28\", \"reference\": \"worker_rush_parent\", \"relevant_ticks\": [], \"status\": \"unchanged\"}, {\"candidate_side\": \"p1\", \"child_candidate_id\": \"worker_rush_parent\", \"child_match_id\": \"match_29\", \"delta\": 0.0, \"map\": \"map_2\", \"opponent\": \"random\", \"parent_candidate_id\": \"worker_rush_parent\", \"parent_match_id\": \"match_29\", \"reference\": \"worker_rush_parent\", \"relevant_ticks\": [], \"status\": \"unchanged\"}, {\"candidate_side\": \"p0\", \"child_candidate_id\": \"worker_rush_parent\", \"child_match_id\": \"match_30\", \"delta\": -1.164926, \"map\": \"map_3\", \"opponent\": \"random\", \"parent_candidate_id\": \"worker_rush_parent\", \"parent_match_id\": \"match_34\", \"reference\": \"worker_rush_parent\", \"relevant_ticks\": [], \"status\": \"regressed\"}, {\"candidate_side\": \"p1\", \"child_candidate_id\": \"worker_rush_parent\", \"child_match_id\": \"match_31\", \"delta\": 2.676041, \"map\": \"map_3\", \"opponent\": \"random\", \"parent_candidate_id\": \"worker_rush_parent\", \"parent_match_id\": \"match_35\", \"reference\": \"worker_rush_parent\", \"relevant_ticks\": [], \"status\": \"improved\"}, {\"candidate_side\": \"p0\", \"child_candidate_id\": \"worker_rush_parent\", \"child_match_id\": \"match_32\", \"delta\": -0.83732, \"map\": \"map_3\", \"opponent\": \"random\", \"parent_candidate_id\": \"worker_rush_parent\", \"parent_match_id\": \"match_34\", \"reference\": \"worker_rush_parent\", \"relevant_ticks\": [], \"status\": \"regressed\"}, {\"candidate_side\": \"p1\", \"child_candidate_id\": \"worker_rush_parent\", \"child_match_id\": \"match_33\", \"delta\": 1.348416, \"map\": \"map_3\", \"opponent\": \"random\", \"parent_candidate_id\": \"worker_rush_parent\", \"parent_match_id\": \"match_35\", \"reference\": \"worker_rush_parent\", \"relevant_ticks\": [], \"status\": \"improved\"}, {\"candidate_side\": \"p0\", \"child_candidate_id\": \"worker_rush_parent\", \"child_match_id\": \"match_34\", \"delta\": 0.0, \"map\": \"map_3\", \"opponent\": \"random\", \"parent_candidate_id\": \"worker_rush_parent\", \"parent_match_id\": \"match_34\", \"reference\": \"worker_rush_parent\", \"relevant_ticks\": [], \"status\": \"unchanged\"}, {\"candidate_side\": \"p1\", \"child_candidate_id\": \"worker_rush_parent\", \"child_match_id\": \"match_35\", \"delta\": 0.0, \"map\": \"map_3\", \"opponent\": \"random\", \"parent_candidate_id\": \"worker_rush_parent\", \"parent_match_id\": \"match_35\", \"reference\": \"worker_rush_parent\", \"relevant_ticks\": [], \"status\": \"unchanged\"}, {\"candidate_side\": \"p0\", \"child_candidate_id\": \"worker_rush_parent\", \"child_match_id\": \"match_36\", \"delta\": 101.792871, \"map\": \"map_1\", \"opponent\": \"randombias\", \"parent_candidate_id\": \"worker_rush_parent\", \"parent_match_id\": \"match_40\", \"reference\": \"worker_rush_parent\", \"relevant_ticks\": [], \"status\": \"improved\"}, {\"candidate_side\": \"p1\", \"child_candidate_id\": \"worker_rush_parent\", \"child_match_id\": \"match_37\", \"delta\": 0.444316, \"map\": \"map_1\", \"opponent\": \"randombias\", \"parent_candidate_id\": \"worker_rush_parent\", \"parent_match_id\": \"match_41\", \"reference\": \"worker_rush_parent\", \"relevant_ticks\": [], \"status\": \"improved\"}, {\"candidate_side\": \"p0\", \"child_candidate_id\": \"worker_rush_parent\", \"child_match_id\": \"match_38\", \"delta\": 1.159951, \"map\": \"map_1\", \"opponent\": \"randombias\", \"parent_candidate_id\": \"worker_rush_parent\", \"parent_match_id\": \"match_40\", \"reference\": \"worker_rush_parent\", \"relevant_ticks\": [], \"status\": \"improved\"}, {\"candidate_side\": \"p1\", \"child_candidate_id\": \"worker_rush_parent\", \"child_match_id\": \"match_39\", \"delta\": -0.457126, \"map\": \"map_1\", \"opponent\": \"randombias\", \"parent_candidate_id\": \"worker_rush_parent\", \"parent_match_id\": \"match_41\", \"reference\": \"worker_rush_parent\", \"relevant_ticks\": [], \"status\": \"regressed\"}, {\"candidate_side\": \"p0\", \"child_candidate_id\": \"worker_rush_parent\", \"child_match_id\": \"match_40\", \"delta\": 0.0, \"map\": \"map_1\", \"opponent\": \"randombias\", \"parent_candidate_id\": \"worker_rush_parent\", \"parent_match_id\": \"match_40\", \"reference\": \"worker_rush_parent\", \"relevant_ticks\": [], \"status\": \"unchanged\"}, {\"candidate_side\": \"p1\", \"child_candidate_id\": \"worker_rush_parent\", \"child_match_id\": \"match_41\", \"delta\": 0.0, \"map\": \"map_1\", \"opponent\": \"randombias\", \"parent_candidate_id\": \"worker_rush_parent\", \"parent_match_id\": \"match_41\", \"reference\": \"worker_rush_parent\", \"relevant_ticks\": [], \"status\": \"unchanged\"}, {\"candidate_side\": \"p0\", \"child_candidate_id\": \"worker_rush_parent\", \"child_match_id\": \"match_42\", \"delta\": -1.182114, \"map\": \"map_2\", \"opponent\": \"randombias\", \"parent_candidate_id\": \"worker_rush_parent\", \"parent_match_id\": \"match_46\", \"reference\": \"worker_rush_parent\", \"relevant_ticks\": [], \"status\": \"regressed\"}, {\"candidate_side\": \"p1\", \"child_candidate_id\": \"worker_rush_parent\", \"child_match_id\": \"match_43\", \"delta\": -0.224205, \"map\": \"map_2\", \"opponent\": \"randombias\", \"parent_candidate_id\": \"worker_rush_parent\", \"parent_match_id\": \"match_47\", \"reference\": \"worker_rush_parent\", \"relevant_ticks\": [], \"status\": \"regressed\"}, {\"candidate_side\": \"p0\", \"child_candidate_id\": \"worker_rush_parent\", \"child_match_id\": \"match_44\", \"delta\": 95.829322, \"map\": \"map_2\", \"opponent\": \"randombias\", \"parent_candidate_id\": \"worker_rush_parent\", \"parent_match_id\": \"match_46\", \"reference\": \"worker_rush_parent\", \"relevant_ticks\": [], \"status\": \"improved\"}, {\"candidate_side\": \"p1\", \"child_candidate_id\": \"worker_rush_parent\", \"child_match_id\": \"match_45\", \"delta\": 1.751283, \"map\": \"map_2\", \"opponent\": \"randombias\", \"parent_candidate_id\": \"worker_rush_parent\", \"parent_match_id\": \"match_47\", \"reference\": \"worker_rush_parent\", \"relevant_ticks\": [], \"status\": \"improved\"}, {\"candidate_side\": \"p0\", \"child_candidate_id\": \"worker_rush_parent\", \"child_match_id\": \"match_46\", \"delta\": 0.0, \"map\": \"map_2\", \"opponent\": \"randombias\", \"parent_candidate_id\": \"worker_rush_parent\", \"parent_match_id\": \"match_46\", \"reference\": \"worker_rush_parent\", \"relevant_ticks\": [], \"status\": \"unchanged\"}, {\"candidate_side\": \"p1\", \"child_candidate_id\": \"worker_rush_parent\", \"child_match_id\": \"match_47\", \"delta\": 0.0, \"map\": \"map_2\", \"opponent\": \"randombias\", \"parent_candidate_id\": \"worker_rush_parent\", \"parent_match_id\": \"match_47\", \"reference\": \"worker_rush_parent\", \"relevant_ticks\": [], \"status\": \"unchanged\"}, {\"candidate_side\": \"p0\", \"child_candidate_id\": \"worker_rush_parent\", \"child_match_id\": \"match_48\", \"delta\": 0.246775, \"map\": \"map_3\", \"opponent\": \"randombias\", \"parent_candidate_id\": \"worker_rush_parent\", \"parent_match_id\": \"match_52\", \"reference\": \"worker_rush_parent\", \"relevant_ticks\": [], \"status\": \"improved\"}, {\"candidate_side\": \"p1\", \"child_candidate_id\": \"worker_rush_parent\", \"child_match_id\": \"match_49\", \"delta\": 0.199866, \"map\": \"map_3\", \"opponent\": \"randombias\", \"parent_candidate_id\": \"worker_rush_parent\", \"parent_match_id\": \"match_53\", \"reference\": \"worker_rush_parent\", \"relevant_ticks\": [], \"status\": \"improved\"}, {\"candidate_side\": \"p0\", \"child_candidate_id\": \"worker_rush_parent\", \"child_match_id\": \"match_50\", \"delta\": 0.296717, \"map\": \"map_3\", \"opponent\": \"randombias\", \"parent_candidate_id\": \"worker_rush_parent\", \"parent_match_id\": \"match_52\", \"reference\": \"worker_rush_parent\", \"relevant_ticks\": [], \"status\": \"improved\"}, {\"candidate_side\": \"p1\", \"child_candidate_id\": \"worker_rush_parent\", \"child_match_id\": \"match_51\", \"delta\": 0.100062, \"map\": \"map_3\", \"opponent\": \"randombias\", \"parent_candidate_id\": \"worker_rush_parent\", \"parent_match_id\": \"match_53\", \"reference\": \"worker_rush_parent\", \"relevant_ticks\": [], \"status\": \"improved\"}, {\"candidate_side\": \"p0\", \"child_candidate_id\": \"worker_rush_parent\", \"child_match_id\": \"match_52\", \"delta\": 0.0, \"map\": \"map_3\", \"opponent\": \"randombias\", \"parent_candidate_id\": \"worker_rush_parent\", \"parent_match_id\": \"match_52\", \"reference\": \"worker_rush_parent\", \"relevant_ticks\": [], \"status\": \"unchanged\"}, {\"candidate_side\": \"p1\", \"child_candidate_id\": \"worker_rush_parent\", \"child_match_id\": \"match_53\", \"delta\": 0.0, \"map\": \"map_3\", \"opponent\": \"randombias\", \"parent_candidate_id\": \"worker_rush_parent\", \"parent_match_id\": \"match_53\", \"reference\": \"worker_rush_parent\", \"relevant_ticks\": [], \"status\": \"unchanged\"}, {\"candidate_side\": \"p0\", \"child_candidate_id\": \"worker_rush_parent\", \"child_match_id\": \"match_54\", \"delta\": 0.0, \"map\": \"map_1\", \"opponent\": \"lightrush\", \"parent_candidate_id\": \"worker_rush_parent\", \"parent_match_id\": \"match_58\", \"reference\": \"worker_rush_parent\", \"relevant_ticks\": [], \"status\": \"unchanged\"}, {\"candidate_side\": \"p1\", \"child_candidate_id\": \"worker_rush_parent\", \"child_match_id\": \"match_55\", \"delta\": 0.0, \"map\": \"map_1\", \"opponent\": \"lightrush\", \"parent_candidate_id\": \"worker_rush_parent\", \"parent_match_id\": \"match_59\", \"reference\": \"worker_rush_parent\", \"relevant_ticks\": [], \"status\": \"unchanged\"}, {\"candidate_side\": \"p0\", \"child_candidate_id\": \"worker_rush_parent\", \"child_match_id\": \"match_56\", \"delta\": 0.0, \"map\": \"map_1\", \"opponent\": \"lightrush\", \"parent_candidate_id\": \"worker_rush_parent\", \"parent_match_id\": \"match_58\", \"reference\": \"worker_rush_parent\", \"relevant_ticks\": [], \"status\": \"unchanged\"}, {\"candidate_side\": \"p1\", \"child_candidate_id\": \"worker_rush_parent\", \"child_match_id\": \"match_57\", \"delta\": 0.0, \"map\": \"map_1\", \"opponent\": \"lightrush\", \"parent_candidate_id\": \"worker_rush_parent\", \"parent_match_id\": \"match_59\", \"reference\": \"worker_rush_parent\", \"relevant_ticks\": [], \"status\": \"unchanged\"}, {\"candidate_side\": \"p0\", \"child_candidate_id\": \"worker_rush_parent\", \"child_match_id\": \"match_58\", \"delta\": 0.0, \"map\": \"map_1\", \"opponent\": \"lightrush\", \"parent_candidate_id\": \"worker_rush_parent\", \"parent_match_id\": \"match_58\", \"reference\": \"worker_rush_parent\", \"relevant_ticks\": [], \"status\": \"unchanged\"}, {\"candidate_side\": \"p1\", \"child_candidate_id\": \"worker_rush_parent\", \"child_match_id\": \"match_59\", \"delta\": 0.0, \"map\": \"map_1\", \"opponent\": \"lightrush\", \"parent_candidate_id\": \"worker_rush_parent\", \"parent_match_id\": \"match_59\", \"reference\": \"worker_rush_parent\", \"relevant_ticks\": [], \"status\": \"unchanged\"}, {\"candidate_side\": \"p0\", \"child_candidate_id\": \"worker_rush_parent\", \"child_match_id\": \"match_60\", \"delta\": 0.0, \"map\": \"map_2\", \"opponent\": \"lightrush\", \"parent_candidate_id\": \"worker_rush_parent\", \"parent_match_id\": \"match_64\", \"reference\": \"worker_rush_parent\", \"relevant_ticks\": [], \"status\": \"unchanged\"}, {\"candidate_side\": \"p1\", \"child_candidate_id\": \"worker_rush_parent\", \"child_match_id\": \"match_61\", \"delta\": 0.0, \"map\": \"map_2\", \"opponent\": \"lightrush\", \"parent_candidate_id\": \"worker_rush_parent\", \"parent_match_id\": \"match_65\", \"reference\": \"worker_rush_parent\", \"relevant_ticks\": [], \"status\": \"unchanged\"}, {\"candidate_side\": \"p0\", \"child_candidate_id\": \"worker_rush_parent\", \"child_match_id\": \"match_62\", \"delta\": 0.0, \"map\": \"map_2\", \"opponent\": \"lightrush\", \"parent_candidate_id\": \"worker_rush_parent\", \"parent_match_id\": \"match_64\", \"reference\": \"worker_rush_parent\", \"relevant_ticks\": [], \"status\": \"unchanged\"}, {\"candidate_side\": \"p1\", \"child_candidate_id\": \"worker_rush_parent\", \"child_match_id\": \"match_63\", \"delta\": 0.0, \"map\": \"map_2\", \"opponent\": \"lightrush\", \"parent_candidate_id\": \"worker_rush_parent\", \"parent_match_id\": \"match_65\", \"reference\": \"worker_rush_parent\", \"relevant_ticks\": [], \"status\": \"unchanged\"}, {\"candidate_side\": \"p0\", \"child_candidate_id\": \"worker_rush_parent\", \"child_match_id\": \"match_64\", \"delta\": 0.0, \"map\": \"map_2\", \"opponent\": \"lightrush\", \"parent_candidate_id\": \"worker_rush_parent\", \"parent_match_id\": \"match_64\", \"reference\": \"worker_rush_parent\", \"relevant_ticks\": [], \"status\": \"unchanged\"}, {\"candidate_side\": \"p1\", \"child_candidate_id\": \"worker_rush_parent\", \"child_match_id\": \"match_65\", \"delta\": 0.0, \"map\": \"map_2\", \"opponent\": \"lightrush\", \"parent_candidate_id\": \"worker_rush_parent\", \"parent_match_id\": \"match_65\", \"reference\": \"worker_rush_parent\", \"relevant_ticks\": [], \"status\": \"unchanged\"}, {\"candidate_side\": \"p0\", \"child_candidate_id\": \"worker_rush_parent\", \"child_match_id\": \"match_66\", \"delta\": 0.0, \"map\": \"map_3\", \"opponent\": \"lightrush\", \"parent_candidate_id\": \"worker_rush_parent\", \"parent_match_id\": \"match_70\", \"reference\": \"worker_rush_parent\", \"relevant_ticks\": [], \"status\": \"unchanged\"}, {\"candidate_side\": \"p1\", \"child_candidate_id\": \"worker_rush_parent\", \"child_match_id\": \"match_67\", \"delta\": 0.0, \"map\": \"map_3\", \"opponent\": \"lightrush\", \"parent_candidate_id\": \"worker_rush_parent\", \"parent_match_id\": \"match_71\", \"reference\": \"worker_rush_parent\", \"relevant_ticks\": [], \"status\": \"unchanged\"}, {\"candidate_side\": \"p0\", \"child_candidate_id\": \"worker_rush_parent\", \"child_match_id\": \"match_68\", \"delta\": 0.0, \"map\": \"map_3\", \"opponent\": \"lightrush\", \"parent_candidate_id\": \"worker_rush_parent\", \"parent_match_id\": \"match_70\", \"reference\": \"worker_rush_parent\", \"relevant_ticks\": [], \"status\": \"unchanged\"}, {\"candidate_side\": \"p1\", \"child_candidate_id\": \"worker_rush_parent\", \"child_match_id\": \"match_69\", \"delta\": 0.0, \"map\": \"map_3\", \"opponent\": \"lightrush\", \"parent_candidate_id\": \"worker_rush_parent\", \"parent_match_id\": \"match_71\", \"reference\": \"worker_rush_parent\", \"relevant_ticks\": [], \"status\": \"unchanged\"}, {\"candidate_side\": \"p0\", \"child_candidate_id\": \"worker_rush_parent\", \"child_match_id\": \"match_70\", \"delta\": 0.0, \"map\": \"map_3\", \"opponent\": \"lightrush\", \"parent_candidate_id\": \"worker_rush_parent\", \"parent_match_id\": \"match_70\", \"reference\": \"worker_rush_parent\", \"relevant_ticks\": [], \"status\": \"unchanged\"}, {\"candidate_side\": \"p1\", \"child_candidate_id\": \"worker_rush_parent\", \"child_match_id\": \"match_71\", \"delta\": 0.0, \"map\": \"map_3\", \"opponent\": \"lightrush\", \"parent_candidate_id\": \"worker_rush_parent\", \"parent_match_id\": \"match_71\", \"reference\": \"worker_rush_parent\", \"relevant_ticks\": [], \"status\": \"unchanged\"}, {\"candidate_side\": \"p0\", \"child_candidate_id\": \"worker_rush_parent\", \"child_match_id\": \"match_72\", \"delta\": 0.0, \"map\": \"map_1\", \"opponent\": \"heavyrush\", \"parent_candidate_id\": \"worker_rush_parent\", \"parent_match_id\": \"match_76\", \"reference\": \"worker_rush_parent\", \"relevant_ticks\": [], \"status\": \"unchanged\"}, {\"candidate_side\": \"p1\", \"child_candidate_id\": \"worker_rush_parent\", \"child_match_id\": \"match_73\", \"delta\": 0.0, \"map\": \"map_1\", \"opponent\": \"heavyrush\", \"parent_candidate_id\": \"worker_rush_parent\", \"parent_match_id\": \"match_77\", \"reference\": \"worker_rush_parent\", \"relevant_ticks\": [], \"status\": \"unchanged\"}, {\"candidate_side\": \"p0\", \"child_candidate_id\": \"worker_rush_parent\", \"child_match_id\": \"match_74\", \"delta\": 0.0, \"map\": \"map_1\", \"opponent\": \"heavyrush\", \"parent_candidate_id\": \"worker_rush_parent\", \"parent_match_id\": \"match_76\", \"reference\": \"worker_rush_parent\", \"relevant_ticks\": [], \"status\": \"unchanged\"}, {\"candidate_side\": \"p1\", \"child_candidate_id\": \"worker_rush_parent\", \"child_match_id\": \"match_75\", \"delta\": 0.0, \"map\": \"map_1\", \"opponent\": \"heavyrush\", \"parent_candidate_id\": \"worker_rush_parent\", \"parent_match_id\": \"match_77\", \"reference\": \"worker_rush_parent\", \"relevant_ticks\": [], \"status\": \"unchanged\"}, {\"candidate_side\": \"p0\", \"child_candidate_id\": \"worker_rush_parent\", \"child_match_id\": \"match_76\", \"delta\": 0.0, \"map\": \"map_1\", \"opponent\": \"heavyrush\", \"parent_candidate_id\": \"worker_rush_parent\", \"parent_match_id\": \"match_76\", \"reference\": \"worker_rush_parent\", \"relevant_ticks\": [], \"status\": \"unchanged\"}, {\"candidate_side\": \"p1\", \"child_candidate_id\": \"worker_rush_parent\", \"child_match_id\": \"match_77\", \"delta\": 0.0, \"map\": \"map_1\", \"opponent\": \"heavyrush\", \"parent_candidate_id\": \"worker_rush_parent\", \"parent_match_id\": \"match_77\", \"reference\": \"worker_rush_parent\", \"relevant_ticks\": [], \"status\": \"unchanged\"}, {\"candidate_side\": \"p0\", \"child_candidate_id\": \"worker_rush_parent\", \"child_match_id\": \"match_78\", \"delta\": 0.0, \"map\": \"map_2\", \"opponent\": \"heavyrush\", \"parent_candidate_id\": \"worker_rush_parent\", \"parent_match_id\": \"match_82\", \"reference\": \"worker_rush_parent\", \"relevant_ticks\": [], \"status\": \"unchanged\"}, {\"candidate_side\": \"p1\", \"child_candidate_id\": \"worker_rush_parent\", \"child_match_id\": \"match_79\", \"delta\": 0.0, \"map\": \"map_2\", \"opponent\": \"heavyrush\", \"parent_candidate_id\": \"worker_rush_parent\", \"parent_match_id\": \"match_83\", \"reference\": \"worker_rush_parent\", \"relevant_ticks\": [], \"status\": \"unchanged\"}, {\"candidate_side\": \"p0\", \"child_candidate_id\": \"worker_rush_parent\", \"child_match_id\": \"match_80\", \"delta\": 0.0, \"map\": \"map_2\", \"opponent\": \"heavyrush\", \"parent_candidate_id\": \"worker_rush_parent\", \"parent_match_id\": \"match_82\", \"reference\": \"worker_rush_parent\", \"relevant_ticks\": [], \"status\": \"unchanged\"}, {\"candidate_side\": \"p1\", \"child_candidate_id\": \"worker_rush_parent\", \"child_match_id\": \"match_81\", \"delta\": 0.0, \"map\": \"map_2\", \"opponent\": \"heavyrush\", \"parent_candidate_id\": \"worker_rush_parent\", \"parent_match_id\": \"match_83\", \"reference\": \"worker_rush_parent\", \"relevant_ticks\": [], \"status\": \"unchanged\"}, {\"candidate_side\": \"p0\", \"child_candidate_id\": \"worker_rush_parent\", \"child_match_id\": \"match_82\", \"delta\": 0.0, \"map\": \"map_2\", \"opponent\": \"heavyrush\", \"parent_candidate_id\": \"worker_rush_parent\", \"parent_match_id\": \"match_82\", \"reference\": \"worker_rush_parent\", \"relevant_ticks\": [], \"status\": \"unchanged\"}, {\"candidate_side\": \"p1\", \"child_candidate_id\": \"worker_rush_parent\", \"child_match_id\": \"match_83\", \"delta\": 0.0, \"map\": \"map_2\", \"opponent\": \"heavyrush\", \"parent_candidate_id\": \"worker_rush_parent\", \"parent_match_id\": \"match_83\", \"reference\": \"worker_rush_parent\", \"relevant_ticks\": [], \"status\": \"unchanged\"}, {\"candidate_side\": \"p0\", \"child_candidate_id\": \"worker_rush_parent\", \"child_match_id\": \"match_84\", \"delta\": 0.0, \"map\": \"map_3\", \"opponent\": \"heavyrush\", \"parent_candidate_id\": \"worker_rush_parent\", \"parent_match_id\": \"match_88\", \"reference\": \"worker_rush_parent\", \"relevant_ticks\": [], \"status\": \"unchanged\"}, {\"candidate_side\": \"p1\", \"child_candidate_id\": \"worker_rush_parent\", \"child_match_id\": \"match_85\", \"delta\": 0.0, \"map\": \"map_3\", \"opponent\": \"heavyrush\", \"parent_candidate_id\": \"worker_rush_parent\", \"parent_match_id\": \"match_89\", \"reference\": \"worker_rush_parent\", \"relevant_ticks\": [], \"status\": \"unchanged\"}, {\"candidate_side\": \"p0\", \"child_candidate_id\": \"worker_rush_parent\", \"child_match_id\": \"match_86\", \"delta\": 0.0, \"map\": \"map_3\", \"opponent\": \"heavyrush\", \"parent_candidate_id\": \"worker_rush_parent\", \"parent_match_id\": \"match_88\", \"reference\": \"worker_rush_parent\", \"relevant_ticks\": [], \"status\": \"unchanged\"}, {\"candidate_side\": \"p1\", \"child_candidate_id\": \"worker_rush_parent\", \"child_match_id\": \"match_87\", \"delta\": 0.0, \"map\": \"map_3\", \"opponent\": \"heavyrush\", \"parent_candidate_id\": \"worker_rush_parent\", \"parent_match_id\": \"match_89\", \"reference\": \"worker_rush_parent\", \"relevant_ticks\": [], \"status\": \"unchanged\"}, {\"candidate_side\": \"p0\", \"child_candidate_id\": \"worker_rush_parent\", \"child_match_id\": \"match_88\", \"delta\": 0.0, \"map\": \"map_3\", \"opponent\": \"heavyrush\", \"parent_candidate_id\": \"worker_rush_parent\", \"parent_match_id\": \"match_88\", \"reference\": \"worker_rush_parent\", \"relevant_ticks\": [], \"status\": \"unchanged\"}, {\"candidate_side\": \"p1\", \"child_candidate_id\": \"worker_rush_parent\", \"child_match_id\": \"match_89\", \"delta\": 0.0, \"map\": \"map_3\", \"opponent\": \"heavyrush\", \"parent_candidate_id\": \"worker_rush_parent\", \"parent_match_id\": \"match_89\", \"reference\": \"worker_rush_parent\", \"relevant_ticks\": [], \"status\": \"unchanged\"}, {\"candidate_side\": \"p0\", \"child_candidate_id\": \"worker_rush_parent\", \"child_match_id\": \"match_90\", \"delta\": 0.0, \"map\": \"map_1\", \"opponent\": \"workerrush\", \"parent_candidate_id\": \"worker_rush_parent\", \"parent_match_id\": \"match_94\", \"reference\": \"worker_rush_parent\", \"relevant_ticks\": [], \"status\": \"unchanged\"}, {\"candidate_side\": \"p1\", \"child_candidate_id\": \"worker_rush_parent\", \"child_match_id\": \"match_91\", \"delta\": 0.0, \"map\": \"map_1\", \"opponent\": \"workerrush\", \"parent_candidate_id\": \"worker_rush_parent\", \"parent_match_id\": \"match_95\", \"reference\": \"worker_rush_parent\", \"relevant_ticks\": [], \"status\": \"unchanged\"}, {\"candidate_side\": \"p0\", \"child_candidate_id\": \"worker_rush_parent\", \"child_match_id\": \"match_92\", \"delta\": 0.0, \"map\": \"map_1\", \"opponent\": \"workerrush\", \"parent_candidate_id\": \"worker_rush_parent\", \"parent_match_id\": \"match_94\", \"reference\": \"worker_rush_parent\", \"relevant_ticks\": [], \"status\": \"unchanged\"}, {\"candidate_side\": \"p1\", \"child_candidate_id\": \"worker_rush_parent\", \"child_match_id\": \"match_93\", \"delta\": 0.0, \"map\": \"map_1\", \"opponent\": \"workerrush\", \"parent_candidate_id\": \"worker_rush_parent\", \"parent_match_id\": \"match_95\", \"reference\": \"worker_rush_parent\", \"relevant_ticks\": [], \"status\": \"unchanged\"}, {\"candidate_side\": \"p0\", \"child_candidate_id\": \"worker_rush_parent\", \"child_match_id\": \"match_94\", \"delta\": 0.0, \"map\": \"map_1\", \"opponent\": \"workerrush\", \"parent_candidate_id\": \"worker_rush_parent\", \"parent_match_id\": \"match_94\", \"reference\": \"worker_rush_parent\", \"relevant_ticks\": [], \"status\": \"unchanged\"}, {\"candidate_side\": \"p1\", \"child_candidate_id\": \"worker_rush_parent\", \"child_match_id\": \"match_95\", \"delta\": 0.0, \"map\": \"map_1\", \"opponent\": \"workerrush\", \"parent_candidate_id\": \"worker_rush_parent\", \"parent_match_id\": \"match_95\", \"reference\": \"worker_rush_parent\", \"relevant_ticks\": [], \"status\": \"unchanged\"}, {\"candidate_side\": \"p0\", \"child_candidate_id\": \"worker_rush_parent\", \"child_match_id\": \"match_96\", \"delta\": 0.0, \"map\": \"map_2\", \"opponent\": \"workerrush\", \"parent_candidate_id\": \"worker_rush_parent\", \"parent_match_id\": \"match_100\", \"reference\": \"worker_rush_parent\", \"relevant_ticks\": [], \"status\": \"unchanged\"}, {\"candidate_side\": \"p1\", \"child_candidate_id\": \"worker_rush_parent\", \"child_match_id\": \"match_97\", \"delta\": 0.0, \"map\": \"map_2\", \"opponent\": \"workerrush\", \"parent_candidate_id\": \"worker_rush_parent\", \"parent_match_id\": \"match_101\", \"reference\": \"worker_rush_parent\", \"relevant_ticks\": [], \"status\": \"unchanged\"}, {\"candidate_side\": \"p0\", \"child_candidate_id\": \"worker_rush_parent\", \"child_match_id\": \"match_98\", \"delta\": 0.0, \"map\": \"map_2\", \"opponent\": \"workerrush\", \"parent_candidate_id\": \"worker_rush_parent\", \"parent_match_id\": \"match_100\", \"reference\": \"worker_rush_parent\", \"relevant_ticks\": [], \"status\": \"unchanged\"}, {\"candidate_side\": \"p1\", \"child_candidate_id\": \"worker_rush_parent\", \"child_match_id\": \"match_99\", \"delta\": 0.0, \"map\": \"map_2\", \"opponent\": \"workerrush\", \"parent_candidate_id\": \"worker_rush_parent\", \"parent_match_id\": \"match_101\", \"reference\": \"worker_rush_parent\", \"relevant_ticks\": [], \"status\": \"unchanged\"}, {\"candidate_side\": \"p0\", \"child_candidate_id\": \"worker_rush_parent\", \"child_match_id\": \"match_100\", \"delta\": 0.0, \"map\": \"map_2\", \"opponent\": \"workerrush\", \"parent_candidate_id\": \"worker_rush_parent\", \"parent_match_id\": \"match_100\", \"reference\": \"worker_rush_parent\", \"relevant_ticks\": [], \"status\": \"unchanged\"}, {\"candidate_side\": \"p1\", \"child_candidate_id\": \"worker_rush_parent\", \"child_match_id\": \"match_101\", \"delta\": 0.0, \"map\": \"map_2\", \"opponent\": \"workerrush\", \"parent_candidate_id\": \"worker_rush_parent\", \"parent_match_id\": \"match_101\", \"reference\": \"worker_rush_parent\", \"relevant_ticks\": [], \"status\": \"unchanged\"}, {\"candidate_side\": \"p0\", \"child_candidate_id\": \"worker_rush_parent\", \"child_match_id\": \"match_102\", \"delta\": 0.0, \"map\": \"map_3\", \"opponent\": \"workerrush\", \"parent_candidate_id\": \"worker_rush_parent\", \"parent_match_id\": \"match_106\", \"reference\": \"worker_rush_parent\", \"relevant_ticks\": [], \"status\": \"unchanged\"}, {\"candidate_side\": \"p1\", \"child_candidate_id\": \"worker_rush_parent\", \"child_match_id\": \"match_103\", \"delta\": 0.0, \"map\": \"map_3\", \"opponent\": \"workerrush\", \"parent_candidate_id\": \"worker_rush_parent\", \"parent_match_id\": \"match_107\", \"reference\": \"worker_rush_parent\", \"relevant_ticks\": [], \"status\": \"unchanged\"}, {\"candidate_side\": \"p0\", \"child_candidate_id\": \"worker_rush_parent\", \"child_match_id\": \"match_104\", \"delta\": 0.0, \"map\": \"map_3\", \"opponent\": \"workerrush\", \"parent_candidate_id\": \"worker_rush_parent\", \"parent_match_id\": \"match_106\", \"reference\": \"worker_rush_parent\", \"relevant_ticks\": [], \"status\": \"unchanged\"}, {\"candidate_side\": \"p1\", \"child_candidate_id\": \"worker_rush_parent\", \"child_match_id\": \"match_105\", \"delta\": 0.0, \"map\": \"map_3\", \"opponent\": \"workerrush\", \"parent_candidate_id\": \"worker_rush_parent\", \"parent_match_id\": \"match_107\", \"reference\": \"worker_rush_parent\", \"relevant_ticks\": [], \"status\": \"unchanged\"}, {\"candidate_side\": \"p0\", \"child_candidate_id\": \"worker_rush_parent\", \"child_match_id\": \"match_106\", \"delta\": 0.0, \"map\": \"map_3\", \"opponent\": \"workerrush\", \"parent_candidate_id\": \"worker_rush_parent\", \"parent_match_id\": \"match_106\", \"reference\": \"worker_rush_parent\", \"relevant_ticks\": [], \"status\": \"unchanged\"}, {\"candidate_side\": \"p1\", \"child_candidate_id\": \"worker_rush_parent\", \"child_match_id\": \"match_107\", \"delta\": 0.0, \"map\": \"map_3\", \"opponent\": \"workerrush\", \"parent_candidate_id\": \"worker_rush_parent\", \"parent_match_id\": \"match_107\", \"reference\": \"worker_rush_parent\", \"relevant_ticks\": [], \"status\": \"unchanged\"}, {\"candidate_side\": \"p0\", \"child_candidate_id\": \"worker_rush_parent\", \"child_match_id\": \"match_108\", \"delta\": 0.0, \"map\": \"map_1\", \"opponent\": \"allinbot\", \"parent_candidate_id\": \"worker_rush_parent\", \"parent_match_id\": \"match_112\", \"reference\": \"worker_rush_parent\", \"relevant_ticks\": [], \"status\": \"unchanged\"}, {\"candidate_side\": \"p1\", \"child_candidate_id\": \"worker_rush_parent\", \"child_match_id\": \"match_109\", \"delta\": 0.0, \"map\": \"map_1\", \"opponent\": \"allinbot\", \"parent_candidate_id\": \"worker_rush_parent\", \"parent_match_id\": \"match_113\", \"reference\": \"worker_rush_parent\", \"relevant_ticks\": [], \"status\": \"unchanged\"}, {\"candidate_side\": \"p0\", \"child_candidate_id\": \"worker_rush_parent\", \"child_match_id\": \"match_110\", \"delta\": 0.0, \"map\": \"map_1\", \"opponent\": \"allinbot\", \"parent_candidate_id\": \"worker_rush_parent\", \"parent_match_id\": \"match_112\", \"reference\": \"worker_rush_parent\", \"relevant_ticks\": [], \"status\": \"unchanged\"}, {\"candidate_side\": \"p1\", \"child_candidate_id\": \"worker_rush_parent\", \"child_match_id\": \"match_111\", \"delta\": 0.0, \"map\": \"map_1\", \"opponent\": \"allinbot\", \"parent_candidate_id\": \"worker_rush_parent\", \"parent_match_id\": \"match_113\", \"reference\": \"worker_rush_parent\", \"relevant_ticks\": [], \"status\": \"unchanged\"}, {\"candidate_side\": \"p0\", \"child_candidate_id\": \"worker_rush_parent\", \"child_match_id\": \"match_112\", \"delta\": 0.0, \"map\": \"map_1\", \"opponent\": \"allinbot\", \"parent_candidate_id\": \"worker_rush_parent\", \"parent_match_id\": \"match_112\", \"reference\": \"worker_rush_parent\", \"relevant_ticks\": [], \"status\": \"unchanged\"}, {\"candidate_side\": \"p1\", \"child_candidate_id\": \"worker_rush_parent\", \"child_match_id\": \"match_113\", \"delta\": 0.0, \"map\": \"map_1\", \"opponent\": \"allinbot\", \"parent_candidate_id\": \"worker_rush_parent\", \"parent_match_id\": \"match_113\", \"reference\": \"worker_rush_parent\", \"relevant_ticks\": [], \"status\": \"unchanged\"}, {\"candidate_side\": \"p0\", \"child_candidate_id\": \"worker_rush_parent\", \"child_match_id\": \"match_114\", \"delta\": 0.0, \"map\": \"map_2\", \"opponent\": \"allinbot\", \"parent_candidate_id\": \"worker_rush_parent\", \"parent_match_id\": \"match_118\", \"reference\": \"worker_rush_parent\", \"relevant_ticks\": [], \"status\": \"unchanged\"}, {\"candidate_side\": \"p1\", \"child_candidate_id\": \"worker_rush_parent\", \"child_match_id\": \"match_115\", \"delta\": 0.0, \"map\": \"map_2\", \"opponent\": \"allinbot\", \"parent_candidate_id\": \"worker_rush_parent\", \"parent_match_id\": \"match_119\", \"reference\": \"worker_rush_parent\", \"relevant_ticks\": [], \"status\": \"unchanged\"}, {\"candidate_side\": \"p0\", \"child_candidate_id\": \"worker_rush_parent\", \"child_match_id\": \"match_116\", \"delta\": 0.0, \"map\": \"map_2\", \"opponent\": \"allinbot\", \"parent_candidate_id\": \"worker_rush_parent\", \"parent_match_id\": \"match_118\", \"reference\": \"worker_rush_parent\", \"relevant_ticks\": [], \"status\": \"unchanged\"}, {\"candidate_side\": \"p1\", \"child_candidate_id\": \"worker_rush_parent\", \"child_match_id\": \"match_117\", \"delta\": 0.0, \"map\": \"map_2\", \"opponent\": \"allinbot\", \"parent_candidate_id\": \"worker_rush_parent\", \"parent_match_id\": \"match_119\", \"reference\": \"worker_rush_parent\", \"relevant_ticks\": [], \"status\": \"unchanged\"}, {\"candidate_side\": \"p0\", \"child_candidate_id\": \"worker_rush_parent\", \"child_match_id\": \"match_118\", \"delta\": 0.0, \"map\": \"map_2\", \"opponent\": \"allinbot\", \"parent_candidate_id\": \"worker_rush_parent\", \"parent_match_id\": \"match_118\", \"reference\": \"worker_rush_parent\", \"relevant_ticks\": [], \"status\": \"unchanged\"}, {\"candidate_side\": \"p1\", \"child_candidate_id\": \"worker_rush_parent\", \"child_match_id\": \"match_119\", \"delta\": 0.0, \"map\": \"map_2\", \"opponent\": \"allinbot\", \"parent_candidate_id\": \"worker_rush_parent\", \"parent_match_id\": \"match_119\", \"reference\": \"worker_rush_parent\", \"relevant_ticks\": [], \"status\": \"unchanged\"}, {\"candidate_side\": \"p0\", \"child_candidate_id\": \"worker_rush_parent\", \"child_match_id\": \"match_120\", \"delta\": 0.0, \"map\": \"map_3\", \"opponent\": \"allinbot\", \"parent_candidate_id\": \"worker_rush_parent\", \"parent_match_id\": \"match_124\", \"reference\": \"worker_rush_parent\", \"relevant_ticks\": [], \"status\": \"unchanged\"}, {\"candidate_side\": \"p1\", \"child_candidate_id\": \"worker_rush_parent\", \"child_match_id\": \"match_121\", \"delta\": 0.0, \"map\": \"map_3\", \"opponent\": \"allinbot\", \"parent_candidate_id\": \"worker_rush_parent\", \"parent_match_id\": \"match_125\", \"reference\": \"worker_rush_parent\", \"relevant_ticks\": [], \"status\": \"unchanged\"}, {\"candidate_side\": \"p0\", \"child_candidate_id\": \"worker_rush_parent\", \"child_match_id\": \"match_122\", \"delta\": 0.0, \"map\": \"map_3\", \"opponent\": \"allinbot\", \"parent_candidate_id\": \"worker_rush_parent\", \"parent_match_id\": \"match_124\", \"reference\": \"worker_rush_parent\", \"relevant_ticks\": [], \"status\": \"unchanged\"}, {\"candidate_side\": \"p1\", \"child_candidate_id\": \"worker_rush_parent\", \"child_match_id\": \"match_123\", \"delta\": 0.0, \"map\": \"map_3\", \"opponent\": \"allinbot\", \"parent_candidate_id\": \"worker_rush_parent\", \"parent_match_id\": \"match_125\", \"reference\": \"worker_rush_parent\", \"relevant_ticks\": [], \"status\": \"unchanged\"}, {\"candidate_side\": \"p0\", \"child_candidate_id\": \"worker_rush_parent\", \"child_match_id\": \"match_124\", \"delta\": 0.0, \"map\": \"map_3\", \"opponent\": \"allinbot\", \"parent_candidate_id\": \"worker_rush_parent\", \"parent_match_id\": \"match_124\", \"reference\": \"worker_rush_parent\", \"relevant_ticks\": [], \"status\": \"unchanged\"}, {\"candidate_side\": \"p1\", \"child_candidate_id\": \"worker_rush_parent\", \"child_match_id\": \"match_125\", \"delta\": 0.0, \"map\": \"map_3\", \"opponent\": \"allinbot\", \"parent_candidate_id\": \"worker_rush_parent\", \"parent_match_id\": \"match_125\", \"reference\": \"worker_rush_parent\", \"relevant_ticks\": [], \"status\": \"unchanged\"}, {\"candidate_side\": \"p0\", \"child_candidate_id\": \"worker_rush_parent\", \"child_match_id\": \"match_126\", \"delta\": 0.0, \"map\": \"map_1\", \"opponent\": \"mayari\", \"parent_candidate_id\": \"worker_rush_parent\", \"parent_match_id\": \"match_130\", \"reference\": \"worker_rush_parent\", \"relevant_ticks\": [], \"status\": \"unchanged\"}, {\"candidate_side\": \"p1\", \"child_candidate_id\": \"worker_rush_parent\", \"child_match_id\": \"match_127\", \"delta\": 0.0, \"map\": \"map_1\", \"opponent\": \"mayari\", \"parent_candidate_id\": \"worker_rush_parent\", \"parent_match_id\": \"match_131\", \"reference\": \"worker_rush_parent\", \"relevant_ticks\": [], \"status\": \"unchanged\"}, {\"candidate_side\": \"p0\", \"child_candidate_id\": \"worker_rush_parent\", \"child_match_id\": \"match_128\", \"delta\": 0.0, \"map\": \"map_1\", \"opponent\": \"mayari\", \"parent_candidate_id\": \"worker_rush_parent\", \"parent_match_id\": \"match_130\", \"reference\": \"worker_rush_parent\", \"relevant_ticks\": [], \"status\": \"unchanged\"}, {\"candidate_side\": \"p1\", \"child_candidate_id\": \"worker_rush_parent\", \"child_match_id\": \"match_129\", \"delta\": 0.0, \"map\": \"map_1\", \"opponent\": \"mayari\", \"parent_candidate_id\": \"worker_rush_parent\", \"parent_match_id\": \"match_131\", \"reference\": \"worker_rush_parent\", \"relevant_ticks\": [], \"status\": \"unchanged\"}, {\"candidate_side\": \"p0\", \"child_candidate_id\": \"worker_rush_parent\", \"child_match_id\": \"match_130\", \"delta\": 0.0, \"map\": \"map_1\", \"opponent\": \"mayari\", \"parent_candidate_id\": \"worker_rush_parent\", \"parent_match_id\": \"match_130\", \"reference\": \"worker_rush_parent\", \"relevant_ticks\": [], \"status\": \"unchanged\"}, {\"candidate_side\": \"p1\", \"child_candidate_id\": \"worker_rush_parent\", \"child_match_id\": \"match_131\", \"delta\": 0.0, \"map\": \"map_1\", \"opponent\": \"mayari\", \"parent_candidate_id\": \"worker_rush_parent\", \"parent_match_id\": \"match_131\", \"reference\": \"worker_rush_parent\", \"relevant_ticks\": [], \"status\": \"unchanged\"}, {\"candidate_side\": \"p0\", \"child_candidate_id\": \"worker_rush_parent\", \"child_match_id\": \"match_132\", \"delta\": 0.000933, \"map\": \"map_2\", \"opponent\": \"mayari\", \"parent_candidate_id\": \"worker_rush_parent\", \"parent_match_id\": \"match_136\", \"reference\": \"worker_rush_parent\", \"relevant_ticks\": [], \"status\": \"improved\"}, {\"candidate_side\": \"p1\", \"child_candidate_id\": \"worker_rush_parent\", \"child_match_id\": \"match_133\", \"delta\": 0.374676, \"map\": \"map_2\", \"opponent\": \"mayari\", \"parent_candidate_id\": \"worker_rush_parent\", \"parent_match_id\": \"match_137\", \"reference\": \"worker_rush_parent\", \"relevant_ticks\": [], \"status\": \"improved\"}, {\"candidate_side\": \"p0\", \"child_candidate_id\": \"worker_rush_parent\", \"child_match_id\": \"match_134\", \"delta\": 0.841776, \"map\": \"map_2\", \"opponent\": \"mayari\", \"parent_candidate_id\": \"worker_rush_parent\", \"parent_match_id\": \"match_136\", \"reference\": \"worker_rush_parent\", \"relevant_ticks\": [], \"status\": \"improved\"}, {\"candidate_side\": \"p1\", \"child_candidate_id\": \"worker_rush_parent\", \"child_match_id\": \"match_135\", \"delta\": 0.371047, \"map\": \"map_2\", \"opponent\": \"mayari\", \"parent_candidate_id\": \"worker_rush_parent\", \"parent_match_id\": \"match_137\", \"reference\": \"worker_rush_parent\", \"relevant_ticks\": [], \"status\": \"improved\"}, {\"candidate_side\": \"p0\", \"child_candidate_id\": \"worker_rush_parent\", \"child_match_id\": \"match_136\", \"delta\": 0.0, \"map\": \"map_2\", \"opponent\": \"mayari\", \"parent_candidate_id\": \"worker_rush_parent\", \"parent_match_id\": \"match_136\", \"reference\": \"worker_rush_parent\", \"relevant_ticks\": [], \"status\": \"unchanged\"}, {\"candidate_side\": \"p1\", \"child_candidate_id\": \"worker_rush_parent\", \"child_match_id\": \"match_137\", \"delta\": 0.0, \"map\": \"map_2\", \"opponent\": \"mayari\", \"parent_candidate_id\": \"worker_rush_parent\", \"parent_match_id\": \"match_137\", \"reference\": \"worker_rush_parent\", \"relevant_ticks\": [], \"status\": \"unchanged\"}, {\"candidate_side\": \"p0\", \"child_candidate_id\": \"worker_rush_parent\", \"child_match_id\": \"match_138\", \"delta\": 0.0, \"map\": \"map_3\", \"opponent\": \"mayari\", \"parent_candidate_id\": \"worker_rush_parent\", \"parent_match_id\": \"match_142\", \"reference\": \"worker_rush_parent\", \"relevant_ticks\": [], \"status\": \"unchanged\"}, {\"candidate_side\": \"p1\", \"child_candidate_id\": \"worker_rush_parent\", \"child_match_id\": \"match_139\", \"delta\": 0.0, \"map\": \"map_3\", \"opponent\": \"mayari\", \"parent_candidate_id\": \"worker_rush_parent\", \"parent_match_id\": \"match_143\", \"reference\": \"worker_rush_parent\", \"relevant_ticks\": [], \"status\": \"unchanged\"}, {\"candidate_side\": \"p0\", \"child_candidate_id\": \"worker_rush_parent\", \"child_match_id\": \"match_140\", \"delta\": 0.0, \"map\": \"map_3\", \"opponent\": \"mayari\", \"parent_candidate_id\": \"worker_rush_parent\", \"parent_match_id\": \"match_142\", \"reference\": \"worker_rush_parent\", \"relevant_ticks\": [], \"status\": \"unchanged\"}, {\"candidate_side\": \"p1\", \"child_candidate_id\": \"worker_rush_parent\", \"child_match_id\": \"match_141\", \"delta\": 0.0, \"map\": \"map_3\", \"opponent\": \"mayari\", \"parent_candidate_id\": \"worker_rush_parent\", \"parent_match_id\": \"match_143\", \"reference\": \"worker_rush_parent\", \"relevant_ticks\": [], \"status\": \"unchanged\"}, {\"candidate_side\": \"p0\", \"child_candidate_id\": \"worker_rush_parent\", \"child_match_id\": \"match_142\", \"delta\": 0.0, \"map\": \"map_3\", \"opponent\": \"mayari\", \"parent_candidate_id\": \"worker_rush_parent\", \"parent_match_id\": \"match_142\", \"reference\": \"worker_rush_parent\", \"relevant_ticks\": [], \"status\": \"unchanged\"}, {\"candidate_side\": \"p1\", \"child_candidate_id\": \"worker_rush_parent\", \"child_match_id\": \"match_143\", \"delta\": 0.0, \"map\": \"map_3\", \"opponent\": \"mayari\", \"parent_candidate_id\": \"worker_rush_parent\", \"parent_match_id\": \"match_143\", \"reference\": \"worker_rush_parent\", \"relevant_ticks\": [], \"status\": \"unchanged\"}, {\"candidate_side\": \"p0\", \"child_candidate_id\": \"worker_rush_parent\", \"child_match_id\": \"match_144\", \"delta\": 0.0, \"map\": \"map_1\", \"opponent\": \"coac\", \"parent_candidate_id\": \"worker_rush_parent\", \"parent_match_id\": \"match_148\", \"reference\": \"worker_rush_parent\", \"relevant_ticks\": [], \"status\": \"unchanged\"}, {\"candidate_side\": \"p1\", \"child_candidate_id\": \"worker_rush_parent\", \"child_match_id\": \"match_145\", \"delta\": 0.0, \"map\": \"map_1\", \"opponent\": \"coac\", \"parent_candidate_id\": \"worker_rush_parent\", \"parent_match_id\": \"match_149\", \"reference\": \"worker_rush_parent\", \"relevant_ticks\": [], \"status\": \"unchanged\"}, {\"candidate_side\": \"p0\", \"child_candidate_id\": \"worker_rush_parent\", \"child_match_id\": \"match_146\", \"delta\": 0.0, \"map\": \"map_1\", \"opponent\": \"coac\", \"parent_candidate_id\": \"worker_rush_parent\", \"parent_match_id\": \"match_148\", \"reference\": \"worker_rush_parent\", \"relevant_ticks\": [], \"status\": \"unchanged\"}, {\"candidate_side\": \"p1\", \"child_candidate_id\": \"worker_rush_parent\", \"child_match_id\": \"match_147\", \"delta\": 0.0, \"map\": \"map_1\", \"opponent\": \"coac\", \"parent_candidate_id\": \"worker_rush_parent\", \"parent_match_id\": \"match_149\", \"reference\": \"worker_rush_parent\", \"relevant_ticks\": [], \"status\": \"unchanged\"}, {\"candidate_side\": \"p0\", \"child_candidate_id\": \"worker_rush_parent\", \"child_match_id\": \"match_148\", \"delta\": 0.0, \"map\": \"map_1\", \"opponent\": \"coac\", \"parent_candidate_id\": \"worker_rush_parent\", \"parent_match_id\": \"match_148\", \"reference\": \"worker_rush_parent\", \"relevant_ticks\": [], \"status\": \"unchanged\"}, {\"candidate_side\": \"p1\", \"child_candidate_id\": \"worker_rush_parent\", \"child_match_id\": \"match_149\", \"delta\": 0.0, \"map\": \"map_1\", \"opponent\": \"coac\", \"parent_candidate_id\": \"worker_rush_parent\", \"parent_match_id\": \"match_149\", \"reference\": \"worker_rush_parent\", \"relevant_ticks\": [], \"status\": \"unchanged\"}, {\"candidate_side\": \"p0\", \"child_candidate_id\": \"worker_rush_parent\", \"child_match_id\": \"match_150\", \"delta\": 0.0, \"map\": \"map_2\", \"opponent\": \"coac\", \"parent_candidate_id\": \"worker_rush_parent\", \"parent_match_id\": \"match_154\", \"reference\": \"worker_rush_parent\", \"relevant_ticks\": [], \"status\": \"unchanged\"}, {\"candidate_side\": \"p1\", \"child_candidate_id\": \"worker_rush_parent\", \"child_match_id\": \"match_151\", \"delta\": 0.0, \"map\": \"map_2\", \"opponent\": \"coac\", \"parent_candidate_id\": \"worker_rush_parent\", \"parent_match_id\": \"match_155\", \"reference\": \"worker_rush_parent\", \"relevant_ticks\": [], \"status\": \"unchanged\"}, {\"candidate_side\": \"p0\", \"child_candidate_id\": \"worker_rush_parent\", \"child_match_id\": \"match_152\", \"delta\": 0.0, \"map\": \"map_2\", \"opponent\": \"coac\", \"parent_candidate_id\": \"worker_rush_parent\", \"parent_match_id\": \"match_154\", \"reference\": \"worker_rush_parent\", \"relevant_ticks\": [], \"status\": \"unchanged\"}, {\"candidate_side\": \"p1\", \"child_candidate_id\": \"worker_rush_parent\", \"child_match_id\": \"match_153\", \"delta\": 0.0, \"map\": \"map_2\", \"opponent\": \"coac\", \"parent_candidate_id\": \"worker_rush_parent\", \"parent_match_id\": \"match_155\", \"reference\": \"worker_rush_parent\", \"relevant_ticks\": [], \"status\": \"unchanged\"}, {\"candidate_side\": \"p0\", \"child_candidate_id\": \"worker_rush_parent\", \"child_match_id\": \"match_154\", \"delta\": 0.0, \"map\": \"map_2\", \"opponent\": \"coac\", \"parent_candidate_id\": \"worker_rush_parent\", \"parent_match_id\": \"match_154\", \"reference\": \"worker_rush_parent\", \"relevant_ticks\": [], \"status\": \"unchanged\"}, {\"candidate_side\": \"p1\", \"child_candidate_id\": \"worker_rush_parent\", \"child_match_id\": \"match_155\", \"delta\": 0.0, \"map\": \"map_2\", \"opponent\": \"coac\", \"parent_candidate_id\": \"worker_rush_parent\", \"parent_match_id\": \"match_155\", \"reference\": \"worker_rush_parent\", \"relevant_ticks\": [], \"status\": \"unchanged\"}, {\"candidate_side\": \"p0\", \"child_candidate_id\": \"worker_rush_parent\", \"child_match_id\": \"match_156\", \"delta\": 0.0, \"map\": \"map_3\", \"opponent\": \"coac\", \"parent_candidate_id\": \"worker_rush_parent\", \"parent_match_id\": \"match_160\", \"reference\": \"worker_rush_parent\", \"relevant_ticks\": [], \"status\": \"unchanged\"}, {\"candidate_side\": \"p1\", \"child_candidate_id\": \"worker_rush_parent\", \"child_match_id\": \"match_157\", \"delta\": -0.082724, \"map\": \"map_3\", \"opponent\": \"coac\", \"parent_candidate_id\": \"worker_rush_parent\", \"parent_match_id\": \"match_161\", \"reference\": \"worker_rush_parent\", \"relevant_ticks\": [], \"status\": \"regressed\"}, {\"candidate_side\": \"p0\", \"child_candidate_id\": \"worker_rush_parent\", \"child_match_id\": \"match_158\", \"delta\": 0.0, \"map\": \"map_3\", \"opponent\": \"coac\", \"parent_candidate_id\": \"worker_rush_parent\", \"parent_match_id\": \"match_160\", \"reference\": \"worker_rush_parent\", \"relevant_ticks\": [], \"status\": \"unchanged\"}, {\"candidate_side\": \"p1\", \"child_candidate_id\": \"worker_rush_parent\", \"child_match_id\": \"match_159\", \"delta\": -0.082724, \"map\": \"map_3\", \"opponent\": \"coac\", \"parent_candidate_id\": \"worker_rush_parent\", \"parent_match_id\": \"match_161\", \"reference\": \"worker_rush_parent\", \"relevant_ticks\": [], \"status\": \"regressed\"}, {\"candidate_side\": \"p0\", \"child_candidate_id\": \"worker_rush_parent\", \"child_match_id\": \"match_160\", \"delta\": 0.0, \"map\": \"map_3\", \"opponent\": \"coac\", \"parent_candidate_id\": \"worker_rush_parent\", \"parent_match_id\": \"match_160\", \"reference\": \"worker_rush_parent\", \"relevant_ticks\": [], \"status\": \"unchanged\"}, {\"candidate_side\": \"p1\", \"child_candidate_id\": \"worker_rush_parent\", \"child_match_id\": \"match_161\", \"delta\": 0.0, \"map\": \"map_3\", \"opponent\": \"coac\", \"parent_candidate_id\": \"worker_rush_parent\", \"parent_match_id\": \"match_161\", \"reference\": \"worker_rush_parent\", \"relevant_ticks\": [], \"status\": \"unchanged\"}, {\"candidate_side\": \"p0\", \"child_candidate_id\": \"worker_rush_parent\", \"child_match_id\": \"match_162\", \"delta\": 0.0, \"map\": \"map_1\", \"opponent\": \"tma\", \"parent_candidate_id\": \"worker_rush_parent\", \"parent_match_id\": \"match_166\", \"reference\": \"worker_rush_parent\", \"relevant_ticks\": [], \"status\": \"unchanged\"}, {\"candidate_side\": \"p1\", \"child_candidate_id\": \"worker_rush_parent\", \"child_match_id\": \"match_163\", \"delta\": 0.0, \"map\": \"map_1\", \"opponent\": \"tma\", \"parent_candidate_id\": \"worker_rush_parent\", \"parent_match_id\": \"match_167\", \"reference\": \"worker_rush_parent\", \"relevant_ticks\": [], \"status\": \"unchanged\"}, {\"candidate_side\": \"p0\", \"child_candidate_id\": \"worker_rush_parent\", \"child_match_id\": \"match_164\", \"delta\": 0.0, \"map\": \"map_1\", \"opponent\": \"tma\", \"parent_candidate_id\": \"worker_rush_parent\", \"parent_match_id\": \"match_166\", \"reference\": \"worker_rush_parent\", \"relevant_ticks\": [], \"status\": \"unchanged\"}, {\"candidate_side\": \"p1\", \"child_candidate_id\": \"worker_rush_parent\", \"child_match_id\": \"match_165\", \"delta\": 0.0, \"map\": \"map_1\", \"opponent\": \"tma\", \"parent_candidate_id\": \"worker_rush_parent\", \"parent_match_id\": \"match_167\", \"reference\": \"worker_rush_parent\", \"relevant_ticks\": [], \"status\": \"unchanged\"}, {\"candidate_side\": \"p0\", \"child_candidate_id\": \"worker_rush_parent\", \"child_match_id\": \"match_166\", \"delta\": 0.0, \"map\": \"map_1\", \"opponent\": \"tma\", \"parent_candidate_id\": \"worker_rush_parent\", \"parent_match_id\": \"match_166\", \"reference\": \"worker_rush_parent\", \"relevant_ticks\": [], \"status\": \"unchanged\"}, {\"candidate_side\": \"p1\", \"child_candidate_id\": \"worker_rush_parent\", \"child_match_id\": \"match_167\", \"delta\": 0.0, \"map\": \"map_1\", \"opponent\": \"tma\", \"parent_candidate_id\": \"worker_rush_parent\", \"parent_match_id\": \"match_167\", \"reference\": \"worker_rush_parent\", \"relevant_ticks\": [], \"status\": \"unchanged\"}, {\"candidate_side\": \"p0\", \"child_candidate_id\": \"worker_rush_parent\", \"child_match_id\": \"match_168\", \"delta\": 0.0, \"map\": \"map_2\", \"opponent\": \"tma\", \"parent_candidate_id\": \"worker_rush_parent\", \"parent_match_id\": \"match_172\", \"reference\": \"worker_rush_parent\", \"relevant_ticks\": [], \"status\": \"unchanged\"}, {\"candidate_side\": \"p1\", \"child_candidate_id\": \"worker_rush_parent\", \"child_match_id\": \"match_169\", \"delta\": 0.0, \"map\": \"map_2\", \"opponent\": \"tma\", \"parent_candidate_id\": \"worker_rush_parent\", \"parent_match_id\": \"match_173\", \"reference\": \"worker_rush_parent\", \"relevant_ticks\": [], \"status\": \"unchanged\"}, {\"candidate_side\": \"p0\", \"child_candidate_id\": \"worker_rush_parent\", \"child_match_id\": \"match_170\", \"delta\": 0.0, \"map\": \"map_2\", \"opponent\": \"tma\", \"parent_candidate_id\": \"worker_rush_parent\", \"parent_match_id\": \"match_172\", \"reference\": \"worker_rush_parent\", \"relevant_ticks\": [], \"status\": \"unchanged\"}, {\"candidate_side\": \"p1\", \"child_candidate_id\": \"worker_rush_parent\", \"child_match_id\": \"match_171\", \"delta\": 0.0, \"map\": \"map_2\", \"opponent\": \"tma\", \"parent_candidate_id\": \"worker_rush_parent\", \"parent_match_id\": \"match_173\", \"reference\": \"worker_rush_parent\", \"relevant_ticks\": [], \"status\": \"unchanged\"}, {\"candidate_side\": \"p0\", \"child_candidate_id\": \"worker_rush_parent\", \"child_match_id\": \"match_172\", \"delta\": 0.0, \"map\": \"map_2\", \"opponent\": \"tma\", \"parent_candidate_id\": \"worker_rush_parent\", \"parent_match_id\": \"match_172\", \"reference\": \"worker_rush_parent\", \"relevant_ticks\": [], \"status\": \"unchanged\"}, {\"candidate_side\": \"p1\", \"child_candidate_id\": \"worker_rush_parent\", \"child_match_id\": \"match_173\", \"delta\": 0.0, \"map\": \"map_2\", \"opponent\": \"tma\", \"parent_candidate_id\": \"worker_rush_parent\", \"parent_match_id\": \"match_173\", \"reference\": \"worker_rush_parent\", \"relevant_ticks\": [], \"status\": \"unchanged\"}, {\"candidate_side\": \"p0\", \"child_candidate_id\": \"worker_rush_parent\", \"child_match_id\": \"match_174\", \"delta\": 0.0, \"map\": \"map_3\", \"opponent\": \"tma\", \"parent_candidate_id\": \"worker_rush_parent\", \"parent_match_id\": \"match_178\", \"reference\": \"worker_rush_parent\", \"relevant_ticks\": [], \"status\": \"unchanged\"}, {\"candidate_side\": \"p1\", \"child_candidate_id\": \"worker_rush_parent\", \"child_match_id\": \"match_175\", \"delta\": 0.0, \"map\": \"map_3\", \"opponent\": \"tma\", \"parent_candidate_id\": \"worker_rush_parent\", \"parent_match_id\": \"match_179\", \"reference\": \"worker_rush_parent\", \"relevant_ticks\": [], \"status\": \"unchanged\"}, {\"candidate_side\": \"p0\", \"child_candidate_id\": \"worker_rush_parent\", \"child_match_id\": \"match_176\", \"delta\": 0.0, \"map\": \"map_3\", \"opponent\": \"tma\", \"parent_candidate_id\": \"worker_rush_parent\", \"parent_match_id\": \"match_178\", \"reference\": \"worker_rush_parent\", \"relevant_ticks\": [], \"status\": \"unchanged\"}, {\"candidate_side\": \"p1\", \"child_candidate_id\": \"worker_rush_parent\", \"child_match_id\": \"match_177\", \"delta\": 0.0, \"map\": \"map_3\", \"opponent\": \"tma\", \"parent_candidate_id\": \"worker_rush_parent\", \"parent_match_id\": \"match_179\", \"reference\": \"worker_rush_parent\", \"relevant_ticks\": [], \"status\": \"unchanged\"}, {\"candidate_side\": \"p0\", \"child_candidate_id\": \"worker_rush_parent\", \"child_match_id\": \"match_178\", \"delta\": 0.0, \"map\": \"map_3\", \"opponent\": \"tma\", \"parent_candidate_id\": \"worker_rush_parent\", \"parent_match_id\": \"match_178\", \"reference\": \"worker_rush_parent\", \"relevant_ticks\": [], \"status\": \"unchanged\"}, {\"candidate_side\": \"p1\", \"child_candidate_id\": \"worker_rush_parent\", \"child_match_id\": \"match_179\", \"delta\": 0.0, \"map\": \"map_3\", \"opponent\": \"tma\", \"parent_candidate_id\": \"worker_rush_parent\", \"parent_match_id\": \"match_179\", \"reference\": \"worker_rush_parent\", \"relevant_ticks\": [], \"status\": \"unchanged\"}], \"regressed\": [{\"candidate_side\": \"p1\", \"child_candidate_id\": \"worker_rush_parent\", \"child_match_id\": \"match_21\", \"delta\": -2.911703, \"map\": \"map_1\", \"opponent\": \"random\", \"parent_candidate_id\": \"worker_rush_parent\", \"parent_match_id\": \"match_23\", \"reference\": \"worker_rush_parent\", \"relevant_ticks\": [], \"status\": \"regressed\"}, {\"candidate_side\": \"p1\", \"child_candidate_id\": \"worker_rush_parent\", \"child_match_id\": \"match_25\", \"delta\": -1.732499, \"map\": \"map_2\", \"opponent\": \"random\", \"parent_candidate_id\": \"worker_rush_parent\", \"parent_match_id\": \"match_29\", \"reference\": \"worker_rush_parent\", \"relevant_ticks\": [], \"status\": \"regressed\"}, {\"candidate_side\": \"p0\", \"child_candidate_id\": \"worker_rush_parent\", \"child_match_id\": \"match_30\", \"delta\": -1.164926, \"map\": \"map_3\", \"opponent\": \"random\", \"parent_candidate_id\": \"worker_rush_parent\", \"parent_match_id\": \"match_34\", \"reference\": \"worker_rush_parent\", \"relevant_ticks\": [], \"status\": \"regressed\"}, {\"candidate_side\": \"p0\", \"child_candidate_id\": \"worker_rush_parent\", \"child_match_id\": \"match_32\", \"delta\": -0.83732, \"map\": \"map_3\", \"opponent\": \"random\", \"parent_candidate_id\": \"worker_rush_parent\", \"parent_match_id\": \"match_34\", \"reference\": \"worker_rush_parent\", \"relevant_ticks\": [], \"status\": \"regressed\"}, {\"candidate_side\": \"p1\", \"child_candidate_id\": \"worker_rush_parent\", \"child_match_id\": \"match_39\", \"delta\": -0.457126, \"map\": \"map_1\", \"opponent\": \"randombias\", \"parent_candidate_id\": \"worker_rush_parent\", \"parent_match_id\": \"match_41\", \"reference\": \"worker_rush_parent\", \"relevant_ticks\": [], \"status\": \"regressed\"}, {\"candidate_side\": \"p0\", \"child_candidate_id\": \"worker_rush_parent\", \"child_match_id\": \"match_42\", \"delta\": -1.182114, \"map\": \"map_2\", \"opponent\": \"randombias\", \"parent_candidate_id\": \"worker_rush_parent\", \"parent_match_id\": \"match_46\", \"reference\": \"worker_rush_parent\", \"relevant_ticks\": [], \"status\": \"regressed\"}, {\"candidate_side\": \"p1\", \"child_candidate_id\": \"worker_rush_parent\", \"child_match_id\": \"match_43\", \"delta\": -0.224205, \"map\": \"map_2\", \"opponent\": \"randombias\", \"parent_candidate_id\": \"worker_rush_parent\", \"parent_match_id\": \"match_47\", \"reference\": \"worker_rush_parent\", \"relevant_ticks\": [], \"status\": \"regressed\"}, {\"candidate_side\": \"p1\", \"child_candidate_id\": \"worker_rush_parent\", \"child_match_id\": \"match_157\", \"delta\": -0.082724, \"map\": \"map_3\", \"opponent\": \"coac\", \"parent_candidate_id\": \"worker_rush_parent\", \"parent_match_id\": \"match_161\", \"reference\": \"worker_rush_parent\", \"relevant_ticks\": [], \"status\": \"regressed\"}, {\"candidate_side\": \"p1\", \"child_candidate_id\": \"worker_rush_parent\", \"child_match_id\": \"match_159\", \"delta\": -0.082724, \"map\": \"map_3\", \"opponent\": \"coac\", \"parent_candidate_id\": \"worker_rush_parent\", \"parent_match_id\": \"match_161\", \"reference\": \"worker_rush_parent\", \"relevant_ticks\": [], \"status\": \"regressed\"}]}}",</a:t>
            </a:r>
          </a:p>
          <a:p xmlns:a="http://schemas.openxmlformats.org/drawingml/2006/main">
            <a:r>
              <a:t>    "parent_strategy_prompt": "\"Use a continuous Worker-rush policy.\\n\\nEvery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t>
            </a:r>
          </a:p>
          <a:p xmlns:a="http://schemas.openxmlformats.org/drawingml/2006/main">
            <a:r>
              <a:t>  "semantic_payload": {</a:t>
            </a:r>
          </a:p>
          <a:p xmlns:a="http://schemas.openxmlformats.org/drawingml/2006/main">
            <a:r>
              <a:t>    "commentator_diagnoses_and_evaluation_metadata": {</a:t>
            </a:r>
          </a:p>
          <a:p xmlns:a="http://schemas.openxmlformats.org/drawingml/2006/main">
            <a:r>
              <a:t>      "candidate_id": "worker_rush_reflection_subject",</a:t>
            </a:r>
          </a:p>
          <a:p xmlns:a="http://schemas.openxmlformats.org/drawingml/2006/main">
            <a:r>
              <a:t>      "commentator_diagnoses": [</a:t>
            </a:r>
          </a:p>
          <a:p xmlns:a="http://schemas.openxmlformats.org/drawingml/2006/main">
            <a:r>
              <a:t>        {</a:t>
            </a:r>
          </a:p>
          <a:p xmlns:a="http://schemas.openxmlformats.org/drawingml/2006/main">
            <a:r>
              <a:t>          "candidate_side": "p1",</a:t>
            </a:r>
          </a:p>
          <a:p xmlns:a="http://schemas.openxmlformats.org/drawingml/2006/main">
            <a:r>
              <a:t>          "candidate_strategy_summary": "Implemented continuous Worker-rush: single Worker harvests locally, additional Workers advance toward enemy Base. No Barracks or combat units produced.",</a:t>
            </a:r>
          </a:p>
          <a:p xmlns:a="http://schemas.openxmlformats.org/drawingml/2006/main">
            <a:r>
              <a:t>          "candidate_strengths": [],</a:t>
            </a:r>
          </a:p>
          <a:p xmlns:a="http://schemas.openxmlformats.org/drawingml/2006/main">
            <a:r>
              <a:t>          "candidate_weaknesses": [],</a:t>
            </a:r>
          </a:p>
          <a:p xmlns:a="http://schemas.openxmlformats.org/drawingml/2006/main">
            <a:r>
              <a:t>          "map": null,</a:t>
            </a:r>
          </a:p>
          <a:p xmlns:a="http://schemas.openxmlformats.org/drawingml/2006/main">
            <a:r>
              <a:t>          "match_id": "match_03",</a:t>
            </a:r>
          </a:p>
          <a:p xmlns:a="http://schemas.openxmlformats.org/drawingml/2006/main">
            <a:r>
              <a:t>          "opponent": "PassiveAI",</a:t>
            </a:r>
          </a:p>
          <a:p xmlns:a="http://schemas.openxmlformats.org/drawingml/2006/main">
            <a:r>
              <a:t>          "opponent_strategy_summary": "PassiveAI: no visible aggressive actions; Workers remain stationary or move passively toward enemy territory without coordinated attacks or resource exploitation.",</a:t>
            </a:r>
          </a:p>
          <a:p xmlns:a="http://schemas.openxmlformats.org/drawingml/2006/main">
            <a:r>
              <a:t>          "result": "draw",</a:t>
            </a:r>
          </a:p>
          <a:p xmlns:a="http://schemas.openxmlformats.org/drawingml/2006/main">
            <a:r>
              <a:t>          "turning_points": [</a:t>
            </a:r>
          </a:p>
          <a:p xmlns:a="http://schemas.openxmlformats.org/drawingml/2006/main">
            <a:r>
              <a:t>            {</a:t>
            </a:r>
          </a:p>
          <a:p xmlns:a="http://schemas.openxmlformats.org/drawingml/2006/main">
            <a:r>
              <a:t>              "event": "Candidate spawns 6th Worker (total: 2 Workers + 4 new). Opponent has 7 Workers total, but only 3 actively moving toward candidate’s Base.",</a:t>
            </a:r>
          </a:p>
          <a:p xmlns:a="http://schemas.openxmlformats.org/drawingml/2006/main">
            <a:r>
              <a:t>              "impact": "Candidate’s numerical advantage (7 vs. 2) becomes decisive; opponent’s Workers remain clustered near their Base, unable to counter rush.",</a:t>
            </a:r>
          </a:p>
          <a:p xmlns:a="http://schemas.openxmlformats.org/drawingml/2006/main">
            <a:r>
              <a:t>              "tick": 20</a:t>
            </a:r>
          </a:p>
          <a:p xmlns:a="http://schemas.openxmlformats.org/drawingml/2006/main">
            <a:r>
              <a:t>            },</a:t>
            </a:r>
          </a:p>
          <a:p xmlns:a="http://schemas.openxmlformats.org/drawingml/2006/main">
            <a:r>
              <a:t>            {</a:t>
            </a:r>
          </a:p>
          <a:p xmlns:a="http://schemas.openxmlformats.org/drawingml/2006/main">
            <a:r>
              <a:t>              "event": "Opponent’s 7 Workers converge near candidate’s Base (5,6) but fail to eliminate candidate’s single Worker or Base despite numerical superiority.",</a:t>
            </a:r>
          </a:p>
          <a:p xmlns:a="http://schemas.openxmlformats.org/drawingml/2006/main">
            <a:r>
              <a:t>              "impact": "Opponent’s passive clustering prevents coordinated attacks; candidate’s Base survives, maintaining resource production advantage.",</a:t>
            </a:r>
          </a:p>
          <a:p xmlns:a="http://schemas.openxmlformats.org/drawingml/2006/main">
            <a:r>
              <a:t>              "tick": 1496</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"candidate": "Failed to overwhelm opponent’s Base despite numerical advantage (7 vs. 2 Workers).",</a:t>
            </a:r>
          </a:p>
          <a:p xmlns:a="http://schemas.openxmlformats.org/drawingml/2006/main">
            <a:r>
              <a:t>                "opponent": "Failed to eliminate candidate’s Base or Workers despite superior numbers."</a:t>
            </a:r>
          </a:p>
          <a:p xmlns:a="http://schemas.openxmlformats.org/drawingml/2006/main">
            <a:r>
              <a:t>              }</a:t>
            </a:r>
          </a:p>
          <a:p xmlns:a="http://schemas.openxmlformats.org/drawingml/2006/main">
            <a:r>
              <a:t>            ],</a:t>
            </a:r>
          </a:p>
          <a:p xmlns:a="http://schemas.openxmlformats.org/drawingml/2006/main">
            <a:r>
              <a:t>            "result": "draw"</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"candidate_strategy_summary": "",</a:t>
            </a:r>
          </a:p>
          <a:p xmlns:a="http://schemas.openxmlformats.org/drawingml/2006/main">
            <a:r>
              <a:t>          "candidate_strengths": [],</a:t>
            </a:r>
          </a:p>
          <a:p xmlns:a="http://schemas.openxmlformats.org/drawingml/2006/main">
            <a:r>
              <a:t>          "candidate_weaknesses": [],</a:t>
            </a:r>
          </a:p>
          <a:p xmlns:a="http://schemas.openxmlformats.org/drawingml/2006/main">
            <a:r>
              <a:t>          "map": null,</a:t>
            </a:r>
          </a:p>
          <a:p xmlns:a="http://schemas.openxmlformats.org/drawingml/2006/main">
            <a:r>
              <a:t>          "match_id": "match_26",</a:t>
            </a:r>
          </a:p>
          <a:p xmlns:a="http://schemas.openxmlformats.org/drawingml/2006/main">
            <a:r>
              <a:t>          "opponent": "RandomAI",</a:t>
            </a:r>
          </a:p>
          <a:p xmlns:a="http://schemas.openxmlformats.org/drawingml/2006/main">
            <a:r>
              <a:t>          "opponent_strategy_summary": "",</a:t>
            </a:r>
          </a:p>
          <a:p xmlns:a="http://schemas.openxmlformats.org/drawingml/2006/main">
            <a:r>
              <a:t>          "result": "win",</a:t>
            </a:r>
          </a:p>
          <a:p xmlns:a="http://schemas.openxmlformats.org/drawingml/2006/main">
            <a:r>
              <a:t>          "turning_points": [</a:t>
            </a:r>
          </a:p>
          <a:p xmlns:a="http://schemas.openxmlformats.org/drawingml/2006/main">
            <a:r>
              <a:t>            {</a:t>
            </a:r>
          </a:p>
          <a:p xmlns:a="http://schemas.openxmlformats.org/drawingml/2006/main">
            <a:r>
              <a:t>              "event": "Both players start with 1 Worker each, no resource collection or production yet. Candidate’s Worker remains idle at (1,1).",</a:t>
            </a:r>
          </a:p>
          <a:p xmlns:a="http://schemas.openxmlformats.org/drawingml/2006/main">
            <a:r>
              <a:t>              "impact": "Initial stasis; candidate’s Worker does not harvest or attack, delaying resource accumulation and offensive pressure.",</a:t>
            </a:r>
          </a:p>
          <a:p xmlns:a="http://schemas.openxmlformats.org/drawingml/2006/main">
            <a:r>
              <a:t>              "tick": 0</a:t>
            </a:r>
          </a:p>
          <a:p xmlns:a="http://schemas.openxmlformats.org/drawingml/2006/main">
            <a:r>
              <a:t>            },</a:t>
            </a:r>
          </a:p>
          <a:p xmlns:a="http://schemas.openxmlformats.org/drawingml/2006/main">
            <a:r>
              <a:t>            {</a:t>
            </a:r>
          </a:p>
          <a:p xmlns:a="http://schemas.openxmlformats.org/drawingml/2006/main">
            <a:r>
              <a:t>              "event": "Candidate’s 6th Worker produced (total 6 Workers). Candidate’s Base remains intact at (2,2) while opponent’s Base is destroyed (0/0). Opponent’s 15 Workers are scattered with no coordinated threat.",</a:t>
            </a:r>
          </a:p>
          <a:p xmlns:a="http://schemas.openxmlformats.org/drawingml/2006/main">
            <a:r>
              <a:t>              "impact": "Candidate’s resource advantage (21 vs. 0) and numerical superiority (6 vs. 15) become decisive. Opponent’s random dispersion prevents effective counterplay.",</a:t>
            </a:r>
          </a:p>
          <a:p xmlns:a="http://schemas.openxmlformats.org/drawingml/2006/main">
            <a:r>
              <a:t>              "tick": 2998</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"description": "Resource monopoly: Candidate’s Workers harvested all accessible nodes, leaving opponent starved.",</a:t>
            </a:r>
          </a:p>
          <a:p xmlns:a="http://schemas.openxmlformats.org/drawingml/2006/main">
            <a:r>
              <a:t>                "evidence": [</a:t>
            </a:r>
          </a:p>
          <a:p xmlns:a="http://schemas.openxmlformats.org/drawingml/2006/main">
            <a:r>
              <a:t>                  "Tick 2999: Candidate’s Base has 21 resources; opponent’s Base has 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"description": "Enemy Base destruction: Candidate’s Workers converged on opponent’s Base (13,13) by T2998, eliminating it.",</a:t>
            </a:r>
          </a:p>
          <a:p xmlns:a="http://schemas.openxmlformats.org/drawingml/2006/main">
            <a:r>
              <a:t>                "evidence": [</a:t>
            </a:r>
          </a:p>
          <a:p xmlns:a="http://schemas.openxmlformats.org/drawingml/2006/main">
            <a:r>
              <a:t>                  "Tick 2998: Opponent’s Base HP=0; candidate’s Workers at (11,8), (15,7), etc."</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"result": "win"</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"candidate_strategy_summary": "Implemented continuous Worker-rush: prioritized Worker production, allocated one Worker per Base to harvest resources, and sent additional Workers toward enemy Base or visible enemy units.",</a:t>
            </a:r>
          </a:p>
          <a:p xmlns:a="http://schemas.openxmlformats.org/drawingml/2006/main">
            <a:r>
              <a:t>          "candidate_strengths": [</a:t>
            </a:r>
          </a:p>
          <a:p xmlns:a="http://schemas.openxmlformats.org/drawingml/2006/main">
            <a:r>
              <a:t>            "{'strength': 'Rapid Worker production and aggressive deployment', 'evidence': 'Produced 18 Workers by tick 1173, outpacing opponent’s static behavior.'}",</a:t>
            </a:r>
          </a:p>
          <a:p xmlns:a="http://schemas.openxmlformats.org/drawingml/2006/main">
            <a:r>
              <a:t>            "{'strength': 'Resource harvesting efficiency', 'evidence': 'Maintained consistent resource flow to sustain production despite opponent’s lack of interference.'}"</a:t>
            </a:r>
          </a:p>
          <a:p xmlns:a="http://schemas.openxmlformats.org/drawingml/2006/main">
            <a:r>
              <a:t>          ],</a:t>
            </a:r>
          </a:p>
          <a:p xmlns:a="http://schemas.openxmlformats.org/drawingml/2006/main">
            <a:r>
              <a:t>          "candidate_weaknesses": [</a:t>
            </a:r>
          </a:p>
          <a:p xmlns:a="http://schemas.openxmlformats.org/drawingml/2006/main">
            <a:r>
              <a:t>            "{'weakness': 'Delayed initial response', 'evidence': 'No Worker production or resource harvesting until tick 20, allowing opponent to maintain equilibrium.'}",</a:t>
            </a:r>
          </a:p>
          <a:p xmlns:a="http://schemas.openxmlformats.org/drawingml/2006/main">
            <a:r>
              <a:t>            "{'weakness': 'No adaptive threat mitigation', 'evidence': 'Failed to eliminate opponent’s Worker before it retreated, leaving it as a minor but persistent threat.'}"</a:t>
            </a:r>
          </a:p>
          <a:p xmlns:a="http://schemas.openxmlformats.org/drawingml/2006/main">
            <a:r>
              <a:t>          ],</a:t>
            </a:r>
          </a:p>
          <a:p xmlns:a="http://schemas.openxmlformats.org/drawingml/2006/main">
            <a:r>
              <a:t>          "map": null,</a:t>
            </a:r>
          </a:p>
          <a:p xmlns:a="http://schemas.openxmlformats.org/drawingml/2006/main">
            <a:r>
              <a:t>          "match_id": "match_41",</a:t>
            </a:r>
          </a:p>
          <a:p xmlns:a="http://schemas.openxmlformats.org/drawingml/2006/main">
            <a:r>
              <a:t>          "opponent": "RandomBiasedAI",</a:t>
            </a:r>
          </a:p>
          <a:p xmlns:a="http://schemas.openxmlformats.org/drawingml/2006/main">
            <a:r>
              <a:t>          "opponent_strategy_summary": "RandomBiasedAI: exhibited no structured production or defensive behavior; actions were non-cohesive and lacked clear objectives.",</a:t>
            </a:r>
          </a:p>
          <a:p xmlns:a="http://schemas.openxmlformats.org/drawingml/2006/main">
            <a:r>
              <a:t>          "result": "win",</a:t>
            </a:r>
          </a:p>
          <a:p xmlns:a="http://schemas.openxmlformats.org/drawingml/2006/main">
            <a:r>
              <a:t>          "turning_points": [</a:t>
            </a:r>
          </a:p>
          <a:p xmlns:a="http://schemas.openxmlformats.org/drawingml/2006/main">
            <a:r>
              <a:t>            {</a:t>
            </a:r>
          </a:p>
          <a:p xmlns:a="http://schemas.openxmlformats.org/drawingml/2006/main">
            <a:r>
              <a:t>              "event": "Both players start with identical initial conditions (1 Base + 1 Worker each, 5 resources). No resource harvesting or production occurs in first 20 ticks.",</a:t>
            </a:r>
          </a:p>
          <a:p xmlns:a="http://schemas.openxmlformats.org/drawingml/2006/main">
            <a:r>
              <a:t>              "impact": "Candidate fails to capitalize on early advantage by not immediately producing additional Workers, allowing opponent to maintain equal unit count.",</a:t>
            </a:r>
          </a:p>
          <a:p xmlns:a="http://schemas.openxmlformats.org/drawingml/2006/main">
            <a:r>
              <a:t>              "tick": 0</a:t>
            </a:r>
          </a:p>
          <a:p xmlns:a="http://schemas.openxmlformats.org/drawingml/2006/main">
            <a:r>
              <a:t>            },</a:t>
            </a:r>
          </a:p>
          <a:p xmlns:a="http://schemas.openxmlformats.org/drawingml/2006/main">
            <a:r>
              <a:t>            {</a:t>
            </a:r>
          </a:p>
          <a:p xmlns:a="http://schemas.openxmlformats.org/drawingml/2006/main">
            <a:r>
              <a:t>              "event": "Candidate produces 4 new Workers (total 5 Workers), while opponent remains static with 1 Worker. Candidate begins aggressive rush toward enemy Base.",</a:t>
            </a:r>
          </a:p>
          <a:p xmlns:a="http://schemas.openxmlformats.org/drawingml/2006/main">
            <a:r>
              <a:t>              "impact": "Candidate gains numerical superiority but fails to eliminate opponent’s lone Worker before it retreats, leaving opponent’s Base vulnerable but not immediately destroyed.",</a:t>
            </a:r>
          </a:p>
          <a:p xmlns:a="http://schemas.openxmlformats.org/drawingml/2006/main">
            <a:r>
              <a:t>              "tick": 20</a:t>
            </a:r>
          </a:p>
          <a:p xmlns:a="http://schemas.openxmlformats.org/drawingml/2006/main">
            <a:r>
              <a:t>            },</a:t>
            </a:r>
          </a:p>
          <a:p xmlns:a="http://schemas.openxmlformats.org/drawingml/2006/main">
            <a:r>
              <a:t>            {</a:t>
            </a:r>
          </a:p>
          <a:p xmlns:a="http://schemas.openxmlformats.org/drawingml/2006/main">
            <a:r>
              <a:t>              "event": "Candidate’s 18 Workers converge on opponent’s Base; opponent’s lone Worker retreats but is isolated with no resources or production capability.",</a:t>
            </a:r>
          </a:p>
          <a:p xmlns:a="http://schemas.openxmlformats.org/drawingml/2006/main">
            <a:r>
              <a:t>              "impact": "Candidate’s overwhelming numerical advantage leads to opponent’s Base destruction and loss of all units, ending the match.",</a:t>
            </a:r>
          </a:p>
          <a:p xmlns:a="http://schemas.openxmlformats.org/drawingml/2006/main">
            <a:r>
              <a:t>              "tick": 1173</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"Overwhelming numerical superiority",</a:t>
            </a:r>
          </a:p>
          <a:p xmlns:a="http://schemas.openxmlformats.org/drawingml/2006/main">
            <a:r>
              <a:t>                "details": "Candidate’s 18 Workers vs. opponent’s 1 Worker at match end."</a:t>
            </a:r>
          </a:p>
          <a:p xmlns:a="http://schemas.openxmlformats.org/drawingml/2006/main">
            <a:r>
              <a:t>              },</a:t>
            </a:r>
          </a:p>
          <a:p xmlns:a="http://schemas.openxmlformats.org/drawingml/2006/main">
            <a:r>
              <a:t>              {</a:t>
            </a:r>
          </a:p>
          <a:p xmlns:a="http://schemas.openxmlformats.org/drawingml/2006/main">
            <a:r>
              <a:t>                "cause": "Opponent’s lack of structured strategy",</a:t>
            </a:r>
          </a:p>
          <a:p xmlns:a="http://schemas.openxmlformats.org/drawingml/2006/main">
            <a:r>
              <a:t>                "details": "RandomBiasedAI’s inability to counter rush or sustain production."</a:t>
            </a:r>
          </a:p>
          <a:p xmlns:a="http://schemas.openxmlformats.org/drawingml/2006/main">
            <a:r>
              <a:t>              }</a:t>
            </a:r>
          </a:p>
          <a:p xmlns:a="http://schemas.openxmlformats.org/drawingml/2006/main">
            <a:r>
              <a:t>            ],</a:t>
            </a:r>
          </a:p>
          <a:p xmlns:a="http://schemas.openxmlformats.org/drawingml/2006/main">
            <a:r>
              <a:t>            "result": "win"</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"candidate_strategy_summary": "Pure Worker-rush with continuous production and immediate enemy Base targeting. No Barracks built; relies solely on Workers for combat and resource collection.",</a:t>
            </a:r>
          </a:p>
          <a:p xmlns:a="http://schemas.openxmlformats.org/drawingml/2006/main">
            <a:r>
              <a:t>          "candidate_strengths": [</a:t>
            </a:r>
          </a:p>
          <a:p xmlns:a="http://schemas.openxmlformats.org/drawingml/2006/main">
            <a:r>
              <a:t>            "{'strength': 'Aggressive early pressure on opponent’s Base via Worker-rush, forcing opponent to allocate resources to defense.'}"</a:t>
            </a:r>
          </a:p>
          <a:p xmlns:a="http://schemas.openxmlformats.org/drawingml/2006/main">
            <a:r>
              <a:t>          ],</a:t>
            </a:r>
          </a:p>
          <a:p xmlns:a="http://schemas.openxmlformats.org/drawingml/2006/main">
            <a:r>
              <a:t>          "candidate_weaknesses": [</a:t>
            </a:r>
          </a:p>
          <a:p xmlns:a="http://schemas.openxmlformats.org/drawingml/2006/main">
            <a:r>
              <a:t>            "{'weakness': 'No economic resilience; single Worker loss crippled resource collection, halting production entirely.'}",</a:t>
            </a:r>
          </a:p>
          <a:p xmlns:a="http://schemas.openxmlformats.org/drawingml/2006/main">
            <a:r>
              <a:t>            "{'weakness': 'Lack of defensive structures (Barracks built only after significant damage), leaving Base vulnerable to harassment.'}"</a:t>
            </a:r>
          </a:p>
          <a:p xmlns:a="http://schemas.openxmlformats.org/drawingml/2006/main">
            <a:r>
              <a:t>          ],</a:t>
            </a:r>
          </a:p>
          <a:p xmlns:a="http://schemas.openxmlformats.org/drawingml/2006/main">
            <a:r>
              <a:t>          "map": null,</a:t>
            </a:r>
          </a:p>
          <a:p xmlns:a="http://schemas.openxmlformats.org/drawingml/2006/main">
            <a:r>
              <a:t>          "match_id": "match_67",</a:t>
            </a:r>
          </a:p>
          <a:p xmlns:a="http://schemas.openxmlformats.org/drawingml/2006/main">
            <a:r>
              <a:t>          "opponent": "LightRush",</a:t>
            </a:r>
          </a:p>
          <a:p xmlns:a="http://schemas.openxmlformats.org/drawingml/2006/main">
            <a:r>
              <a:t>          "opponent_strategy_summary": "",</a:t>
            </a:r>
          </a:p>
          <a:p xmlns:a="http://schemas.openxmlformats.org/drawingml/2006/main">
            <a:r>
              <a:t>          "result": "loss",</a:t>
            </a:r>
          </a:p>
          <a:p xmlns:a="http://schemas.openxmlformats.org/drawingml/2006/main">
            <a:r>
              <a:t>          "turning_points": [</a:t>
            </a:r>
          </a:p>
          <a:p xmlns:a="http://schemas.openxmlformats.org/drawingml/2006/main">
            <a:r>
              <a:t>            {</a:t>
            </a:r>
          </a:p>
          <a:p xmlns:a="http://schemas.openxmlformats.org/drawingml/2006/main">
            <a:r>
              <a:t>              "event": "Candidate’s sole Worker (x:1,y:1) was destroyed by opponent’s Light units, halting resource collection at the nearest node (0,0). Opponent’s Worker (x:22,y:22) began carrying 1.0 resources, indicating successful disruption of candidate’s economy.",</a:t>
            </a:r>
          </a:p>
          <a:p xmlns:a="http://schemas.openxmlformats.org/drawingml/2006/main">
            <a:r>
              <a:t>              "impact": "Candidate lost its sole Worker, forcing reliance on a single Worker for both resource collection and production, severely limiting expansion and combat capabilities.",</a:t>
            </a:r>
          </a:p>
          <a:p xmlns:a="http://schemas.openxmlformats.org/drawingml/2006/main">
            <a:r>
              <a:t>              "tick": 18</a:t>
            </a:r>
          </a:p>
          <a:p xmlns:a="http://schemas.openxmlformats.org/drawingml/2006/main">
            <a:r>
              <a:t>            },</a:t>
            </a:r>
          </a:p>
          <a:p xmlns:a="http://schemas.openxmlformats.org/drawingml/2006/main">
            <a:r>
              <a:t>            {</a:t>
            </a:r>
          </a:p>
          <a:p xmlns:a="http://schemas.openxmlformats.org/drawingml/2006/main">
            <a:r>
              <a:t>              "event": "Candidate built a Barracks (x:1,y:0) and produced 6 Light units, transitioning from a pure Worker-rush to a hybrid strategy. Opponent’s Worker (x:22,y:22) was last seen at tick 821 and disappeared by tick 822, likely destroyed by candidate’s Light units.",</a:t>
            </a:r>
          </a:p>
          <a:p xmlns:a="http://schemas.openxmlformats.org/drawingml/2006/main">
            <a:r>
              <a:t>              "impact": "Candidate’s shift to combat units allowed it to eliminate the opponent’s Worker and secure victory, but occurred too late to prevent resource starvation earlier.",</a:t>
            </a:r>
          </a:p>
          <a:p xmlns:a="http://schemas.openxmlformats.org/drawingml/2006/main">
            <a:r>
              <a:t>              "tick": 822</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"Opponent’s Light units effectively disrupted candidate’s economy by targeting Workers and resource nodes, preventing resource accumulation for production."</a:t>
            </a:r>
          </a:p>
          <a:p xmlns:a="http://schemas.openxmlformats.org/drawingml/2006/main">
            <a:r>
              <a:t>              },</a:t>
            </a:r>
          </a:p>
          <a:p xmlns:a="http://schemas.openxmlformats.org/drawingml/2006/main">
            <a:r>
              <a:t>              {</a:t>
            </a:r>
          </a:p>
          <a:p xmlns:a="http://schemas.openxmlformats.org/drawingml/2006/main">
            <a:r>
              <a:t>                "cause": "Candidate’s inability to recover from early Worker losses due to no economic diversification or defensive infrastructure."</a:t>
            </a:r>
          </a:p>
          <a:p xmlns:a="http://schemas.openxmlformats.org/drawingml/2006/main">
            <a:r>
              <a:t>              }</a:t>
            </a:r>
          </a:p>
          <a:p xmlns:a="http://schemas.openxmlformats.org/drawingml/2006/main">
            <a:r>
              <a:t>            ],</a:t>
            </a:r>
          </a:p>
          <a:p xmlns:a="http://schemas.openxmlformats.org/drawingml/2006/main">
            <a:r>
              <a:t>            "result": "loss"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"candidate_strategy_summary": "Worker-rush: continuous production of Workers to attack enemy Base. One Worker harvests nearest resource; additional Workers advance toward enemy Base or enemy units. No Barracks built.",</a:t>
            </a:r>
          </a:p>
          <a:p xmlns:a="http://schemas.openxmlformats.org/drawingml/2006/main">
            <a:r>
              <a:t>          "candidate_strengths": [</a:t>
            </a:r>
          </a:p>
          <a:p xmlns:a="http://schemas.openxmlformats.org/drawingml/2006/main">
            <a:r>
              <a:t>            "{'strength': 'Initial Worker production maintained resource advantage until Barracks construction.', 'evidence': 'Candidate accumulated 8 resources by tick 935, while opponent had only 1 Worker.'}"</a:t>
            </a:r>
          </a:p>
          <a:p xmlns:a="http://schemas.openxmlformats.org/drawingml/2006/main">
            <a:r>
              <a:t>          ],</a:t>
            </a:r>
          </a:p>
          <a:p xmlns:a="http://schemas.openxmlformats.org/drawingml/2006/main">
            <a:r>
              <a:t>          "candidate_weaknesses": [</a:t>
            </a:r>
          </a:p>
          <a:p xmlns:a="http://schemas.openxmlformats.org/drawingml/2006/main">
            <a:r>
              <a:t>            "{'weakness': 'Delayed Barracks construction left Base vulnerable to Heavy counter-rush.', 'evidence': \"Candidate's Base destroyed at tick 940 after opponent's Heavy deployment.\"}",</a:t>
            </a:r>
          </a:p>
          <a:p xmlns:a="http://schemas.openxmlformats.org/drawingml/2006/main">
            <a:r>
              <a:t>            "{'weakness': 'No defensive Workers or Barracks to protect Barracks/Heavies during transition.', 'evidence': \"Candidate's Barracks and Heavies were exposed without Worker escorts.\"}"</a:t>
            </a:r>
          </a:p>
          <a:p xmlns:a="http://schemas.openxmlformats.org/drawingml/2006/main">
            <a:r>
              <a:t>          ],</a:t>
            </a:r>
          </a:p>
          <a:p xmlns:a="http://schemas.openxmlformats.org/drawingml/2006/main">
            <a:r>
              <a:t>          "map": null,</a:t>
            </a:r>
          </a:p>
          <a:p xmlns:a="http://schemas.openxmlformats.org/drawingml/2006/main">
            <a:r>
              <a:t>          "match_id": "match_85",</a:t>
            </a:r>
          </a:p>
          <a:p xmlns:a="http://schemas.openxmlformats.org/drawingml/2006/main">
            <a:r>
              <a:t>          "opponent": "HeavyRush",</a:t>
            </a:r>
          </a:p>
          <a:p xmlns:a="http://schemas.openxmlformats.org/drawingml/2006/main">
            <a:r>
              <a:t>          "opponent_strategy_summary": "HeavyRush: transitioned from pure Worker-rush to producing Heavy units via Barracks. Deployed 4 Heavy units by tick 935, likely in response to candidate's Worker pressure.",</a:t>
            </a:r>
          </a:p>
          <a:p xmlns:a="http://schemas.openxmlformats.org/drawingml/2006/main">
            <a:r>
              <a:t>          "result": "loss",</a:t>
            </a:r>
          </a:p>
          <a:p xmlns:a="http://schemas.openxmlformats.org/drawingml/2006/main">
            <a:r>
              <a:t>          "turning_points": [</a:t>
            </a:r>
          </a:p>
          <a:p xmlns:a="http://schemas.openxmlformats.org/drawingml/2006/main">
            <a:r>
              <a:t>            {</a:t>
            </a:r>
          </a:p>
          <a:p xmlns:a="http://schemas.openxmlformats.org/drawingml/2006/main">
            <a:r>
              <a:t>              "event": "Candidate built first Barracks at (1,0) and began producing Heavy units, abandoning pure Worker-rush.",</a:t>
            </a:r>
          </a:p>
          <a:p xmlns:a="http://schemas.openxmlformats.org/drawingml/2006/main">
            <a:r>
              <a:t>              "impact": "Shifted from pure Worker-rush to mixed strategy (Workers + Heavies), enabling defensive consolidation and offensive pressure.",</a:t>
            </a:r>
          </a:p>
          <a:p xmlns:a="http://schemas.openxmlformats.org/drawingml/2006/main">
            <a:r>
              <a:t>              "tick": 934</a:t>
            </a:r>
          </a:p>
          <a:p xmlns:a="http://schemas.openxmlformats.org/drawingml/2006/main">
            <a:r>
              <a:t>            },</a:t>
            </a:r>
          </a:p>
          <a:p xmlns:a="http://schemas.openxmlformats.org/drawingml/2006/main">
            <a:r>
              <a:t>            {</a:t>
            </a:r>
          </a:p>
          <a:p xmlns:a="http://schemas.openxmlformats.org/drawingml/2006/main">
            <a:r>
              <a:t>              "event": "Opponent deployed 4 Heavy units, countering candidate's Worker pressure and neutralizing candidate's Base.",</a:t>
            </a:r>
          </a:p>
          <a:p xmlns:a="http://schemas.openxmlformats.org/drawingml/2006/main">
            <a:r>
              <a:t>              "impact": "Opponent's Heavy units overwhelmed candidate's single Worker, leading to candidate's Base destruction and loss.",</a:t>
            </a:r>
          </a:p>
          <a:p xmlns:a="http://schemas.openxmlformats.org/drawingml/2006/main">
            <a:r>
              <a:t>              "tick": 935</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"Opponent's HeavyRush strategy exploited candidate's delayed Barracks construction.",</a:t>
            </a:r>
          </a:p>
          <a:p xmlns:a="http://schemas.openxmlformats.org/drawingml/2006/main">
            <a:r>
              <a:t>                "evidence": "Opponent's 4 Heavies overwhelmed candidate's single Worker at Base."</a:t>
            </a:r>
          </a:p>
          <a:p xmlns:a="http://schemas.openxmlformats.org/drawingml/2006/main">
            <a:r>
              <a:t>              },</a:t>
            </a:r>
          </a:p>
          <a:p xmlns:a="http://schemas.openxmlformats.org/drawingml/2006/main">
            <a:r>
              <a:t>              {</a:t>
            </a:r>
          </a:p>
          <a:p xmlns:a="http://schemas.openxmlformats.org/drawingml/2006/main">
            <a:r>
              <a:t>                "cause": "Candidate's inability to sustain Worker pressure post-Barracks construction.",</a:t>
            </a:r>
          </a:p>
          <a:p xmlns:a="http://schemas.openxmlformats.org/drawingml/2006/main">
            <a:r>
              <a:t>                "evidence": "Candidate's Worker count dropped from 1 to 0 after Base destruction."</a:t>
            </a:r>
          </a:p>
          <a:p xmlns:a="http://schemas.openxmlformats.org/drawingml/2006/main">
            <a:r>
              <a:t>              }</a:t>
            </a:r>
          </a:p>
          <a:p xmlns:a="http://schemas.openxmlformats.org/drawingml/2006/main">
            <a:r>
              <a:t>            ],</a:t>
            </a:r>
          </a:p>
          <a:p xmlns:a="http://schemas.openxmlformats.org/drawingml/2006/main">
            <a:r>
              <a:t>            "result": "loss"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"candidate_strategy_summary": "Continuous Worker-rush with no barracks or combat units. Prioritizes immediate enemy Base attack after resource collection.",</a:t>
            </a:r>
          </a:p>
          <a:p xmlns:a="http://schemas.openxmlformats.org/drawingml/2006/main">
            <a:r>
              <a:t>          "candidate_strengths": [</a:t>
            </a:r>
          </a:p>
          <a:p xmlns:a="http://schemas.openxmlformats.org/drawingml/2006/main">
            <a:r>
              <a:t>            "{'strength': 'Aggressive expansion', 'evidence': 'Produced 12 Workers by tick 597, overwhelming opponent’s single Worker defense.'}",</a:t>
            </a:r>
          </a:p>
          <a:p xmlns:a="http://schemas.openxmlformats.org/drawingml/2006/main">
            <a:r>
              <a:t>            "{'strength': 'Resource prioritization', 'evidence': 'Maintained continuous Worker production while harvesting resources (e.g., 1 Worker carries 1 resource at tick 597).'}"</a:t>
            </a:r>
          </a:p>
          <a:p xmlns:a="http://schemas.openxmlformats.org/drawingml/2006/main">
            <a:r>
              <a:t>          ],</a:t>
            </a:r>
          </a:p>
          <a:p xmlns:a="http://schemas.openxmlformats.org/drawingml/2006/main">
            <a:r>
              <a:t>          "candidate_weaknesses": [</a:t>
            </a:r>
          </a:p>
          <a:p xmlns:a="http://schemas.openxmlformats.org/drawingml/2006/main">
            <a:r>
              <a:t>            "{'weakness': 'No defensive structures', 'evidence': 'Base at (2,2) remained vulnerable to direct Worker assaults (e.g., opponent’s Worker reached it by tick 19).'}",</a:t>
            </a:r>
          </a:p>
          <a:p xmlns:a="http://schemas.openxmlformats.org/drawingml/2006/main">
            <a:r>
              <a:t>            "{'weakness': 'No combat unit diversification', 'evidence': 'Relied solely on Workers; no Barracks or alternative unit types to counter enemy Workers.'}"</a:t>
            </a:r>
          </a:p>
          <a:p xmlns:a="http://schemas.openxmlformats.org/drawingml/2006/main">
            <a:r>
              <a:t>          ],</a:t>
            </a:r>
          </a:p>
          <a:p xmlns:a="http://schemas.openxmlformats.org/drawingml/2006/main">
            <a:r>
              <a:t>          "map": null,</a:t>
            </a:r>
          </a:p>
          <a:p xmlns:a="http://schemas.openxmlformats.org/drawingml/2006/main">
            <a:r>
              <a:t>          "match_id": "match_107",</a:t>
            </a:r>
          </a:p>
          <a:p xmlns:a="http://schemas.openxmlformats.org/drawingml/2006/main">
            <a:r>
              <a:t>          "opponent": "WorkerRush",</a:t>
            </a:r>
          </a:p>
          <a:p xmlns:a="http://schemas.openxmlformats.org/drawingml/2006/main">
            <a:r>
              <a:t>          "opponent_strategy_summary": "Worker-rush with identical unit composition. No barracks or non-Worker units produced.",</a:t>
            </a:r>
          </a:p>
          <a:p xmlns:a="http://schemas.openxmlformats.org/drawingml/2006/main">
            <a:r>
              <a:t>          "result": "loss",</a:t>
            </a:r>
          </a:p>
          <a:p xmlns:a="http://schemas.openxmlformats.org/drawingml/2006/main">
            <a:r>
              <a:t>          "turning_points": [</a:t>
            </a:r>
          </a:p>
          <a:p xmlns:a="http://schemas.openxmlformats.org/drawingml/2006/main">
            <a:r>
              <a:t>            {</a:t>
            </a:r>
          </a:p>
          <a:p xmlns:a="http://schemas.openxmlformats.org/drawingml/2006/main">
            <a:r>
              <a:t>              "event": "Both players start with identical initial conditions (1 Base + 1 Worker, 5 resources each).",</a:t>
            </a:r>
          </a:p>
          <a:p xmlns:a="http://schemas.openxmlformats.org/drawingml/2006/main">
            <a:r>
              <a:t>              "impact": "Neutralized early advantage potential; symmetric starting state forces direct confrontation.",</a:t>
            </a:r>
          </a:p>
          <a:p xmlns:a="http://schemas.openxmlformats.org/drawingml/2006/main">
            <a:r>
              <a:t>              "tick": 0</a:t>
            </a:r>
          </a:p>
          <a:p xmlns:a="http://schemas.openxmlformats.org/drawingml/2006/main">
            <a:r>
              <a:t>            },</a:t>
            </a:r>
          </a:p>
          <a:p xmlns:a="http://schemas.openxmlformats.org/drawingml/2006/main">
            <a:r>
              <a:t>            {</a:t>
            </a:r>
          </a:p>
          <a:p xmlns:a="http://schemas.openxmlformats.org/drawingml/2006/main">
            <a:r>
              <a:t>              "event": "Candidate produces 4 new Workers (total 5) while opponent retains 1 Worker. Opponent’s Worker reaches candidate’s Base at (2,2).",</a:t>
            </a:r>
          </a:p>
          <a:p xmlns:a="http://schemas.openxmlformats.org/drawingml/2006/main">
            <a:r>
              <a:t>              "impact": "Candidate’s rapid expansion overwhelms opponent’s single defensive Worker. Opponent’s Base remains intact but isolated.",</a:t>
            </a:r>
          </a:p>
          <a:p xmlns:a="http://schemas.openxmlformats.org/drawingml/2006/main">
            <a:r>
              <a:t>              "tick": 19</a:t>
            </a:r>
          </a:p>
          <a:p xmlns:a="http://schemas.openxmlformats.org/drawingml/2006/main">
            <a:r>
              <a:t>            },</a:t>
            </a:r>
          </a:p>
          <a:p xmlns:a="http://schemas.openxmlformats.org/drawingml/2006/main">
            <a:r>
              <a:t>            {</a:t>
            </a:r>
          </a:p>
          <a:p xmlns:a="http://schemas.openxmlformats.org/drawingml/2006/main">
            <a:r>
              <a:t>              "event": "Candidate’s 12 Workers converge on opponent’s lone Worker at (23,21), eliminating it. Opponent’s Base is destroyed by direct Worker assaults.",</a:t>
            </a:r>
          </a:p>
          <a:p xmlns:a="http://schemas.openxmlformats.org/drawingml/2006/main">
            <a:r>
              <a:t>              "impact": "Opponent loses all units and Base; candidate’s numerical superiority and coordinated rush execute decisive victory.",</a:t>
            </a:r>
          </a:p>
          <a:p xmlns:a="http://schemas.openxmlformats.org/drawingml/2006/main">
            <a:r>
              <a:t>              "tick": 597</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"Opponent’s Worker reached candidate’s Base at tick 19, preventing resource collection and production.",</a:t>
            </a:r>
          </a:p>
          <a:p xmlns:a="http://schemas.openxmlformats.org/drawingml/2006/main">
            <a:r>
              <a:t>                "evidence": "Candidate’s Base at (2,2) was attacked by opponent’s Worker; candidate’s Workers were already committed to expansion."</a:t>
            </a:r>
          </a:p>
          <a:p xmlns:a="http://schemas.openxmlformats.org/drawingml/2006/main">
            <a:r>
              <a:t>              },</a:t>
            </a:r>
          </a:p>
          <a:p xmlns:a="http://schemas.openxmlformats.org/drawingml/2006/main">
            <a:r>
              <a:t>              {</a:t>
            </a:r>
          </a:p>
          <a:p xmlns:a="http://schemas.openxmlformats.org/drawingml/2006/main">
            <a:r>
              <a:t>                "cause": "Opponent’s Base destruction at tick 597 by candidate’s Workers (misinterpreted as victory).",</a:t>
            </a:r>
          </a:p>
          <a:p xmlns:a="http://schemas.openxmlformats.org/drawingml/2006/main">
            <a:r>
              <a:t>                "evidence": "Opponent’s Base was destroyed, but candidate’s Base was also eliminated by opponent’s Worker at tick 600."</a:t>
            </a:r>
          </a:p>
          <a:p xmlns:a="http://schemas.openxmlformats.org/drawingml/2006/main">
            <a:r>
              <a:t>              }</a:t>
            </a:r>
          </a:p>
          <a:p xmlns:a="http://schemas.openxmlformats.org/drawingml/2006/main">
            <a:r>
              <a:t>            ],</a:t>
            </a:r>
          </a:p>
          <a:p xmlns:a="http://schemas.openxmlformats.org/drawingml/2006/main">
            <a:r>
              <a:t>            "result": "loss"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"candidate_strategy_summary": "",</a:t>
            </a:r>
          </a:p>
          <a:p xmlns:a="http://schemas.openxmlformats.org/drawingml/2006/main">
            <a:r>
              <a:t>          "candidate_strengths": [</a:t>
            </a:r>
          </a:p>
          <a:p xmlns:a="http://schemas.openxmlformats.org/drawingml/2006/main">
            <a:r>
              <a:t>            "{'evidence': 'Initial Worker production (implied by strategy) but no execution data in log', 'limitation': 'No observable Workers or resources in raw state at any tick'}"</a:t>
            </a:r>
          </a:p>
          <a:p xmlns:a="http://schemas.openxmlformats.org/drawingml/2006/main">
            <a:r>
              <a:t>          ],</a:t>
            </a:r>
          </a:p>
          <a:p xmlns:a="http://schemas.openxmlformats.org/drawingml/2006/main">
            <a:r>
              <a:t>          "candidate_weaknesses": [</a:t>
            </a:r>
          </a:p>
          <a:p xmlns:a="http://schemas.openxmlformats.org/drawingml/2006/main">
            <a:r>
              <a:t>            "{'evidence': 'Raw log shows `unit_count: 0` and `worker_count: 0` at tick 215 (and no prior ticks logged)', 'root': 'Failed to sustain Worker production or harvest resources'}",</a:t>
            </a:r>
          </a:p>
          <a:p xmlns:a="http://schemas.openxmlformats.org/drawingml/2006/main">
            <a:r>
              <a:t>            "{'evidence': 'No barracks built despite strategy allowing none; no combat units produced', 'root': 'Inability to maintain any units or resources under pressure'}"</a:t>
            </a:r>
          </a:p>
          <a:p xmlns:a="http://schemas.openxmlformats.org/drawingml/2006/main">
            <a:r>
              <a:t>          ],</a:t>
            </a:r>
          </a:p>
          <a:p xmlns:a="http://schemas.openxmlformats.org/drawingml/2006/main">
            <a:r>
              <a:t>          "map": null,</a:t>
            </a:r>
          </a:p>
          <a:p xmlns:a="http://schemas.openxmlformats.org/drawingml/2006/main">
            <a:r>
              <a:t>          "match_id": "match_108",</a:t>
            </a:r>
          </a:p>
          <a:p xmlns:a="http://schemas.openxmlformats.org/drawingml/2006/main">
            <a:r>
              <a:t>          "opponent": "AllInBot (upstream runtime, fault-contained)",</a:t>
            </a:r>
          </a:p>
          <a:p xmlns:a="http://schemas.openxmlformats.org/drawingml/2006/main">
            <a:r>
              <a:t>          "opponent_strategy_summary": "",</a:t>
            </a:r>
          </a:p>
          <a:p xmlns:a="http://schemas.openxmlformats.org/drawingml/2006/main">
            <a:r>
              <a:t>          "result": "loss",</a:t>
            </a:r>
          </a:p>
          <a:p xmlns:a="http://schemas.openxmlformats.org/drawingml/2006/main">
            <a:r>
              <a:t>          "turning_points": [</a:t>
            </a:r>
          </a:p>
          <a:p xmlns:a="http://schemas.openxmlformats.org/drawingml/2006/main">
            <a:r>
              <a:t>            {</a:t>
            </a:r>
          </a:p>
          <a:p xmlns:a="http://schemas.openxmlformats.org/drawingml/2006/main">
            <a:r>
              <a:t>              "event": "Terminal state reached: candidate has 0 Workers, 0 resources, and no structures; opponent wins by default",</a:t>
            </a:r>
          </a:p>
          <a:p xmlns:a="http://schemas.openxmlformats.org/drawingml/2006/main">
            <a:r>
              <a:t>              "impact": "Match ends abruptly due to candidate's complete resource depletion and unit loss",</a:t>
            </a:r>
          </a:p>
          <a:p xmlns:a="http://schemas.openxmlformats.org/drawingml/2006/main">
            <a:r>
              <a:t>              "tick": 215</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"description": "Candidate’s resource pool drained to 0.0 at terminal state",</a:t>
            </a:r>
          </a:p>
          <a:p xmlns:a="http://schemas.openxmlformats.org/drawingml/2006/main">
            <a:r>
              <a:t>                "type": "resource_collapse"</a:t>
            </a:r>
          </a:p>
          <a:p xmlns:a="http://schemas.openxmlformats.org/drawingml/2006/main">
            <a:r>
              <a:t>              },</a:t>
            </a:r>
          </a:p>
          <a:p xmlns:a="http://schemas.openxmlformats.org/drawingml/2006/main">
            <a:r>
              <a:t>              {</a:t>
            </a:r>
          </a:p>
          <a:p xmlns:a="http://schemas.openxmlformats.org/drawingml/2006/main">
            <a:r>
              <a:t>                "description": "No Workers or units remained to harvest or defend",</a:t>
            </a:r>
          </a:p>
          <a:p xmlns:a="http://schemas.openxmlformats.org/drawingml/2006/main">
            <a:r>
              <a:t>                "type": "unit_depletion"</a:t>
            </a:r>
          </a:p>
          <a:p xmlns:a="http://schemas.openxmlformats.org/drawingml/2006/main">
            <a:r>
              <a:t>              },</a:t>
            </a:r>
          </a:p>
          <a:p xmlns:a="http://schemas.openxmlformats.org/drawingml/2006/main">
            <a:r>
              <a:t>              {</a:t>
            </a:r>
          </a:p>
          <a:p xmlns:a="http://schemas.openxmlformats.org/drawingml/2006/main">
            <a:r>
              <a:t>                "description": "Opponent’s fault-contained runtime likely exploited candidate’s static rush without adaptive defenses",</a:t>
            </a:r>
          </a:p>
          <a:p xmlns:a="http://schemas.openxmlformats.org/drawingml/2006/main">
            <a:r>
              <a:t>                "type": "opponent_unknown"</a:t>
            </a:r>
          </a:p>
          <a:p xmlns:a="http://schemas.openxmlformats.org/drawingml/2006/main">
            <a:r>
              <a:t>              }</a:t>
            </a:r>
          </a:p>
          <a:p xmlns:a="http://schemas.openxmlformats.org/drawingml/2006/main">
            <a:r>
              <a:t>            ],</a:t>
            </a:r>
          </a:p>
          <a:p xmlns:a="http://schemas.openxmlformats.org/drawingml/2006/main">
            <a:r>
              <a:t>            "result": "loss"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"candidate_strategy_summary": "Continuous Worker-rush with immediate enemy Base targeting. No Barracks built; relies on Workers for combat and resource collection. Prioritizes production over defensive structures.",</a:t>
            </a:r>
          </a:p>
          <a:p xmlns:a="http://schemas.openxmlformats.org/drawingml/2006/main">
            <a:r>
              <a:t>          "candidate_strengths": [</a:t>
            </a:r>
          </a:p>
          <a:p xmlns:a="http://schemas.openxmlformats.org/drawingml/2006/main">
            <a:r>
              <a:t>            "{'strength': 'Aggressive early expansion', 'evidence': 'Candidate’s Worker begins harvesting immediately and produces additional Workers rapidly, outpacing opponent’s passive early-game.'}",</a:t>
            </a:r>
          </a:p>
          <a:p xmlns:a="http://schemas.openxmlformats.org/drawingml/2006/main">
            <a:r>
              <a:t>            "{'strength': 'Adaptive transition to combat units', 'evidence': 'Constructed Barracks and produced Heavy units at tick 780, overcoming opponent’s lack of defensive structures.'}"</a:t>
            </a:r>
          </a:p>
          <a:p xmlns:a="http://schemas.openxmlformats.org/drawingml/2006/main">
            <a:r>
              <a:t>          ],</a:t>
            </a:r>
          </a:p>
          <a:p xmlns:a="http://schemas.openxmlformats.org/drawingml/2006/main">
            <a:r>
              <a:t>          "candidate_weaknesses": [</a:t>
            </a:r>
          </a:p>
          <a:p xmlns:a="http://schemas.openxmlformats.org/drawingml/2006/main">
            <a:r>
              <a:t>            "{'weakness': 'Vulnerable to delayed opponent responses', 'evidence': 'Opponent’s Worker remained stationary for 779 ticks, allowing candidate to build up a significant advantage before facing resistance.'}"</a:t>
            </a:r>
          </a:p>
          <a:p xmlns:a="http://schemas.openxmlformats.org/drawingml/2006/main">
            <a:r>
              <a:t>          ],</a:t>
            </a:r>
          </a:p>
          <a:p xmlns:a="http://schemas.openxmlformats.org/drawingml/2006/main">
            <a:r>
              <a:t>          "map": null,</a:t>
            </a:r>
          </a:p>
          <a:p xmlns:a="http://schemas.openxmlformats.org/drawingml/2006/main">
            <a:r>
              <a:t>          "match_id": "match_139",</a:t>
            </a:r>
          </a:p>
          <a:p xmlns:a="http://schemas.openxmlformats.org/drawingml/2006/main">
            <a:r>
              <a:t>          "opponent": "Mayari",</a:t>
            </a:r>
          </a:p>
          <a:p xmlns:a="http://schemas.openxmlformats.org/drawingml/2006/main">
            <a:r>
              <a:t>          "opponent_strategy_summary": "",</a:t>
            </a:r>
          </a:p>
          <a:p xmlns:a="http://schemas.openxmlformats.org/drawingml/2006/main">
            <a:r>
              <a:t>          "result": "win",</a:t>
            </a:r>
          </a:p>
          <a:p xmlns:a="http://schemas.openxmlformats.org/drawingml/2006/main">
            <a:r>
              <a:t>          "turning_points": [</a:t>
            </a:r>
          </a:p>
          <a:p xmlns:a="http://schemas.openxmlformats.org/drawingml/2006/main">
            <a:r>
              <a:t>            {</a:t>
            </a:r>
          </a:p>
          <a:p xmlns:a="http://schemas.openxmlformats.org/drawingml/2006/main">
            <a:r>
              <a:t>              "event": "Both players start with identical initial conditions (1 Base + 1 Worker, 5 resources each). Opponent Worker positioned near enemy Base (22,22) while candidate Worker near (1,1).",</a:t>
            </a:r>
          </a:p>
          <a:p xmlns:a="http://schemas.openxmlformats.org/drawingml/2006/main">
            <a:r>
              <a:t>              "impact": "Candidate Worker begins harvesting neutral resource at (0,0) immediately, while opponent Worker remains stationary near Base. Candidate gains resource advantage early.",</a:t>
            </a:r>
          </a:p>
          <a:p xmlns:a="http://schemas.openxmlformats.org/drawingml/2006/main">
            <a:r>
              <a:t>              "tick": 0</a:t>
            </a:r>
          </a:p>
          <a:p xmlns:a="http://schemas.openxmlformats.org/drawingml/2006/main">
            <a:r>
              <a:t>            },</a:t>
            </a:r>
          </a:p>
          <a:p xmlns:a="http://schemas.openxmlformats.org/drawingml/2006/main">
            <a:r>
              <a:t>            {</a:t>
            </a:r>
          </a:p>
          <a:p xmlns:a="http://schemas.openxmlformats.org/drawingml/2006/main">
            <a:r>
              <a:t>              "event": "Candidate constructs Barracks and produces 4 Heavy units. Opponent has no combat units and only 1 Worker remaining (carrying 1 resource).",</a:t>
            </a:r>
          </a:p>
          <a:p xmlns:a="http://schemas.openxmlformats.org/drawingml/2006/main">
            <a:r>
              <a:t>              "impact": "Candidate transitions from pure Worker-rush to mixed strategy with combat units. Opponent’s single Worker is overwhelmed by candidate’s Heavy units, leading to rapid elimination of opponent’s Base.",</a:t>
            </a:r>
          </a:p>
          <a:p xmlns:a="http://schemas.openxmlformats.org/drawingml/2006/main">
            <a:r>
              <a:t>              "tick": 780</a:t>
            </a:r>
          </a:p>
          <a:p xmlns:a="http://schemas.openxmlformats.org/drawingml/2006/main">
            <a:r>
              <a:t>            },</a:t>
            </a:r>
          </a:p>
          <a:p xmlns:a="http://schemas.openxmlformats.org/drawingml/2006/main">
            <a:r>
              <a:t>            {</a:t>
            </a:r>
          </a:p>
          <a:p xmlns:a="http://schemas.openxmlformats.org/drawingml/2006/main">
            <a:r>
              <a:t>              "event": "Opponent’s last Worker destroyed; candidate’s Base and Barracks remain intact. Opponent’s Base destroyed by candidate’s Heavy units.",</a:t>
            </a:r>
          </a:p>
          <a:p xmlns:a="http://schemas.openxmlformats.org/drawingml/2006/main">
            <a:r>
              <a:t>              "impact": "Final elimination of opponent’s units and Base, securing candidate’s victory.",</a:t>
            </a:r>
          </a:p>
          <a:p xmlns:a="http://schemas.openxmlformats.org/drawingml/2006/main">
            <a:r>
              <a:t>              "tick": 785</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"Resource advantage",</a:t>
            </a:r>
          </a:p>
          <a:p xmlns:a="http://schemas.openxmlformats.org/drawingml/2006/main">
            <a:r>
              <a:t>                "details": "Candidate’s early harvesting and production outpaced opponent, enabling rapid unit production and transition to combat units."</a:t>
            </a:r>
          </a:p>
          <a:p xmlns:a="http://schemas.openxmlformats.org/drawingml/2006/main">
            <a:r>
              <a:t>              },</a:t>
            </a:r>
          </a:p>
          <a:p xmlns:a="http://schemas.openxmlformats.org/drawingml/2006/main">
            <a:r>
              <a:t>              {</a:t>
            </a:r>
          </a:p>
          <a:p xmlns:a="http://schemas.openxmlformats.org/drawingml/2006/main">
            <a:r>
              <a:t>                "cause": "Opponent’s passive early-game",</a:t>
            </a:r>
          </a:p>
          <a:p xmlns:a="http://schemas.openxmlformats.org/drawingml/2006/main">
            <a:r>
              <a:t>                "details": "Opponent failed to disrupt candidate’s Worker production or defend its Base until it was too late."</a:t>
            </a:r>
          </a:p>
          <a:p xmlns:a="http://schemas.openxmlformats.org/drawingml/2006/main">
            <a:r>
              <a:t>              },</a:t>
            </a:r>
          </a:p>
          <a:p xmlns:a="http://schemas.openxmlformats.org/drawingml/2006/main">
            <a:r>
              <a:t>              {</a:t>
            </a:r>
          </a:p>
          <a:p xmlns:a="http://schemas.openxmlformats.org/drawingml/2006/main">
            <a:r>
              <a:t>                "cause": "Lack of opponent combat units",</a:t>
            </a:r>
          </a:p>
          <a:p xmlns:a="http://schemas.openxmlformats.org/drawingml/2006/main">
            <a:r>
              <a:t>                "details": "Opponent’s reliance on a single Worker with no defensive structures made it susceptible to candidate’s Heavy units."</a:t>
            </a:r>
          </a:p>
          <a:p xmlns:a="http://schemas.openxmlformats.org/drawingml/2006/main">
            <a:r>
              <a:t>              }</a:t>
            </a:r>
          </a:p>
          <a:p xmlns:a="http://schemas.openxmlformats.org/drawingml/2006/main">
            <a:r>
              <a:t>            ],</a:t>
            </a:r>
          </a:p>
          <a:p xmlns:a="http://schemas.openxmlformats.org/drawingml/2006/main">
            <a:r>
              <a:t>            "result": "win"</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"candidate_strategy_summary": "Pure Worker-rush with no barracks production. Prioritizes immediate enemy base assault after resource saturation.",</a:t>
            </a:r>
          </a:p>
          <a:p xmlns:a="http://schemas.openxmlformats.org/drawingml/2006/main">
            <a:r>
              <a:t>          "candidate_strengths": [</a:t>
            </a:r>
          </a:p>
          <a:p xmlns:a="http://schemas.openxmlformats.org/drawingml/2006/main">
            <a:r>
              <a:t>            "{'strength': 'Rapid initial Worker production (tick 0–660).', 'context': 'Candidate maintained 1–2 Workers continuously until base destruction.'}"</a:t>
            </a:r>
          </a:p>
          <a:p xmlns:a="http://schemas.openxmlformats.org/drawingml/2006/main">
            <a:r>
              <a:t>          ],</a:t>
            </a:r>
          </a:p>
          <a:p xmlns:a="http://schemas.openxmlformats.org/drawingml/2006/main">
            <a:r>
              <a:t>          "candidate_weaknesses": [</a:t>
            </a:r>
          </a:p>
          <a:p xmlns:a="http://schemas.openxmlformats.org/drawingml/2006/main">
            <a:r>
              <a:t>            "{'weakness': 'No defensive structures (Barracks) to counter enemy combat units.', 'context': 'Opponent’s Heavy/Ranged units bypassed candidate’s Workers without retaliation.'}",</a:t>
            </a:r>
          </a:p>
          <a:p xmlns:a="http://schemas.openxmlformats.org/drawingml/2006/main">
            <a:r>
              <a:t>            "{'weakness': 'Over-reliance on direct base assault without resource/unit diversification.', 'context': 'Candidate’s Workers were outmaneuvered by opponent’s mixed-unit economy.'}"</a:t>
            </a:r>
          </a:p>
          <a:p xmlns:a="http://schemas.openxmlformats.org/drawingml/2006/main">
            <a:r>
              <a:t>          ],</a:t>
            </a:r>
          </a:p>
          <a:p xmlns:a="http://schemas.openxmlformats.org/drawingml/2006/main">
            <a:r>
              <a:t>          "map": null,</a:t>
            </a:r>
          </a:p>
          <a:p xmlns:a="http://schemas.openxmlformats.org/drawingml/2006/main">
            <a:r>
              <a:t>          "match_id": "match_154",</a:t>
            </a:r>
          </a:p>
          <a:p xmlns:a="http://schemas.openxmlformats.org/drawingml/2006/main">
            <a:r>
              <a:t>          "opponent": "COAC",</a:t>
            </a:r>
          </a:p>
          <a:p xmlns:a="http://schemas.openxmlformats.org/drawingml/2006/main">
            <a:r>
              <a:t>          "opponent_strategy_summary": "Unknown (COAC), but revealed aggressive barracks construction (tick 660) and mixed combat unit production (Heavy/Ranged).",</a:t>
            </a:r>
          </a:p>
          <a:p xmlns:a="http://schemas.openxmlformats.org/drawingml/2006/main">
            <a:r>
              <a:t>          "result": "loss",</a:t>
            </a:r>
          </a:p>
          <a:p xmlns:a="http://schemas.openxmlformats.org/drawingml/2006/main">
            <a:r>
              <a:t>          "turning_points": [</a:t>
            </a:r>
          </a:p>
          <a:p xmlns:a="http://schemas.openxmlformats.org/drawingml/2006/main">
            <a:r>
              <a:t>            {</a:t>
            </a:r>
          </a:p>
          <a:p xmlns:a="http://schemas.openxmlformats.org/drawingml/2006/main">
            <a:r>
              <a:t>              "event": "Both players start with identical resource/unit state (1 Worker + Base, 5 resources).",</a:t>
            </a:r>
          </a:p>
          <a:p xmlns:a="http://schemas.openxmlformats.org/drawingml/2006/main">
            <a:r>
              <a:t>              "impact": "Neutral early advantage; no immediate positional or resource asymmetry.",</a:t>
            </a:r>
          </a:p>
          <a:p xmlns:a="http://schemas.openxmlformats.org/drawingml/2006/main">
            <a:r>
              <a:t>              "tick": 0</a:t>
            </a:r>
          </a:p>
          <a:p xmlns:a="http://schemas.openxmlformats.org/drawingml/2006/main">
            <a:r>
              <a:t>            },</a:t>
            </a:r>
          </a:p>
          <a:p xmlns:a="http://schemas.openxmlformats.org/drawingml/2006/main">
            <a:r>
              <a:t>            {</a:t>
            </a:r>
          </a:p>
          <a:p xmlns:a="http://schemas.openxmlformats.org/drawingml/2006/main">
            <a:r>
              <a:t>              "event": "Opponent constructs Barracks at (13,15) and deploys Heavy/Ranged units. Candidate’s Base destroyed by ranged attack.",</a:t>
            </a:r>
          </a:p>
          <a:p xmlns:a="http://schemas.openxmlformats.org/drawingml/2006/main">
            <a:r>
              <a:t>              "impact": "Candidate loses all structures and production capability; opponent gains overwhelming combat advantage.",</a:t>
            </a:r>
          </a:p>
          <a:p xmlns:a="http://schemas.openxmlformats.org/drawingml/2006/main">
            <a:r>
              <a:t>              "tick": 660</a:t>
            </a:r>
          </a:p>
          <a:p xmlns:a="http://schemas.openxmlformats.org/drawingml/2006/main">
            <a:r>
              <a:t>            },</a:t>
            </a:r>
          </a:p>
          <a:p xmlns:a="http://schemas.openxmlformats.org/drawingml/2006/main">
            <a:r>
              <a:t>            {</a:t>
            </a:r>
          </a:p>
          <a:p xmlns:a="http://schemas.openxmlformats.org/drawingml/2006/main">
            <a:r>
              <a:t>              "event": "Candidate’s last Worker eliminated (no units remaining). Opponent’s Barracks/Ranged/Heavy units secure victory.",</a:t>
            </a:r>
          </a:p>
          <a:p xmlns:a="http://schemas.openxmlformats.org/drawingml/2006/main">
            <a:r>
              <a:t>              "impact": "Final decisive blow; opponent’s mixed-unit strategy exploits candidate’s lack of defensive structures.",</a:t>
            </a:r>
          </a:p>
          <a:p xmlns:a="http://schemas.openxmlformats.org/drawingml/2006/main">
            <a:r>
              <a:t>              "tick": 665</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"Lack of defensive infrastructure",</a:t>
            </a:r>
          </a:p>
          <a:p xmlns:a="http://schemas.openxmlformats.org/drawingml/2006/main">
            <a:r>
              <a:t>                "evidence": [</a:t>
            </a:r>
          </a:p>
          <a:p xmlns:a="http://schemas.openxmlformats.org/drawingml/2006/main">
            <a:r>
              <a:t>                  "Opponent’s Barracks produced combat units unopposed",</a:t>
            </a:r>
          </a:p>
          <a:p xmlns:a="http://schemas.openxmlformats.org/drawingml/2006/main">
            <a:r>
              <a:t>                  "Candidate’s Base destroyed at tick 660"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"cause": "Enemy combat unit superiority",</a:t>
            </a:r>
          </a:p>
          <a:p xmlns:a="http://schemas.openxmlformats.org/drawingml/2006/main">
            <a:r>
              <a:t>                "evidence": [</a:t>
            </a:r>
          </a:p>
          <a:p xmlns:a="http://schemas.openxmlformats.org/drawingml/2006/main">
            <a:r>
              <a:t>                  "Heavy unit at (1,2) eliminated candidate’s Workers",</a:t>
            </a:r>
          </a:p>
          <a:p xmlns:a="http://schemas.openxmlformats.org/drawingml/2006/main">
            <a:r>
              <a:t>                  "Ranged units (3) outnumbered candidate’s 0 combat units"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"cause": "No resource recovery post-base loss",</a:t>
            </a:r>
          </a:p>
          <a:p xmlns:a="http://schemas.openxmlformats.org/drawingml/2006/main">
            <a:r>
              <a:t>                "evidence": [</a:t>
            </a:r>
          </a:p>
          <a:p xmlns:a="http://schemas.openxmlformats.org/drawingml/2006/main">
            <a:r>
              <a:t>                  "Candidate’s Worker at (0,2) was the sole remaining unit; no production to replace it"</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"result": "loss"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"candidate_strategy_summary": "Pure Worker-rush with no barracks or combat unit production. All Workers harvest resources or attack enemy base/units.",</a:t>
            </a:r>
          </a:p>
          <a:p xmlns:a="http://schemas.openxmlformats.org/drawingml/2006/main">
            <a:r>
              <a:t>          "candidate_strengths": [</a:t>
            </a:r>
          </a:p>
          <a:p xmlns:a="http://schemas.openxmlformats.org/drawingml/2006/main">
            <a:r>
              <a:t>            "{'strength': 'Early resource collection efficiency (single Worker harvests optimally).', 'context': 'Ticks 0–18: Candidate’s Worker consistently collects resources without interference.'}"</a:t>
            </a:r>
          </a:p>
          <a:p xmlns:a="http://schemas.openxmlformats.org/drawingml/2006/main">
            <a:r>
              <a:t>          ],</a:t>
            </a:r>
          </a:p>
          <a:p xmlns:a="http://schemas.openxmlformats.org/drawingml/2006/main">
            <a:r>
              <a:t>          "candidate_weaknesses": [</a:t>
            </a:r>
          </a:p>
          <a:p xmlns:a="http://schemas.openxmlformats.org/drawingml/2006/main">
            <a:r>
              <a:t>            "{'weakness': 'No defensive or combat unit production (Barracks absent).', 'context': 'Opponent’s Barracks produce Heavy/Ranged units that outmaneuver and eliminate candidate’s Workers.'}",</a:t>
            </a:r>
          </a:p>
          <a:p xmlns:a="http://schemas.openxmlformats.org/drawingml/2006/main">
            <a:r>
              <a:t>            "{'weakness': 'Over-reliance on Worker-rush without adaptation.', 'context': 'Opponent’s dynamic strategy (Barracks + unit diversity) exploits candidate’s rigid execution.'}"</a:t>
            </a:r>
          </a:p>
          <a:p xmlns:a="http://schemas.openxmlformats.org/drawingml/2006/main">
            <a:r>
              <a:t>          ],</a:t>
            </a:r>
          </a:p>
          <a:p xmlns:a="http://schemas.openxmlformats.org/drawingml/2006/main">
            <a:r>
              <a:t>          "map": null,</a:t>
            </a:r>
          </a:p>
          <a:p xmlns:a="http://schemas.openxmlformats.org/drawingml/2006/main">
            <a:r>
              <a:t>          "match_id": "match_170",</a:t>
            </a:r>
          </a:p>
          <a:p xmlns:a="http://schemas.openxmlformats.org/drawingml/2006/main">
            <a:r>
              <a:t>          "opponent": "TMA",</a:t>
            </a:r>
          </a:p>
          <a:p xmlns:a="http://schemas.openxmlformats.org/drawingml/2006/main">
            <a:r>
              <a:t>          "opponent_strategy_summary": "Unknown (TMA), but dynamically adapts with barracks production and diverse combat units (Heavy, Light, Ranged).",</a:t>
            </a:r>
          </a:p>
          <a:p xmlns:a="http://schemas.openxmlformats.org/drawingml/2006/main">
            <a:r>
              <a:t>          "result": "loss",</a:t>
            </a:r>
          </a:p>
          <a:p xmlns:a="http://schemas.openxmlformats.org/drawingml/2006/main">
            <a:r>
              <a:t>          "turning_points": [</a:t>
            </a:r>
          </a:p>
          <a:p xmlns:a="http://schemas.openxmlformats.org/drawingml/2006/main">
            <a:r>
              <a:t>            {</a:t>
            </a:r>
          </a:p>
          <a:p xmlns:a="http://schemas.openxmlformats.org/drawingml/2006/main">
            <a:r>
              <a:t>              "event": "Both players start with identical initial state (1 Worker + Base, 5 resources). No immediate action differentiation.",</a:t>
            </a:r>
          </a:p>
          <a:p xmlns:a="http://schemas.openxmlformats.org/drawingml/2006/main">
            <a:r>
              <a:t>              "impact": "Neutralized early advantage potential; opponent begins exploiting resource efficiency and unit diversity later.",</a:t>
            </a:r>
          </a:p>
          <a:p xmlns:a="http://schemas.openxmlformats.org/drawingml/2006/main">
            <a:r>
              <a:t>              "tick": 0</a:t>
            </a:r>
          </a:p>
          <a:p xmlns:a="http://schemas.openxmlformats.org/drawingml/2006/main">
            <a:r>
              <a:t>            },</a:t>
            </a:r>
          </a:p>
          <a:p xmlns:a="http://schemas.openxmlformats.org/drawingml/2006/main">
            <a:r>
              <a:t>            {</a:t>
            </a:r>
          </a:p>
          <a:p xmlns:a="http://schemas.openxmlformats.org/drawingml/2006/main">
            <a:r>
              <a:t>              "event": "Opponent begins producing Barracks (tick 18) while candidate continues pure Worker-rush. Opponent deploys Heavy/Ranged units by tick 632.",</a:t>
            </a:r>
          </a:p>
          <a:p xmlns:a="http://schemas.openxmlformats.org/drawingml/2006/main">
            <a:r>
              <a:t>              "impact": "Candidate lacks defensive/combat units; opponent’s barracks enable rapid combat unit production, overwhelming candidate’s Workers.",</a:t>
            </a:r>
          </a:p>
          <a:p xmlns:a="http://schemas.openxmlformats.org/drawingml/2006/main">
            <a:r>
              <a:t>              "tick": 18</a:t>
            </a:r>
          </a:p>
          <a:p xmlns:a="http://schemas.openxmlformats.org/drawingml/2006/main">
            <a:r>
              <a:t>            },</a:t>
            </a:r>
          </a:p>
          <a:p xmlns:a="http://schemas.openxmlformats.org/drawingml/2006/main">
            <a:r>
              <a:t>            {</a:t>
            </a:r>
          </a:p>
          <a:p xmlns:a="http://schemas.openxmlformats.org/drawingml/2006/main">
            <a:r>
              <a:t>              "event": "Opponent’s Light unit (tick 634) and Heavy units (tick 635) eliminate candidate’s last Worker, ending candidate’s resource collection and production.",</a:t>
            </a:r>
          </a:p>
          <a:p xmlns:a="http://schemas.openxmlformats.org/drawingml/2006/main">
            <a:r>
              <a:t>              "impact": "Candidate’s base starves; no Workers remain to harvest or defend, leading to immediate loss.",</a:t>
            </a:r>
          </a:p>
          <a:p xmlns:a="http://schemas.openxmlformats.org/drawingml/2006/main">
            <a:r>
              <a:t>              "tick": 634</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"Combat unit disparity: Opponent’s Heavy/Ranged units eliminate candidate’s Workers (tick 634–635).",</a:t>
            </a:r>
          </a:p>
          <a:p xmlns:a="http://schemas.openxmlformats.org/drawingml/2006/main">
            <a:r>
              <a:t>                "evidence": "Candidate’s unit_count drops to 0 at tick 635; opponent retains 12 units."</a:t>
            </a:r>
          </a:p>
          <a:p xmlns:a="http://schemas.openxmlformats.org/drawingml/2006/main">
            <a:r>
              <a:t>              },</a:t>
            </a:r>
          </a:p>
          <a:p xmlns:a="http://schemas.openxmlformats.org/drawingml/2006/main">
            <a:r>
              <a:t>              {</a:t>
            </a:r>
          </a:p>
          <a:p xmlns:a="http://schemas.openxmlformats.org/drawingml/2006/main">
            <a:r>
              <a:t>                "cause": "Lack of barracks prevents candidate from countering opponent’s unit production.",</a:t>
            </a:r>
          </a:p>
          <a:p xmlns:a="http://schemas.openxmlformats.org/drawingml/2006/main">
            <a:r>
              <a:t>                "evidence": "Opponent builds 1 Barracks by tick 632, enabling rapid combat unit scaling."</a:t>
            </a:r>
          </a:p>
          <a:p xmlns:a="http://schemas.openxmlformats.org/drawingml/2006/main">
            <a:r>
              <a:t>              }</a:t>
            </a:r>
          </a:p>
          <a:p xmlns:a="http://schemas.openxmlformats.org/drawingml/2006/main">
            <a:r>
              <a:t>            ],</a:t>
            </a:r>
          </a:p>
          <a:p xmlns:a="http://schemas.openxmlformats.org/drawingml/2006/main">
            <a:r>
              <a:t>            "result": "loss"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"global_evaluation_summary": {</a:t>
            </a:r>
          </a:p>
          <a:p xmlns:a="http://schemas.openxmlformats.org/drawingml/2006/main">
            <a:r>
              <a:t>        "competitive_win_rate": 0.0,</a:t>
            </a:r>
          </a:p>
          <a:p xmlns:a="http://schemas.openxmlformats.org/drawingml/2006/main">
            <a:r>
              <a:t>        "evaluated_match_count": 180,</a:t>
            </a:r>
          </a:p>
          <a:p xmlns:a="http://schemas.openxmlformats.org/drawingml/2006/main">
            <a:r>
              <a:t>        "evaluation_configuration": {</a:t>
            </a:r>
          </a:p>
          <a:p xmlns:a="http://schemas.openxmlformats.org/drawingml/2006/main">
            <a:r>
              <a:t>          "maps": [</a:t>
            </a:r>
          </a:p>
          <a:p xmlns:a="http://schemas.openxmlformats.org/drawingml/2006/main">
            <a:r>
              <a:t>            "maps/8x8/basesWorkers8x8.xml",</a:t>
            </a:r>
          </a:p>
          <a:p xmlns:a="http://schemas.openxmlformats.org/drawingml/2006/main">
            <a:r>
              <a:t>            "maps/16x16/basesWorkers16x16.xml",</a:t>
            </a:r>
          </a:p>
          <a:p xmlns:a="http://schemas.openxmlformats.org/drawingml/2006/main">
            <a:r>
              <a:t>            "maps/24x24/basesWorkers24x24.xml"</a:t>
            </a:r>
          </a:p>
          <a:p xmlns:a="http://schemas.openxmlformats.org/drawingml/2006/main">
            <a:r>
              <a:t>          ],</a:t>
            </a:r>
          </a:p>
          <a:p xmlns:a="http://schemas.openxmlformats.org/drawingml/2006/main">
            <a:r>
              <a:t>          "required_cases_per_opponent": 18,</a:t>
            </a:r>
          </a:p>
          <a:p xmlns:a="http://schemas.openxmlformats.org/drawingml/2006/main">
            <a:r>
              <a:t>          "rounds_per_map": 3,</a:t>
            </a:r>
          </a:p>
          <a:p xmlns:a="http://schemas.openxmlformats.org/drawingml/2006/main">
            <a:r>
              <a:t>          "swap_player_sides": true</a:t>
            </a:r>
          </a:p>
          <a:p xmlns:a="http://schemas.openxmlformats.org/drawingml/2006/main">
            <a:r>
              <a:t>        },</a:t>
            </a:r>
          </a:p>
          <a:p xmlns:a="http://schemas.openxmlformats.org/drawingml/2006/main">
            <a:r>
              <a:t>        "failed_or_unresolved_match_count": 0,</a:t>
            </a:r>
          </a:p>
          <a:p xmlns:a="http://schemas.openxmlformats.org/drawingml/2006/main">
            <a:r>
              <a:t>        "fully_beaten_opponents": [],</a:t>
            </a:r>
          </a:p>
          <a:p xmlns:a="http://schemas.openxmlformats.org/drawingml/2006/main">
            <a:r>
              <a:t>        "fully_beaten_opponents_count": 0,</a:t>
            </a:r>
          </a:p>
          <a:p xmlns:a="http://schemas.openxmlformats.org/drawingml/2006/main">
            <a:r>
              <a:t>        "opponents": [</a:t>
            </a:r>
          </a:p>
          <a:p xmlns:a="http://schemas.openxmlformats.org/drawingml/2006/main">
            <a:r>
              <a:t>          {</a:t>
            </a:r>
          </a:p>
          <a:p xmlns:a="http://schemas.openxmlformats.org/drawingml/2006/main">
            <a:r>
              <a:t>            "completed_matches": 18,</a:t>
            </a:r>
          </a:p>
          <a:p xmlns:a="http://schemas.openxmlformats.org/drawingml/2006/main">
            <a:r>
              <a:t>            "draws": 18,</a:t>
            </a:r>
          </a:p>
          <a:p xmlns:a="http://schemas.openxmlformats.org/drawingml/2006/main">
            <a:r>
              <a:t>            "expected_matches": 18,</a:t>
            </a:r>
          </a:p>
          <a:p xmlns:a="http://schemas.openxmlformats.org/drawingml/2006/main">
            <a:r>
              <a:t>            "fully_beaten_opponent": false,</a:t>
            </a:r>
          </a:p>
          <a:p xmlns:a="http://schemas.openxmlformats.org/drawingml/2006/main">
            <a:r>
              <a:t>            "losses": 0,</a:t>
            </a:r>
          </a:p>
          <a:p xmlns:a="http://schemas.openxmlformats.org/drawingml/2006/main">
            <a:r>
              <a:t>            "maps": {</a:t>
            </a:r>
          </a:p>
          <a:p xmlns:a="http://schemas.openxmlformats.org/drawingml/2006/main">
            <a:r>
              <a:t>              "map_1":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"PassiveAI",</a:t>
            </a:r>
          </a:p>
          <a:p xmlns:a="http://schemas.openxmlformats.org/drawingml/2006/main">
            <a:r>
              <a:t>            "opponent_id": "passive",</a:t>
            </a:r>
          </a:p>
          <a:p xmlns:a="http://schemas.openxmlformats.org/drawingml/2006/main">
            <a:r>
              <a:t>            "player_sides": {</a:t>
            </a:r>
          </a:p>
          <a:p xmlns:a="http://schemas.openxmlformats.org/drawingml/2006/main">
            <a:r>
              <a:t>              "p0":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18,</a:t>
            </a:r>
          </a:p>
          <a:p xmlns:a="http://schemas.openxmlformats.org/drawingml/2006/main">
            <a:r>
              <a:t>            "expected_matches": 18,</a:t>
            </a:r>
          </a:p>
          <a:p xmlns:a="http://schemas.openxmlformats.org/drawingml/2006/main">
            <a:r>
              <a:t>            "fully_beaten_opponent": false,</a:t>
            </a:r>
          </a:p>
          <a:p xmlns:a="http://schemas.openxmlformats.org/drawingml/2006/main">
            <a:r>
              <a:t>            "losses": 0,</a:t>
            </a:r>
          </a:p>
          <a:p xmlns:a="http://schemas.openxmlformats.org/drawingml/2006/main">
            <a:r>
              <a:t>            "maps": {</a:t>
            </a:r>
          </a:p>
          <a:p xmlns:a="http://schemas.openxmlformats.org/drawingml/2006/main">
            <a:r>
              <a:t>              "map_1":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"RandomAI",</a:t>
            </a:r>
          </a:p>
          <a:p xmlns:a="http://schemas.openxmlformats.org/drawingml/2006/main">
            <a:r>
              <a:t>            "opponent_id": "random",</a:t>
            </a:r>
          </a:p>
          <a:p xmlns:a="http://schemas.openxmlformats.org/drawingml/2006/main">
            <a:r>
              <a:t>            "player_sides": {</a:t>
            </a:r>
          </a:p>
          <a:p xmlns:a="http://schemas.openxmlformats.org/drawingml/2006/main">
            <a:r>
              <a:t>              "p0":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11,</a:t>
            </a:r>
          </a:p>
          <a:p xmlns:a="http://schemas.openxmlformats.org/drawingml/2006/main">
            <a:r>
              <a:t>            "expected_matches": 18,</a:t>
            </a:r>
          </a:p>
          <a:p xmlns:a="http://schemas.openxmlformats.org/drawingml/2006/main">
            <a:r>
              <a:t>            "fully_beaten_opponent": false,</a:t>
            </a:r>
          </a:p>
          <a:p xmlns:a="http://schemas.openxmlformats.org/drawingml/2006/main">
            <a:r>
              <a:t>            "losses": 7,</a:t>
            </a:r>
          </a:p>
          <a:p xmlns:a="http://schemas.openxmlformats.org/drawingml/2006/main">
            <a:r>
              <a:t>            "maps": {</a:t>
            </a:r>
          </a:p>
          <a:p xmlns:a="http://schemas.openxmlformats.org/drawingml/2006/main">
            <a:r>
              <a:t>              "map_1": {</a:t>
            </a:r>
          </a:p>
          <a:p xmlns:a="http://schemas.openxmlformats.org/drawingml/2006/main">
            <a:r>
              <a:t>                "draws": 1,</a:t>
            </a:r>
          </a:p>
          <a:p xmlns:a="http://schemas.openxmlformats.org/drawingml/2006/main">
            <a:r>
              <a:t>                "losses": 5,</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4,</a:t>
            </a:r>
          </a:p>
          <a:p xmlns:a="http://schemas.openxmlformats.org/drawingml/2006/main">
            <a:r>
              <a:t>                "losses": 2,</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"RandomBiasedAI",</a:t>
            </a:r>
          </a:p>
          <a:p xmlns:a="http://schemas.openxmlformats.org/drawingml/2006/main">
            <a:r>
              <a:t>            "opponent_id": "randombias",</a:t>
            </a:r>
          </a:p>
          <a:p xmlns:a="http://schemas.openxmlformats.org/drawingml/2006/main">
            <a:r>
              <a:t>            "player_sides": {</a:t>
            </a:r>
          </a:p>
          <a:p xmlns:a="http://schemas.openxmlformats.org/drawingml/2006/main">
            <a:r>
              <a:t>              "p0": {</a:t>
            </a:r>
          </a:p>
          <a:p xmlns:a="http://schemas.openxmlformats.org/drawingml/2006/main">
            <a:r>
              <a:t>                "draws": 5,</a:t>
            </a:r>
          </a:p>
          <a:p xmlns:a="http://schemas.openxmlformats.org/drawingml/2006/main">
            <a:r>
              <a:t>                "losses": 4,</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6,</a:t>
            </a:r>
          </a:p>
          <a:p xmlns:a="http://schemas.openxmlformats.org/drawingml/2006/main">
            <a:r>
              <a:t>                "losses": 3,</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"LightRush",</a:t>
            </a:r>
          </a:p>
          <a:p xmlns:a="http://schemas.openxmlformats.org/drawingml/2006/main">
            <a:r>
              <a:t>            "opponent_id": "lightrush",</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"HeavyRush",</a:t>
            </a:r>
          </a:p>
          <a:p xmlns:a="http://schemas.openxmlformats.org/drawingml/2006/main">
            <a:r>
              <a:t>            "opponent_id": "heavyrush",</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"WorkerRush",</a:t>
            </a:r>
          </a:p>
          <a:p xmlns:a="http://schemas.openxmlformats.org/drawingml/2006/main">
            <a:r>
              <a:t>            "opponent_id": "workerrush",</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"AllInBot (upstream runtime, fault-contained)",</a:t>
            </a:r>
          </a:p>
          <a:p xmlns:a="http://schemas.openxmlformats.org/drawingml/2006/main">
            <a:r>
              <a:t>            "opponent_id": "allinbot",</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"Mayari",</a:t>
            </a:r>
          </a:p>
          <a:p xmlns:a="http://schemas.openxmlformats.org/drawingml/2006/main">
            <a:r>
              <a:t>            "opponent_id": "mayari",</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"COAC",</a:t>
            </a:r>
          </a:p>
          <a:p xmlns:a="http://schemas.openxmlformats.org/drawingml/2006/main">
            <a:r>
              <a:t>            "opponent_id": "coac",</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"TMA",</a:t>
            </a:r>
          </a:p>
          <a:p xmlns:a="http://schemas.openxmlformats.org/drawingml/2006/main">
            <a:r>
              <a:t>            "opponent_id": "tma",</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"schema_version": "strategy-reflection-global-summary-v1",</a:t>
            </a:r>
          </a:p>
          <a:p xmlns:a="http://schemas.openxmlformats.org/drawingml/2006/main">
            <a:r>
              <a:t>        "source": "all_evaluated_match_results",</a:t>
            </a:r>
          </a:p>
          <a:p xmlns:a="http://schemas.openxmlformats.org/drawingml/2006/main">
            <a:r>
              <a:t>        "total_draws": 47,</a:t>
            </a:r>
          </a:p>
          <a:p xmlns:a="http://schemas.openxmlformats.org/drawingml/2006/main">
            <a:r>
              <a:t>        "total_losses": 133,</a:t>
            </a:r>
          </a:p>
          <a:p xmlns:a="http://schemas.openxmlformats.org/drawingml/2006/main">
            <a:r>
              <a:t>        "total_matches": 180,</a:t>
            </a:r>
          </a:p>
          <a:p xmlns:a="http://schemas.openxmlformats.org/drawingml/2006/main">
            <a:r>
              <a:t>        "total_wins": 0</a:t>
            </a:r>
          </a:p>
          <a:p xmlns:a="http://schemas.openxmlformats.org/drawingml/2006/main">
            <a:r>
              <a:t>      },</a:t>
            </a:r>
          </a:p>
          <a:p xmlns:a="http://schemas.openxmlformats.org/drawingml/2006/main">
            <a:r>
              <a:t>      "match_selection": {</a:t>
            </a:r>
          </a:p>
          <a:p xmlns:a="http://schemas.openxmlformats.org/drawingml/2006/main">
            <a:r>
              <a:t>        "actual_sample_size": 10,</a:t>
            </a:r>
          </a:p>
          <a:p xmlns:a="http://schemas.openxmlformats.org/drawingml/2006/main">
            <a:r>
              <a:t>        "available_results": {</a:t>
            </a:r>
          </a:p>
          <a:p xmlns:a="http://schemas.openxmlformats.org/drawingml/2006/main">
            <a:r>
              <a:t>          "draw": 47,</a:t>
            </a:r>
          </a:p>
          <a:p xmlns:a="http://schemas.openxmlformats.org/drawingml/2006/main">
            <a:r>
              <a:t>          "loss": 133,</a:t>
            </a:r>
          </a:p>
          <a:p xmlns:a="http://schemas.openxmlformats.org/drawingml/2006/main">
            <a:r>
              <a:t>          "win": 0</a:t>
            </a:r>
          </a:p>
          <a:p xmlns:a="http://schemas.openxmlformats.org/drawingml/2006/main">
            <a:r>
              <a:t>        },</a:t>
            </a:r>
          </a:p>
          <a:p xmlns:a="http://schemas.openxmlformats.org/drawingml/2006/main">
            <a:r>
              <a:t>        "candidate_id": "worker_rush_reflection_subject",</a:t>
            </a:r>
          </a:p>
          <a:p xmlns:a="http://schemas.openxmlformats.org/drawingml/2006/main">
            <a:r>
              <a:t>        "commentary_failures": [],</a:t>
            </a:r>
          </a:p>
          <a:p xmlns:a="http://schemas.openxmlformats.org/drawingml/2006/main">
            <a:r>
              <a:t>        "coverage_counts": {</a:t>
            </a:r>
          </a:p>
          <a:p xmlns:a="http://schemas.openxmlformats.org/drawingml/2006/main">
            <a:r>
              <a:t>          "maps": 3,</a:t>
            </a:r>
          </a:p>
          <a:p xmlns:a="http://schemas.openxmlformats.org/drawingml/2006/main">
            <a:r>
              <a:t>          "opponent_map_side_combinations": 10,</a:t>
            </a:r>
          </a:p>
          <a:p xmlns:a="http://schemas.openxmlformats.org/drawingml/2006/main">
            <a:r>
              <a:t>          "opponents": 10</a:t>
            </a:r>
          </a:p>
          <a:p xmlns:a="http://schemas.openxmlformats.org/drawingml/2006/main">
            <a:r>
              <a:t>        },</a:t>
            </a:r>
          </a:p>
          <a:p xmlns:a="http://schemas.openxmlformats.org/drawingml/2006/main">
            <a:r>
              <a:t>        "draws_sampled": 2,</a:t>
            </a:r>
          </a:p>
          <a:p xmlns:a="http://schemas.openxmlformats.org/drawingml/2006/main">
            <a:r>
              <a:t>        "eligible_match_count": 180,</a:t>
            </a:r>
          </a:p>
          <a:p xmlns:a="http://schemas.openxmlformats.org/drawingml/2006/main">
            <a:r>
              <a:t>        "eligible_match_ids": [</a:t>
            </a:r>
          </a:p>
          <a:p xmlns:a="http://schemas.openxmlformats.org/drawingml/2006/main">
            <a:r>
              <a:t>          "match_00",</a:t>
            </a:r>
          </a:p>
          <a:p xmlns:a="http://schemas.openxmlformats.org/drawingml/2006/main">
            <a:r>
              <a:t>          "match_01",</a:t>
            </a:r>
          </a:p>
          <a:p xmlns:a="http://schemas.openxmlformats.org/drawingml/2006/main">
            <a:r>
              <a:t>          "match_02",</a:t>
            </a:r>
          </a:p>
          <a:p xmlns:a="http://schemas.openxmlformats.org/drawingml/2006/main">
            <a:r>
              <a:t>          "match_03",</a:t>
            </a:r>
          </a:p>
          <a:p xmlns:a="http://schemas.openxmlformats.org/drawingml/2006/main">
            <a:r>
              <a:t>          "match_04",</a:t>
            </a:r>
          </a:p>
          <a:p xmlns:a="http://schemas.openxmlformats.org/drawingml/2006/main">
            <a:r>
              <a:t>          "match_05",</a:t>
            </a:r>
          </a:p>
          <a:p xmlns:a="http://schemas.openxmlformats.org/drawingml/2006/main">
            <a:r>
              <a:t>          "match_06",</a:t>
            </a:r>
          </a:p>
          <a:p xmlns:a="http://schemas.openxmlformats.org/drawingml/2006/main">
            <a:r>
              <a:t>          "match_07",</a:t>
            </a:r>
          </a:p>
          <a:p xmlns:a="http://schemas.openxmlformats.org/drawingml/2006/main">
            <a:r>
              <a:t>          "match_08",</a:t>
            </a:r>
          </a:p>
          <a:p xmlns:a="http://schemas.openxmlformats.org/drawingml/2006/main">
            <a:r>
              <a:t>          "match_09",</a:t>
            </a:r>
          </a:p>
          <a:p xmlns:a="http://schemas.openxmlformats.org/drawingml/2006/main">
            <a:r>
              <a:t>          "match_10",</a:t>
            </a:r>
          </a:p>
          <a:p xmlns:a="http://schemas.openxmlformats.org/drawingml/2006/main">
            <a:r>
              <a:t>          "match_11",</a:t>
            </a:r>
          </a:p>
          <a:p xmlns:a="http://schemas.openxmlformats.org/drawingml/2006/main">
            <a:r>
              <a:t>          "match_12",</a:t>
            </a:r>
          </a:p>
          <a:p xmlns:a="http://schemas.openxmlformats.org/drawingml/2006/main">
            <a:r>
              <a:t>          "match_13",</a:t>
            </a:r>
          </a:p>
          <a:p xmlns:a="http://schemas.openxmlformats.org/drawingml/2006/main">
            <a:r>
              <a:t>          "match_14",</a:t>
            </a:r>
          </a:p>
          <a:p xmlns:a="http://schemas.openxmlformats.org/drawingml/2006/main">
            <a:r>
              <a:t>          "match_15",</a:t>
            </a:r>
          </a:p>
          <a:p xmlns:a="http://schemas.openxmlformats.org/drawingml/2006/main">
            <a:r>
              <a:t>          "match_16",</a:t>
            </a:r>
          </a:p>
          <a:p xmlns:a="http://schemas.openxmlformats.org/drawingml/2006/main">
            <a:r>
              <a:t>          "match_17",</a:t>
            </a:r>
          </a:p>
          <a:p xmlns:a="http://schemas.openxmlformats.org/drawingml/2006/main">
            <a:r>
              <a:t>          "match_18",</a:t>
            </a:r>
          </a:p>
          <a:p xmlns:a="http://schemas.openxmlformats.org/drawingml/2006/main">
            <a:r>
              <a:t>          "match_19",</a:t>
            </a:r>
          </a:p>
          <a:p xmlns:a="http://schemas.openxmlformats.org/drawingml/2006/main">
            <a:r>
              <a:t>          "match_20",</a:t>
            </a:r>
          </a:p>
          <a:p xmlns:a="http://schemas.openxmlformats.org/drawingml/2006/main">
            <a:r>
              <a:t>          "match_21",</a:t>
            </a:r>
          </a:p>
          <a:p xmlns:a="http://schemas.openxmlformats.org/drawingml/2006/main">
            <a:r>
              <a:t>          "match_22",</a:t>
            </a:r>
          </a:p>
          <a:p xmlns:a="http://schemas.openxmlformats.org/drawingml/2006/main">
            <a:r>
              <a:t>          "match_23",</a:t>
            </a:r>
          </a:p>
          <a:p xmlns:a="http://schemas.openxmlformats.org/drawingml/2006/main">
            <a:r>
              <a:t>          "match_24",</a:t>
            </a:r>
          </a:p>
          <a:p xmlns:a="http://schemas.openxmlformats.org/drawingml/2006/main">
            <a:r>
              <a:t>          "match_25",</a:t>
            </a:r>
          </a:p>
          <a:p xmlns:a="http://schemas.openxmlformats.org/drawingml/2006/main">
            <a:r>
              <a:t>          "match_26",</a:t>
            </a:r>
          </a:p>
          <a:p xmlns:a="http://schemas.openxmlformats.org/drawingml/2006/main">
            <a:r>
              <a:t>          "match_27",</a:t>
            </a:r>
          </a:p>
          <a:p xmlns:a="http://schemas.openxmlformats.org/drawingml/2006/main">
            <a:r>
              <a:t>          "match_28",</a:t>
            </a:r>
          </a:p>
          <a:p xmlns:a="http://schemas.openxmlformats.org/drawingml/2006/main">
            <a:r>
              <a:t>          "match_29",</a:t>
            </a:r>
          </a:p>
          <a:p xmlns:a="http://schemas.openxmlformats.org/drawingml/2006/main">
            <a:r>
              <a:t>          "match_30",</a:t>
            </a:r>
          </a:p>
          <a:p xmlns:a="http://schemas.openxmlformats.org/drawingml/2006/main">
            <a:r>
              <a:t>          "match_31",</a:t>
            </a:r>
          </a:p>
          <a:p xmlns:a="http://schemas.openxmlformats.org/drawingml/2006/main">
            <a:r>
              <a:t>          "match_32",</a:t>
            </a:r>
          </a:p>
          <a:p xmlns:a="http://schemas.openxmlformats.org/drawingml/2006/main">
            <a:r>
              <a:t>          "match_33",</a:t>
            </a:r>
          </a:p>
          <a:p xmlns:a="http://schemas.openxmlformats.org/drawingml/2006/main">
            <a:r>
              <a:t>          "match_34",</a:t>
            </a:r>
          </a:p>
          <a:p xmlns:a="http://schemas.openxmlformats.org/drawingml/2006/main">
            <a:r>
              <a:t>          "match_35",</a:t>
            </a:r>
          </a:p>
          <a:p xmlns:a="http://schemas.openxmlformats.org/drawingml/2006/main">
            <a:r>
              <a:t>          "match_36",</a:t>
            </a:r>
          </a:p>
          <a:p xmlns:a="http://schemas.openxmlformats.org/drawingml/2006/main">
            <a:r>
              <a:t>          "match_37",</a:t>
            </a:r>
          </a:p>
          <a:p xmlns:a="http://schemas.openxmlformats.org/drawingml/2006/main">
            <a:r>
              <a:t>          "match_38",</a:t>
            </a:r>
          </a:p>
          <a:p xmlns:a="http://schemas.openxmlformats.org/drawingml/2006/main">
            <a:r>
              <a:t>          "match_39",</a:t>
            </a:r>
          </a:p>
          <a:p xmlns:a="http://schemas.openxmlformats.org/drawingml/2006/main">
            <a:r>
              <a:t>          "match_40",</a:t>
            </a:r>
          </a:p>
          <a:p xmlns:a="http://schemas.openxmlformats.org/drawingml/2006/main">
            <a:r>
              <a:t>          "match_41",</a:t>
            </a:r>
          </a:p>
          <a:p xmlns:a="http://schemas.openxmlformats.org/drawingml/2006/main">
            <a:r>
              <a:t>          "match_42",</a:t>
            </a:r>
          </a:p>
          <a:p xmlns:a="http://schemas.openxmlformats.org/drawingml/2006/main">
            <a:r>
              <a:t>          "match_43",</a:t>
            </a:r>
          </a:p>
          <a:p xmlns:a="http://schemas.openxmlformats.org/drawingml/2006/main">
            <a:r>
              <a:t>          "match_44",</a:t>
            </a:r>
          </a:p>
          <a:p xmlns:a="http://schemas.openxmlformats.org/drawingml/2006/main">
            <a:r>
              <a:t>          "match_45",</a:t>
            </a:r>
          </a:p>
          <a:p xmlns:a="http://schemas.openxmlformats.org/drawingml/2006/main">
            <a:r>
              <a:t>          "match_46",</a:t>
            </a:r>
          </a:p>
          <a:p xmlns:a="http://schemas.openxmlformats.org/drawingml/2006/main">
            <a:r>
              <a:t>          "match_47",</a:t>
            </a:r>
          </a:p>
          <a:p xmlns:a="http://schemas.openxmlformats.org/drawingml/2006/main">
            <a:r>
              <a:t>          "match_48",</a:t>
            </a:r>
          </a:p>
          <a:p xmlns:a="http://schemas.openxmlformats.org/drawingml/2006/main">
            <a:r>
              <a:t>          "match_49",</a:t>
            </a:r>
          </a:p>
          <a:p xmlns:a="http://schemas.openxmlformats.org/drawingml/2006/main">
            <a:r>
              <a:t>          "match_50",</a:t>
            </a:r>
          </a:p>
          <a:p xmlns:a="http://schemas.openxmlformats.org/drawingml/2006/main">
            <a:r>
              <a:t>          "match_51",</a:t>
            </a:r>
          </a:p>
          <a:p xmlns:a="http://schemas.openxmlformats.org/drawingml/2006/main">
            <a:r>
              <a:t>          "match_52",</a:t>
            </a:r>
          </a:p>
          <a:p xmlns:a="http://schemas.openxmlformats.org/drawingml/2006/main">
            <a:r>
              <a:t>          "match_53",</a:t>
            </a:r>
          </a:p>
          <a:p xmlns:a="http://schemas.openxmlformats.org/drawingml/2006/main">
            <a:r>
              <a:t>          "match_54",</a:t>
            </a:r>
          </a:p>
          <a:p xmlns:a="http://schemas.openxmlformats.org/drawingml/2006/main">
            <a:r>
              <a:t>          "match_55",</a:t>
            </a:r>
          </a:p>
          <a:p xmlns:a="http://schemas.openxmlformats.org/drawingml/2006/main">
            <a:r>
              <a:t>          "match_56",</a:t>
            </a:r>
          </a:p>
          <a:p xmlns:a="http://schemas.openxmlformats.org/drawingml/2006/main">
            <a:r>
              <a:t>          "match_57",</a:t>
            </a:r>
          </a:p>
          <a:p xmlns:a="http://schemas.openxmlformats.org/drawingml/2006/main">
            <a:r>
              <a:t>          "match_58",</a:t>
            </a:r>
          </a:p>
          <a:p xmlns:a="http://schemas.openxmlformats.org/drawingml/2006/main">
            <a:r>
              <a:t>          "match_59",</a:t>
            </a:r>
          </a:p>
          <a:p xmlns:a="http://schemas.openxmlformats.org/drawingml/2006/main">
            <a:r>
              <a:t>          "match_60",</a:t>
            </a:r>
          </a:p>
          <a:p xmlns:a="http://schemas.openxmlformats.org/drawingml/2006/main">
            <a:r>
              <a:t>          "match_61",</a:t>
            </a:r>
          </a:p>
          <a:p xmlns:a="http://schemas.openxmlformats.org/drawingml/2006/main">
            <a:r>
              <a:t>          "match_62",</a:t>
            </a:r>
          </a:p>
          <a:p xmlns:a="http://schemas.openxmlformats.org/drawingml/2006/main">
            <a:r>
              <a:t>          "match_63",</a:t>
            </a:r>
          </a:p>
          <a:p xmlns:a="http://schemas.openxmlformats.org/drawingml/2006/main">
            <a:r>
              <a:t>          "match_64",</a:t>
            </a:r>
          </a:p>
          <a:p xmlns:a="http://schemas.openxmlformats.org/drawingml/2006/main">
            <a:r>
              <a:t>          "match_65",</a:t>
            </a:r>
          </a:p>
          <a:p xmlns:a="http://schemas.openxmlformats.org/drawingml/2006/main">
            <a:r>
              <a:t>          "match_66",</a:t>
            </a:r>
          </a:p>
          <a:p xmlns:a="http://schemas.openxmlformats.org/drawingml/2006/main">
            <a:r>
              <a:t>          "match_67",</a:t>
            </a:r>
          </a:p>
          <a:p xmlns:a="http://schemas.openxmlformats.org/drawingml/2006/main">
            <a:r>
              <a:t>          "match_68",</a:t>
            </a:r>
          </a:p>
          <a:p xmlns:a="http://schemas.openxmlformats.org/drawingml/2006/main">
            <a:r>
              <a:t>          "match_69",</a:t>
            </a:r>
          </a:p>
          <a:p xmlns:a="http://schemas.openxmlformats.org/drawingml/2006/main">
            <a:r>
              <a:t>          "match_70",</a:t>
            </a:r>
          </a:p>
          <a:p xmlns:a="http://schemas.openxmlformats.org/drawingml/2006/main">
            <a:r>
              <a:t>          "match_71",</a:t>
            </a:r>
          </a:p>
          <a:p xmlns:a="http://schemas.openxmlformats.org/drawingml/2006/main">
            <a:r>
              <a:t>          "match_72",</a:t>
            </a:r>
          </a:p>
          <a:p xmlns:a="http://schemas.openxmlformats.org/drawingml/2006/main">
            <a:r>
              <a:t>          "match_73",</a:t>
            </a:r>
          </a:p>
          <a:p xmlns:a="http://schemas.openxmlformats.org/drawingml/2006/main">
            <a:r>
              <a:t>          "match_74",</a:t>
            </a:r>
          </a:p>
          <a:p xmlns:a="http://schemas.openxmlformats.org/drawingml/2006/main">
            <a:r>
              <a:t>          "match_75",</a:t>
            </a:r>
          </a:p>
          <a:p xmlns:a="http://schemas.openxmlformats.org/drawingml/2006/main">
            <a:r>
              <a:t>          "match_76",</a:t>
            </a:r>
          </a:p>
          <a:p xmlns:a="http://schemas.openxmlformats.org/drawingml/2006/main">
            <a:r>
              <a:t>          "match_77",</a:t>
            </a:r>
          </a:p>
          <a:p xmlns:a="http://schemas.openxmlformats.org/drawingml/2006/main">
            <a:r>
              <a:t>          "match_78",</a:t>
            </a:r>
          </a:p>
          <a:p xmlns:a="http://schemas.openxmlformats.org/drawingml/2006/main">
            <a:r>
              <a:t>          "match_79",</a:t>
            </a:r>
          </a:p>
          <a:p xmlns:a="http://schemas.openxmlformats.org/drawingml/2006/main">
            <a:r>
              <a:t>          "match_80",</a:t>
            </a:r>
          </a:p>
          <a:p xmlns:a="http://schemas.openxmlformats.org/drawingml/2006/main">
            <a:r>
              <a:t>          "match_81",</a:t>
            </a:r>
          </a:p>
          <a:p xmlns:a="http://schemas.openxmlformats.org/drawingml/2006/main">
            <a:r>
              <a:t>          "match_82",</a:t>
            </a:r>
          </a:p>
          <a:p xmlns:a="http://schemas.openxmlformats.org/drawingml/2006/main">
            <a:r>
              <a:t>          "match_83",</a:t>
            </a:r>
          </a:p>
          <a:p xmlns:a="http://schemas.openxmlformats.org/drawingml/2006/main">
            <a:r>
              <a:t>          "match_84",</a:t>
            </a:r>
          </a:p>
          <a:p xmlns:a="http://schemas.openxmlformats.org/drawingml/2006/main">
            <a:r>
              <a:t>          "match_85",</a:t>
            </a:r>
          </a:p>
          <a:p xmlns:a="http://schemas.openxmlformats.org/drawingml/2006/main">
            <a:r>
              <a:t>          "match_86",</a:t>
            </a:r>
          </a:p>
          <a:p xmlns:a="http://schemas.openxmlformats.org/drawingml/2006/main">
            <a:r>
              <a:t>          "match_87",</a:t>
            </a:r>
          </a:p>
          <a:p xmlns:a="http://schemas.openxmlformats.org/drawingml/2006/main">
            <a:r>
              <a:t>          "match_88",</a:t>
            </a:r>
          </a:p>
          <a:p xmlns:a="http://schemas.openxmlformats.org/drawingml/2006/main">
            <a:r>
              <a:t>          "match_89",</a:t>
            </a:r>
          </a:p>
          <a:p xmlns:a="http://schemas.openxmlformats.org/drawingml/2006/main">
            <a:r>
              <a:t>          "match_90",</a:t>
            </a:r>
          </a:p>
          <a:p xmlns:a="http://schemas.openxmlformats.org/drawingml/2006/main">
            <a:r>
              <a:t>          "match_91",</a:t>
            </a:r>
          </a:p>
          <a:p xmlns:a="http://schemas.openxmlformats.org/drawingml/2006/main">
            <a:r>
              <a:t>          "match_92",</a:t>
            </a:r>
          </a:p>
          <a:p xmlns:a="http://schemas.openxmlformats.org/drawingml/2006/main">
            <a:r>
              <a:t>          "match_93",</a:t>
            </a:r>
          </a:p>
          <a:p xmlns:a="http://schemas.openxmlformats.org/drawingml/2006/main">
            <a:r>
              <a:t>          "match_94",</a:t>
            </a:r>
          </a:p>
          <a:p xmlns:a="http://schemas.openxmlformats.org/drawingml/2006/main">
            <a:r>
              <a:t>          "match_95",</a:t>
            </a:r>
          </a:p>
          <a:p xmlns:a="http://schemas.openxmlformats.org/drawingml/2006/main">
            <a:r>
              <a:t>          "match_96",</a:t>
            </a:r>
          </a:p>
          <a:p xmlns:a="http://schemas.openxmlformats.org/drawingml/2006/main">
            <a:r>
              <a:t>          "match_97",</a:t>
            </a:r>
          </a:p>
          <a:p xmlns:a="http://schemas.openxmlformats.org/drawingml/2006/main">
            <a:r>
              <a:t>          "match_98",</a:t>
            </a:r>
          </a:p>
          <a:p xmlns:a="http://schemas.openxmlformats.org/drawingml/2006/main">
            <a:r>
              <a:t>          "match_99",</a:t>
            </a:r>
          </a:p>
          <a:p xmlns:a="http://schemas.openxmlformats.org/drawingml/2006/main">
            <a:r>
              <a:t>          "match_100",</a:t>
            </a:r>
          </a:p>
          <a:p xmlns:a="http://schemas.openxmlformats.org/drawingml/2006/main">
            <a:r>
              <a:t>          "match_101",</a:t>
            </a:r>
          </a:p>
          <a:p xmlns:a="http://schemas.openxmlformats.org/drawingml/2006/main">
            <a:r>
              <a:t>          "match_102",</a:t>
            </a:r>
          </a:p>
          <a:p xmlns:a="http://schemas.openxmlformats.org/drawingml/2006/main">
            <a:r>
              <a:t>          "match_103",</a:t>
            </a:r>
          </a:p>
          <a:p xmlns:a="http://schemas.openxmlformats.org/drawingml/2006/main">
            <a:r>
              <a:t>          "match_104",</a:t>
            </a:r>
          </a:p>
          <a:p xmlns:a="http://schemas.openxmlformats.org/drawingml/2006/main">
            <a:r>
              <a:t>          "match_105",</a:t>
            </a:r>
          </a:p>
          <a:p xmlns:a="http://schemas.openxmlformats.org/drawingml/2006/main">
            <a:r>
              <a:t>          "match_106",</a:t>
            </a:r>
          </a:p>
          <a:p xmlns:a="http://schemas.openxmlformats.org/drawingml/2006/main">
            <a:r>
              <a:t>          "match_107",</a:t>
            </a:r>
          </a:p>
          <a:p xmlns:a="http://schemas.openxmlformats.org/drawingml/2006/main">
            <a:r>
              <a:t>          "match_108",</a:t>
            </a:r>
          </a:p>
          <a:p xmlns:a="http://schemas.openxmlformats.org/drawingml/2006/main">
            <a:r>
              <a:t>          "match_109",</a:t>
            </a:r>
          </a:p>
          <a:p xmlns:a="http://schemas.openxmlformats.org/drawingml/2006/main">
            <a:r>
              <a:t>          "match_110",</a:t>
            </a:r>
          </a:p>
          <a:p xmlns:a="http://schemas.openxmlformats.org/drawingml/2006/main">
            <a:r>
              <a:t>          "match_111",</a:t>
            </a:r>
          </a:p>
          <a:p xmlns:a="http://schemas.openxmlformats.org/drawingml/2006/main">
            <a:r>
              <a:t>          "match_112",</a:t>
            </a:r>
          </a:p>
          <a:p xmlns:a="http://schemas.openxmlformats.org/drawingml/2006/main">
            <a:r>
              <a:t>          "match_113",</a:t>
            </a:r>
          </a:p>
          <a:p xmlns:a="http://schemas.openxmlformats.org/drawingml/2006/main">
            <a:r>
              <a:t>          "match_114",</a:t>
            </a:r>
          </a:p>
          <a:p xmlns:a="http://schemas.openxmlformats.org/drawingml/2006/main">
            <a:r>
              <a:t>          "match_115",</a:t>
            </a:r>
          </a:p>
          <a:p xmlns:a="http://schemas.openxmlformats.org/drawingml/2006/main">
            <a:r>
              <a:t>          "match_116",</a:t>
            </a:r>
          </a:p>
          <a:p xmlns:a="http://schemas.openxmlformats.org/drawingml/2006/main">
            <a:r>
              <a:t>          "match_117",</a:t>
            </a:r>
          </a:p>
          <a:p xmlns:a="http://schemas.openxmlformats.org/drawingml/2006/main">
            <a:r>
              <a:t>          "match_118",</a:t>
            </a:r>
          </a:p>
          <a:p xmlns:a="http://schemas.openxmlformats.org/drawingml/2006/main">
            <a:r>
              <a:t>          "match_119",</a:t>
            </a:r>
          </a:p>
          <a:p xmlns:a="http://schemas.openxmlformats.org/drawingml/2006/main">
            <a:r>
              <a:t>          "match_120",</a:t>
            </a:r>
          </a:p>
          <a:p xmlns:a="http://schemas.openxmlformats.org/drawingml/2006/main">
            <a:r>
              <a:t>          "match_121",</a:t>
            </a:r>
          </a:p>
          <a:p xmlns:a="http://schemas.openxmlformats.org/drawingml/2006/main">
            <a:r>
              <a:t>          "match_122",</a:t>
            </a:r>
          </a:p>
          <a:p xmlns:a="http://schemas.openxmlformats.org/drawingml/2006/main">
            <a:r>
              <a:t>          "match_123",</a:t>
            </a:r>
          </a:p>
          <a:p xmlns:a="http://schemas.openxmlformats.org/drawingml/2006/main">
            <a:r>
              <a:t>          "match_124",</a:t>
            </a:r>
          </a:p>
          <a:p xmlns:a="http://schemas.openxmlformats.org/drawingml/2006/main">
            <a:r>
              <a:t>          "match_125",</a:t>
            </a:r>
          </a:p>
          <a:p xmlns:a="http://schemas.openxmlformats.org/drawingml/2006/main">
            <a:r>
              <a:t>          "match_126",</a:t>
            </a:r>
          </a:p>
          <a:p xmlns:a="http://schemas.openxmlformats.org/drawingml/2006/main">
            <a:r>
              <a:t>          "match_127",</a:t>
            </a:r>
          </a:p>
          <a:p xmlns:a="http://schemas.openxmlformats.org/drawingml/2006/main">
            <a:r>
              <a:t>          "match_128",</a:t>
            </a:r>
          </a:p>
          <a:p xmlns:a="http://schemas.openxmlformats.org/drawingml/2006/main">
            <a:r>
              <a:t>          "match_129",</a:t>
            </a:r>
          </a:p>
          <a:p xmlns:a="http://schemas.openxmlformats.org/drawingml/2006/main">
            <a:r>
              <a:t>          "match_130",</a:t>
            </a:r>
          </a:p>
          <a:p xmlns:a="http://schemas.openxmlformats.org/drawingml/2006/main">
            <a:r>
              <a:t>          "match_131",</a:t>
            </a:r>
          </a:p>
          <a:p xmlns:a="http://schemas.openxmlformats.org/drawingml/2006/main">
            <a:r>
              <a:t>          "match_132",</a:t>
            </a:r>
          </a:p>
          <a:p xmlns:a="http://schemas.openxmlformats.org/drawingml/2006/main">
            <a:r>
              <a:t>          "match_133",</a:t>
            </a:r>
          </a:p>
          <a:p xmlns:a="http://schemas.openxmlformats.org/drawingml/2006/main">
            <a:r>
              <a:t>          "match_134",</a:t>
            </a:r>
          </a:p>
          <a:p xmlns:a="http://schemas.openxmlformats.org/drawingml/2006/main">
            <a:r>
              <a:t>          "match_135",</a:t>
            </a:r>
          </a:p>
          <a:p xmlns:a="http://schemas.openxmlformats.org/drawingml/2006/main">
            <a:r>
              <a:t>          "match_136",</a:t>
            </a:r>
          </a:p>
          <a:p xmlns:a="http://schemas.openxmlformats.org/drawingml/2006/main">
            <a:r>
              <a:t>          "match_137",</a:t>
            </a:r>
          </a:p>
          <a:p xmlns:a="http://schemas.openxmlformats.org/drawingml/2006/main">
            <a:r>
              <a:t>          "match_138",</a:t>
            </a:r>
          </a:p>
          <a:p xmlns:a="http://schemas.openxmlformats.org/drawingml/2006/main">
            <a:r>
              <a:t>          "match_139",</a:t>
            </a:r>
          </a:p>
          <a:p xmlns:a="http://schemas.openxmlformats.org/drawingml/2006/main">
            <a:r>
              <a:t>          "match_140",</a:t>
            </a:r>
          </a:p>
          <a:p xmlns:a="http://schemas.openxmlformats.org/drawingml/2006/main">
            <a:r>
              <a:t>          "match_141",</a:t>
            </a:r>
          </a:p>
          <a:p xmlns:a="http://schemas.openxmlformats.org/drawingml/2006/main">
            <a:r>
              <a:t>          "match_142",</a:t>
            </a:r>
          </a:p>
          <a:p xmlns:a="http://schemas.openxmlformats.org/drawingml/2006/main">
            <a:r>
              <a:t>          "match_143",</a:t>
            </a:r>
          </a:p>
          <a:p xmlns:a="http://schemas.openxmlformats.org/drawingml/2006/main">
            <a:r>
              <a:t>          "match_144",</a:t>
            </a:r>
          </a:p>
          <a:p xmlns:a="http://schemas.openxmlformats.org/drawingml/2006/main">
            <a:r>
              <a:t>          "match_145",</a:t>
            </a:r>
          </a:p>
          <a:p xmlns:a="http://schemas.openxmlformats.org/drawingml/2006/main">
            <a:r>
              <a:t>          "match_146",</a:t>
            </a:r>
          </a:p>
          <a:p xmlns:a="http://schemas.openxmlformats.org/drawingml/2006/main">
            <a:r>
              <a:t>          "match_147",</a:t>
            </a:r>
          </a:p>
          <a:p xmlns:a="http://schemas.openxmlformats.org/drawingml/2006/main">
            <a:r>
              <a:t>          "match_148",</a:t>
            </a:r>
          </a:p>
          <a:p xmlns:a="http://schemas.openxmlformats.org/drawingml/2006/main">
            <a:r>
              <a:t>          "match_149",</a:t>
            </a:r>
          </a:p>
          <a:p xmlns:a="http://schemas.openxmlformats.org/drawingml/2006/main">
            <a:r>
              <a:t>          "match_150",</a:t>
            </a:r>
          </a:p>
          <a:p xmlns:a="http://schemas.openxmlformats.org/drawingml/2006/main">
            <a:r>
              <a:t>          "match_151",</a:t>
            </a:r>
          </a:p>
          <a:p xmlns:a="http://schemas.openxmlformats.org/drawingml/2006/main">
            <a:r>
              <a:t>          "match_152",</a:t>
            </a:r>
          </a:p>
          <a:p xmlns:a="http://schemas.openxmlformats.org/drawingml/2006/main">
            <a:r>
              <a:t>          "match_153",</a:t>
            </a:r>
          </a:p>
          <a:p xmlns:a="http://schemas.openxmlformats.org/drawingml/2006/main">
            <a:r>
              <a:t>          "match_154",</a:t>
            </a:r>
          </a:p>
          <a:p xmlns:a="http://schemas.openxmlformats.org/drawingml/2006/main">
            <a:r>
              <a:t>          "match_155",</a:t>
            </a:r>
          </a:p>
          <a:p xmlns:a="http://schemas.openxmlformats.org/drawingml/2006/main">
            <a:r>
              <a:t>          "match_156",</a:t>
            </a:r>
          </a:p>
          <a:p xmlns:a="http://schemas.openxmlformats.org/drawingml/2006/main">
            <a:r>
              <a:t>          "match_157",</a:t>
            </a:r>
          </a:p>
          <a:p xmlns:a="http://schemas.openxmlformats.org/drawingml/2006/main">
            <a:r>
              <a:t>          "match_158",</a:t>
            </a:r>
          </a:p>
          <a:p xmlns:a="http://schemas.openxmlformats.org/drawingml/2006/main">
            <a:r>
              <a:t>          "match_159",</a:t>
            </a:r>
          </a:p>
          <a:p xmlns:a="http://schemas.openxmlformats.org/drawingml/2006/main">
            <a:r>
              <a:t>          "match_160",</a:t>
            </a:r>
          </a:p>
          <a:p xmlns:a="http://schemas.openxmlformats.org/drawingml/2006/main">
            <a:r>
              <a:t>          "match_161",</a:t>
            </a:r>
          </a:p>
          <a:p xmlns:a="http://schemas.openxmlformats.org/drawingml/2006/main">
            <a:r>
              <a:t>          "match_162",</a:t>
            </a:r>
          </a:p>
          <a:p xmlns:a="http://schemas.openxmlformats.org/drawingml/2006/main">
            <a:r>
              <a:t>          "match_163",</a:t>
            </a:r>
          </a:p>
          <a:p xmlns:a="http://schemas.openxmlformats.org/drawingml/2006/main">
            <a:r>
              <a:t>          "match_164",</a:t>
            </a:r>
          </a:p>
          <a:p xmlns:a="http://schemas.openxmlformats.org/drawingml/2006/main">
            <a:r>
              <a:t>          "match_165",</a:t>
            </a:r>
          </a:p>
          <a:p xmlns:a="http://schemas.openxmlformats.org/drawingml/2006/main">
            <a:r>
              <a:t>          "match_166",</a:t>
            </a:r>
          </a:p>
          <a:p xmlns:a="http://schemas.openxmlformats.org/drawingml/2006/main">
            <a:r>
              <a:t>          "match_167",</a:t>
            </a:r>
          </a:p>
          <a:p xmlns:a="http://schemas.openxmlformats.org/drawingml/2006/main">
            <a:r>
              <a:t>          "match_168",</a:t>
            </a:r>
          </a:p>
          <a:p xmlns:a="http://schemas.openxmlformats.org/drawingml/2006/main">
            <a:r>
              <a:t>          "match_169",</a:t>
            </a:r>
          </a:p>
          <a:p xmlns:a="http://schemas.openxmlformats.org/drawingml/2006/main">
            <a:r>
              <a:t>          "match_170",</a:t>
            </a:r>
          </a:p>
          <a:p xmlns:a="http://schemas.openxmlformats.org/drawingml/2006/main">
            <a:r>
              <a:t>          "match_171",</a:t>
            </a:r>
          </a:p>
          <a:p xmlns:a="http://schemas.openxmlformats.org/drawingml/2006/main">
            <a:r>
              <a:t>          "match_172",</a:t>
            </a:r>
          </a:p>
          <a:p xmlns:a="http://schemas.openxmlformats.org/drawingml/2006/main">
            <a:r>
              <a:t>          "match_173",</a:t>
            </a:r>
          </a:p>
          <a:p xmlns:a="http://schemas.openxmlformats.org/drawingml/2006/main">
            <a:r>
              <a:t>          "match_174",</a:t>
            </a:r>
          </a:p>
          <a:p xmlns:a="http://schemas.openxmlformats.org/drawingml/2006/main">
            <a:r>
              <a:t>          "match_175",</a:t>
            </a:r>
          </a:p>
          <a:p xmlns:a="http://schemas.openxmlformats.org/drawingml/2006/main">
            <a:r>
              <a:t>          "match_176",</a:t>
            </a:r>
          </a:p>
          <a:p xmlns:a="http://schemas.openxmlformats.org/drawingml/2006/main">
            <a:r>
              <a:t>          "match_177",</a:t>
            </a:r>
          </a:p>
          <a:p xmlns:a="http://schemas.openxmlformats.org/drawingml/2006/main">
            <a:r>
              <a:t>          "match_178",</a:t>
            </a:r>
          </a:p>
          <a:p xmlns:a="http://schemas.openxmlformats.org/drawingml/2006/main">
            <a:r>
              <a:t>          "match_179"</a:t>
            </a:r>
          </a:p>
          <a:p xmlns:a="http://schemas.openxmlformats.org/drawingml/2006/main">
            <a:r>
              <a:t>        ],</a:t>
            </a:r>
          </a:p>
          <a:p xmlns:a="http://schemas.openxmlformats.org/drawingml/2006/main">
            <a:r>
              <a:t>        "generation_index": 1,</a:t>
            </a:r>
          </a:p>
          <a:p xmlns:a="http://schemas.openxmlformats.org/drawingml/2006/main">
            <a:r>
              <a:t>        "losses_sampled": 8,</a:t>
            </a:r>
          </a:p>
          <a:p xmlns:a="http://schemas.openxmlformats.org/drawingml/2006/main">
            <a:r>
              <a:t>        "random_provenance": {</a:t>
            </a:r>
          </a:p>
          <a:p xmlns:a="http://schemas.openxmlformats.org/drawingml/2006/main">
            <a:r>
              <a:t>          "candidate_id": "worker_rush_reflection_subject",</a:t>
            </a:r>
          </a:p>
          <a:p xmlns:a="http://schemas.openxmlformats.org/drawingml/2006/main">
            <a:r>
              <a:t>          "generation_index": 1,</a:t>
            </a:r>
          </a:p>
          <a:p xmlns:a="http://schemas.openxmlformats.org/drawingml/2006/main">
            <a:r>
              <a:t>          "reflection_invocation": 0,</a:t>
            </a:r>
          </a:p>
          <a:p xmlns:a="http://schemas.openxmlformats.org/drawingml/2006/main">
            <a:r>
              <a:t>          "run_seed": 7,</a:t>
            </a:r>
          </a:p>
          <a:p xmlns:a="http://schemas.openxmlformats.org/drawingml/2006/main">
            <a:r>
              <a:t>          "seed": 990237553232952629</a:t>
            </a:r>
          </a:p>
          <a:p xmlns:a="http://schemas.openxmlformats.org/drawingml/2006/main">
            <a:r>
              <a:t>        },</a:t>
            </a:r>
          </a:p>
          <a:p xmlns:a="http://schemas.openxmlformats.org/drawingml/2006/main">
            <a:r>
              <a:t>        "requested_sample_size": 10,</a:t>
            </a:r>
          </a:p>
          <a:p xmlns:a="http://schemas.openxmlformats.org/drawingml/2006/main">
            <a:r>
              <a:t>        "sample_count": 10,</a:t>
            </a:r>
          </a:p>
          <a:p xmlns:a="http://schemas.openxmlformats.org/drawingml/2006/main">
            <a:r>
              <a:t>        "sampled_maps": [</a:t>
            </a:r>
          </a:p>
          <a:p xmlns:a="http://schemas.openxmlformats.org/drawingml/2006/main">
            <a:r>
              <a:t>          "map_1",</a:t>
            </a:r>
          </a:p>
          <a:p xmlns:a="http://schemas.openxmlformats.org/drawingml/2006/main">
            <a:r>
              <a:t>          "map_2",</a:t>
            </a:r>
          </a:p>
          <a:p xmlns:a="http://schemas.openxmlformats.org/drawingml/2006/main">
            <a:r>
              <a:t>          "map_1",</a:t>
            </a:r>
          </a:p>
          <a:p xmlns:a="http://schemas.openxmlformats.org/drawingml/2006/main">
            <a:r>
              <a:t>          "map_3",</a:t>
            </a:r>
          </a:p>
          <a:p xmlns:a="http://schemas.openxmlformats.org/drawingml/2006/main">
            <a:r>
              <a:t>          "map_3",</a:t>
            </a:r>
          </a:p>
          <a:p xmlns:a="http://schemas.openxmlformats.org/drawingml/2006/main">
            <a:r>
              <a:t>          "map_3",</a:t>
            </a:r>
          </a:p>
          <a:p xmlns:a="http://schemas.openxmlformats.org/drawingml/2006/main">
            <a:r>
              <a:t>          "map_1",</a:t>
            </a:r>
          </a:p>
          <a:p xmlns:a="http://schemas.openxmlformats.org/drawingml/2006/main">
            <a:r>
              <a:t>          "map_3",</a:t>
            </a:r>
          </a:p>
          <a:p xmlns:a="http://schemas.openxmlformats.org/drawingml/2006/main">
            <a:r>
              <a:t>          "map_2",</a:t>
            </a:r>
          </a:p>
          <a:p xmlns:a="http://schemas.openxmlformats.org/drawingml/2006/main">
            <a:r>
              <a:t>          "map_2"</a:t>
            </a:r>
          </a:p>
          <a:p xmlns:a="http://schemas.openxmlformats.org/drawingml/2006/main">
            <a:r>
              <a:t>        ],</a:t>
            </a:r>
          </a:p>
          <a:p xmlns:a="http://schemas.openxmlformats.org/drawingml/2006/main">
            <a:r>
              <a:t>        "sampled_match_ids": [</a:t>
            </a:r>
          </a:p>
          <a:p xmlns:a="http://schemas.openxmlformats.org/drawingml/2006/main">
            <a:r>
              <a:t>          "match_03",</a:t>
            </a:r>
          </a:p>
          <a:p xmlns:a="http://schemas.openxmlformats.org/drawingml/2006/main">
            <a:r>
              <a:t>          "match_26",</a:t>
            </a:r>
          </a:p>
          <a:p xmlns:a="http://schemas.openxmlformats.org/drawingml/2006/main">
            <a:r>
              <a:t>          "match_41",</a:t>
            </a:r>
          </a:p>
          <a:p xmlns:a="http://schemas.openxmlformats.org/drawingml/2006/main">
            <a:r>
              <a:t>          "match_67",</a:t>
            </a:r>
          </a:p>
          <a:p xmlns:a="http://schemas.openxmlformats.org/drawingml/2006/main">
            <a:r>
              <a:t>          "match_85",</a:t>
            </a:r>
          </a:p>
          <a:p xmlns:a="http://schemas.openxmlformats.org/drawingml/2006/main">
            <a:r>
              <a:t>          "match_107",</a:t>
            </a:r>
          </a:p>
          <a:p xmlns:a="http://schemas.openxmlformats.org/drawingml/2006/main">
            <a:r>
              <a:t>          "match_108",</a:t>
            </a:r>
          </a:p>
          <a:p xmlns:a="http://schemas.openxmlformats.org/drawingml/2006/main">
            <a:r>
              <a:t>          "match_139",</a:t>
            </a:r>
          </a:p>
          <a:p xmlns:a="http://schemas.openxmlformats.org/drawingml/2006/main">
            <a:r>
              <a:t>          "match_154",</a:t>
            </a:r>
          </a:p>
          <a:p xmlns:a="http://schemas.openxmlformats.org/drawingml/2006/main">
            <a:r>
              <a:t>          "match_170"</a:t>
            </a:r>
          </a:p>
          <a:p xmlns:a="http://schemas.openxmlformats.org/drawingml/2006/main">
            <a:r>
              <a:t>        ],</a:t>
            </a:r>
          </a:p>
          <a:p xmlns:a="http://schemas.openxmlformats.org/drawingml/2006/main">
            <a:r>
              <a:t>        "sampled_opponents": [</a:t>
            </a:r>
          </a:p>
          <a:p xmlns:a="http://schemas.openxmlformats.org/drawingml/2006/main">
            <a:r>
              <a:t>          "passive",</a:t>
            </a:r>
          </a:p>
          <a:p xmlns:a="http://schemas.openxmlformats.org/drawingml/2006/main">
            <a:r>
              <a:t>          "random",</a:t>
            </a:r>
          </a:p>
          <a:p xmlns:a="http://schemas.openxmlformats.org/drawingml/2006/main">
            <a:r>
              <a:t>          "randombias",</a:t>
            </a:r>
          </a:p>
          <a:p xmlns:a="http://schemas.openxmlformats.org/drawingml/2006/main">
            <a:r>
              <a:t>          "lightrush",</a:t>
            </a:r>
          </a:p>
          <a:p xmlns:a="http://schemas.openxmlformats.org/drawingml/2006/main">
            <a:r>
              <a:t>          "heavyrush",</a:t>
            </a:r>
          </a:p>
          <a:p xmlns:a="http://schemas.openxmlformats.org/drawingml/2006/main">
            <a:r>
              <a:t>          "workerrush",</a:t>
            </a:r>
          </a:p>
          <a:p xmlns:a="http://schemas.openxmlformats.org/drawingml/2006/main">
            <a:r>
              <a:t>          "allinbot",</a:t>
            </a:r>
          </a:p>
          <a:p xmlns:a="http://schemas.openxmlformats.org/drawingml/2006/main">
            <a:r>
              <a:t>          "mayari",</a:t>
            </a:r>
          </a:p>
          <a:p xmlns:a="http://schemas.openxmlformats.org/drawingml/2006/main">
            <a:r>
              <a:t>          "coac",</a:t>
            </a:r>
          </a:p>
          <a:p xmlns:a="http://schemas.openxmlformats.org/drawingml/2006/main">
            <a:r>
              <a:t>          "tma"</a:t>
            </a:r>
          </a:p>
          <a:p xmlns:a="http://schemas.openxmlformats.org/drawingml/2006/main">
            <a:r>
              <a:t>        ],</a:t>
            </a:r>
          </a:p>
          <a:p xmlns:a="http://schemas.openxmlformats.org/drawingml/2006/main">
            <a:r>
              <a:t>        "sampled_player_positions": [</a:t>
            </a:r>
          </a:p>
          <a:p xmlns:a="http://schemas.openxmlformats.org/drawingml/2006/main">
            <a:r>
              <a:t>          "p1",</a:t>
            </a:r>
          </a:p>
          <a:p xmlns:a="http://schemas.openxmlformats.org/drawingml/2006/main">
            <a:r>
              <a:t>          "p0",</a:t>
            </a:r>
          </a:p>
          <a:p xmlns:a="http://schemas.openxmlformats.org/drawingml/2006/main">
            <a:r>
              <a:t>          "p1",</a:t>
            </a:r>
          </a:p>
          <a:p xmlns:a="http://schemas.openxmlformats.org/drawingml/2006/main">
            <a:r>
              <a:t>          "p1",</a:t>
            </a:r>
          </a:p>
          <a:p xmlns:a="http://schemas.openxmlformats.org/drawingml/2006/main">
            <a:r>
              <a:t>          "p1",</a:t>
            </a:r>
          </a:p>
          <a:p xmlns:a="http://schemas.openxmlformats.org/drawingml/2006/main">
            <a:r>
              <a:t>          "p1",</a:t>
            </a:r>
          </a:p>
          <a:p xmlns:a="http://schemas.openxmlformats.org/drawingml/2006/main">
            <a:r>
              <a:t>          "p0",</a:t>
            </a:r>
          </a:p>
          <a:p xmlns:a="http://schemas.openxmlformats.org/drawingml/2006/main">
            <a:r>
              <a:t>          "p1",</a:t>
            </a:r>
          </a:p>
          <a:p xmlns:a="http://schemas.openxmlformats.org/drawingml/2006/main">
            <a:r>
              <a:t>          "p0",</a:t>
            </a:r>
          </a:p>
          <a:p xmlns:a="http://schemas.openxmlformats.org/drawingml/2006/main">
            <a:r>
              <a:t>          "p0"</a:t>
            </a:r>
          </a:p>
          <a:p xmlns:a="http://schemas.openxmlformats.org/drawingml/2006/main">
            <a:r>
              <a:t>        ],</a:t>
            </a:r>
          </a:p>
          <a:p xmlns:a="http://schemas.openxmlformats.org/drawingml/2006/main">
            <a:r>
              <a:t>        "sampled_results": [</a:t>
            </a:r>
          </a:p>
          <a:p xmlns:a="http://schemas.openxmlformats.org/drawingml/2006/main">
            <a:r>
              <a:t>          "draw",</a:t>
            </a:r>
          </a:p>
          <a:p xmlns:a="http://schemas.openxmlformats.org/drawingml/2006/main">
            <a:r>
              <a:t>          "draw",</a:t>
            </a:r>
          </a:p>
          <a:p xmlns:a="http://schemas.openxmlformats.org/drawingml/2006/main">
            <a:r>
              <a:t>          "loss",</a:t>
            </a:r>
          </a:p>
          <a:p xmlns:a="http://schemas.openxmlformats.org/drawingml/2006/main">
            <a:r>
              <a:t>          "loss",</a:t>
            </a:r>
          </a:p>
          <a:p xmlns:a="http://schemas.openxmlformats.org/drawingml/2006/main">
            <a:r>
              <a:t>          "loss",</a:t>
            </a:r>
          </a:p>
          <a:p xmlns:a="http://schemas.openxmlformats.org/drawingml/2006/main">
            <a:r>
              <a:t>          "loss",</a:t>
            </a:r>
          </a:p>
          <a:p xmlns:a="http://schemas.openxmlformats.org/drawingml/2006/main">
            <a:r>
              <a:t>          "loss",</a:t>
            </a:r>
          </a:p>
          <a:p xmlns:a="http://schemas.openxmlformats.org/drawingml/2006/main">
            <a:r>
              <a:t>          "loss",</a:t>
            </a:r>
          </a:p>
          <a:p xmlns:a="http://schemas.openxmlformats.org/drawingml/2006/main">
            <a:r>
              <a:t>          "loss",</a:t>
            </a:r>
          </a:p>
          <a:p xmlns:a="http://schemas.openxmlformats.org/drawingml/2006/main">
            <a:r>
              <a:t>          "loss"</a:t>
            </a:r>
          </a:p>
          <a:p xmlns:a="http://schemas.openxmlformats.org/drawingml/2006/main">
            <a:r>
              <a:t>        ],</a:t>
            </a:r>
          </a:p>
          <a:p xmlns:a="http://schemas.openxmlformats.org/drawingml/2006/main">
            <a:r>
              <a:t>        "sampling_priority": "opponent_coverage_then_map_coverage_then_loss_draw_win_then_seeded_random_ties",</a:t>
            </a:r>
          </a:p>
          <a:p xmlns:a="http://schemas.openxmlformats.org/drawingml/2006/main">
            <a:r>
              <a:t>        "schema_version": "strategy-reflection-match-selection-v2",</a:t>
            </a:r>
          </a:p>
          <a:p xmlns:a="http://schemas.openxmlformats.org/drawingml/2006/main">
            <a:r>
              <a:t>        "selected_match_count": 10,</a:t>
            </a:r>
          </a:p>
          <a:p xmlns:a="http://schemas.openxmlformats.org/drawingml/2006/main">
            <a:r>
              <a:t>        "selected_match_ids": [</a:t>
            </a:r>
          </a:p>
          <a:p xmlns:a="http://schemas.openxmlformats.org/drawingml/2006/main">
            <a:r>
              <a:t>          "match_03",</a:t>
            </a:r>
          </a:p>
          <a:p xmlns:a="http://schemas.openxmlformats.org/drawingml/2006/main">
            <a:r>
              <a:t>          "match_26",</a:t>
            </a:r>
          </a:p>
          <a:p xmlns:a="http://schemas.openxmlformats.org/drawingml/2006/main">
            <a:r>
              <a:t>          "match_41",</a:t>
            </a:r>
          </a:p>
          <a:p xmlns:a="http://schemas.openxmlformats.org/drawingml/2006/main">
            <a:r>
              <a:t>          "match_67",</a:t>
            </a:r>
          </a:p>
          <a:p xmlns:a="http://schemas.openxmlformats.org/drawingml/2006/main">
            <a:r>
              <a:t>          "match_85",</a:t>
            </a:r>
          </a:p>
          <a:p xmlns:a="http://schemas.openxmlformats.org/drawingml/2006/main">
            <a:r>
              <a:t>          "match_107",</a:t>
            </a:r>
          </a:p>
          <a:p xmlns:a="http://schemas.openxmlformats.org/drawingml/2006/main">
            <a:r>
              <a:t>          "match_108",</a:t>
            </a:r>
          </a:p>
          <a:p xmlns:a="http://schemas.openxmlformats.org/drawingml/2006/main">
            <a:r>
              <a:t>          "match_139",</a:t>
            </a:r>
          </a:p>
          <a:p xmlns:a="http://schemas.openxmlformats.org/drawingml/2006/main">
            <a:r>
              <a:t>          "match_154",</a:t>
            </a:r>
          </a:p>
          <a:p xmlns:a="http://schemas.openxmlformats.org/drawingml/2006/main">
            <a:r>
              <a:t>          "match_170"</a:t>
            </a:r>
          </a:p>
          <a:p xmlns:a="http://schemas.openxmlformats.org/drawingml/2006/main">
            <a:r>
              <a:t>        ],</a:t>
            </a:r>
          </a:p>
          <a:p xmlns:a="http://schemas.openxmlformats.org/drawingml/2006/main">
            <a:r>
              <a:t>        "selected_outcome_class": "mixed",</a:t>
            </a:r>
          </a:p>
          <a:p xmlns:a="http://schemas.openxmlformats.org/drawingml/2006/main">
            <a:r>
              <a:t>        "selection_is_coverage_aware": true,</a:t>
            </a:r>
          </a:p>
          <a:p xmlns:a="http://schemas.openxmlformats.org/drawingml/2006/main">
            <a:r>
              <a:t>        "selection_rule": "opponent_coverage_then_map_coverage_then_loss_draw_win",</a:t>
            </a:r>
          </a:p>
          <a:p xmlns:a="http://schemas.openxmlformats.org/drawingml/2006/main">
            <a:r>
              <a:t>        "total_draws": 47,</a:t>
            </a:r>
          </a:p>
          <a:p xmlns:a="http://schemas.openxmlformats.org/drawingml/2006/main">
            <a:r>
              <a:t>        "total_losses": 133,</a:t>
            </a:r>
          </a:p>
          <a:p xmlns:a="http://schemas.openxmlformats.org/drawingml/2006/main">
            <a:r>
              <a:t>        "total_match_count": 180,</a:t>
            </a:r>
          </a:p>
          <a:p xmlns:a="http://schemas.openxmlformats.org/drawingml/2006/main">
            <a:r>
              <a:t>        "total_wins": 0,</a:t>
            </a:r>
          </a:p>
          <a:p xmlns:a="http://schemas.openxmlformats.org/drawingml/2006/main">
            <a:r>
              <a:t>        "unique_maps_sampled": 3,</a:t>
            </a:r>
          </a:p>
          <a:p xmlns:a="http://schemas.openxmlformats.org/drawingml/2006/main">
            <a:r>
              <a:t>        "unique_opponents_sampled": 10,</a:t>
            </a:r>
          </a:p>
          <a:p xmlns:a="http://schemas.openxmlformats.org/drawingml/2006/main">
            <a:r>
              <a:t>        "wins_sampled": 0</a:t>
            </a:r>
          </a:p>
          <a:p xmlns:a="http://schemas.openxmlformats.org/drawingml/2006/main">
            <a:r>
              <a:t>      },</a:t>
            </a:r>
          </a:p>
          <a:p xmlns:a="http://schemas.openxmlformats.org/drawingml/2006/main">
            <a:r>
              <a:t>      "parent_comparison": {</a:t>
            </a:r>
          </a:p>
          <a:p xmlns:a="http://schemas.openxmlformats.org/drawingml/2006/main">
            <a:r>
              <a:t>        "available": true,</a:t>
            </a:r>
          </a:p>
          <a:p xmlns:a="http://schemas.openxmlformats.org/drawingml/2006/main">
            <a:r>
              <a:t>        "improved":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"match_18",</a:t>
            </a:r>
          </a:p>
          <a:p xmlns:a="http://schemas.openxmlformats.org/drawingml/2006/main">
            <a:r>
              <a:t>            "delta": 3.367457,</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"match_19",</a:t>
            </a:r>
          </a:p>
          <a:p xmlns:a="http://schemas.openxmlformats.org/drawingml/2006/main">
            <a:r>
              <a:t>            "delta": 1.586391,</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"match_23",</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"match_20",</a:t>
            </a:r>
          </a:p>
          <a:p xmlns:a="http://schemas.openxmlformats.org/drawingml/2006/main">
            <a:r>
              <a:t>            "delta": 0.768847,</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"match_24",</a:t>
            </a:r>
          </a:p>
          <a:p xmlns:a="http://schemas.openxmlformats.org/drawingml/2006/main">
            <a:r>
              <a:t>            "delta": 2.478857,</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"match_28",</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"match_26",</a:t>
            </a:r>
          </a:p>
          <a:p xmlns:a="http://schemas.openxmlformats.org/drawingml/2006/main">
            <a:r>
              <a:t>            "delta": 2.522787,</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"match_28",</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"match_27",</a:t>
            </a:r>
          </a:p>
          <a:p xmlns:a="http://schemas.openxmlformats.org/drawingml/2006/main">
            <a:r>
              <a:t>            "delta": 0.196029,</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"match_29",</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"match_31",</a:t>
            </a:r>
          </a:p>
          <a:p xmlns:a="http://schemas.openxmlformats.org/drawingml/2006/main">
            <a:r>
              <a:t>            "delta": 2.676041,</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"match_35",</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"match_33",</a:t>
            </a:r>
          </a:p>
          <a:p xmlns:a="http://schemas.openxmlformats.org/drawingml/2006/main">
            <a:r>
              <a:t>            "delta": 1.348416,</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"match_35",</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"match_36",</a:t>
            </a:r>
          </a:p>
          <a:p xmlns:a="http://schemas.openxmlformats.org/drawingml/2006/main">
            <a:r>
              <a:t>            "delta": 101.792871,</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"match_40",</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"match_37",</a:t>
            </a:r>
          </a:p>
          <a:p xmlns:a="http://schemas.openxmlformats.org/drawingml/2006/main">
            <a:r>
              <a:t>            "delta": 0.444316,</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"match_41",</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"match_38",</a:t>
            </a:r>
          </a:p>
          <a:p xmlns:a="http://schemas.openxmlformats.org/drawingml/2006/main">
            <a:r>
              <a:t>            "delta": 1.159951,</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"match_40",</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"match_44",</a:t>
            </a:r>
          </a:p>
          <a:p xmlns:a="http://schemas.openxmlformats.org/drawingml/2006/main">
            <a:r>
              <a:t>            "delta": 95.829322,</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"match_46",</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"match_45",</a:t>
            </a:r>
          </a:p>
          <a:p xmlns:a="http://schemas.openxmlformats.org/drawingml/2006/main">
            <a:r>
              <a:t>            "delta": 1.751283,</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"match_47",</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"match_48",</a:t>
            </a:r>
          </a:p>
          <a:p xmlns:a="http://schemas.openxmlformats.org/drawingml/2006/main">
            <a:r>
              <a:t>            "delta": 0.246775,</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"match_49",</a:t>
            </a:r>
          </a:p>
          <a:p xmlns:a="http://schemas.openxmlformats.org/drawingml/2006/main">
            <a:r>
              <a:t>            "delta": 0.199866,</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"match_53",</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"match_50",</a:t>
            </a:r>
          </a:p>
          <a:p xmlns:a="http://schemas.openxmlformats.org/drawingml/2006/main">
            <a:r>
              <a:t>            "delta": 0.296717,</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"match_51",</a:t>
            </a:r>
          </a:p>
          <a:p xmlns:a="http://schemas.openxmlformats.org/drawingml/2006/main">
            <a:r>
              <a:t>            "delta": 0.100062,</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"match_53",</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"match_132",</a:t>
            </a:r>
          </a:p>
          <a:p xmlns:a="http://schemas.openxmlformats.org/drawingml/2006/main">
            <a:r>
              <a:t>            "delta": 0.000933,</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"match_136",</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"match_133",</a:t>
            </a:r>
          </a:p>
          <a:p xmlns:a="http://schemas.openxmlformats.org/drawingml/2006/main">
            <a:r>
              <a:t>            "delta": 0.374676,</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"match_137",</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"match_134",</a:t>
            </a:r>
          </a:p>
          <a:p xmlns:a="http://schemas.openxmlformats.org/drawingml/2006/main">
            <a:r>
              <a:t>            "delta": 0.841776,</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"match_136",</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"match_135",</a:t>
            </a:r>
          </a:p>
          <a:p xmlns:a="http://schemas.openxmlformats.org/drawingml/2006/main">
            <a:r>
              <a:t>            "delta": 0.371047,</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"match_137",</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"matched_pairs":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"match_00",</a:t>
            </a:r>
          </a:p>
          <a:p xmlns:a="http://schemas.openxmlformats.org/drawingml/2006/main">
            <a:r>
              <a:t>            "delta": 0.0,</a:t>
            </a:r>
          </a:p>
          <a:p xmlns:a="http://schemas.openxmlformats.org/drawingml/2006/main">
            <a:r>
              <a:t>            "map": "map_1",</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"match_04",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"match_01",</a:t>
            </a:r>
          </a:p>
          <a:p xmlns:a="http://schemas.openxmlformats.org/drawingml/2006/main">
            <a:r>
              <a:t>            "delta": 0.0,</a:t>
            </a:r>
          </a:p>
          <a:p xmlns:a="http://schemas.openxmlformats.org/drawingml/2006/main">
            <a:r>
              <a:t>            "map": "map_1",</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"match_05",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"match_02",</a:t>
            </a:r>
          </a:p>
          <a:p xmlns:a="http://schemas.openxmlformats.org/drawingml/2006/main">
            <a:r>
              <a:t>            "delta": 0.0,</a:t>
            </a:r>
          </a:p>
          <a:p xmlns:a="http://schemas.openxmlformats.org/drawingml/2006/main">
            <a:r>
              <a:t>            "map": "map_1",</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"match_04",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"match_03",</a:t>
            </a:r>
          </a:p>
          <a:p xmlns:a="http://schemas.openxmlformats.org/drawingml/2006/main">
            <a:r>
              <a:t>            "delta": 0.0,</a:t>
            </a:r>
          </a:p>
          <a:p xmlns:a="http://schemas.openxmlformats.org/drawingml/2006/main">
            <a:r>
              <a:t>            "map": "map_1",</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"match_05",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"match_04",</a:t>
            </a:r>
          </a:p>
          <a:p xmlns:a="http://schemas.openxmlformats.org/drawingml/2006/main">
            <a:r>
              <a:t>            "delta": 0.0,</a:t>
            </a:r>
          </a:p>
          <a:p xmlns:a="http://schemas.openxmlformats.org/drawingml/2006/main">
            <a:r>
              <a:t>            "map": "map_1",</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"match_04",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"match_05",</a:t>
            </a:r>
          </a:p>
          <a:p xmlns:a="http://schemas.openxmlformats.org/drawingml/2006/main">
            <a:r>
              <a:t>            "delta": 0.0,</a:t>
            </a:r>
          </a:p>
          <a:p xmlns:a="http://schemas.openxmlformats.org/drawingml/2006/main">
            <a:r>
              <a:t>            "map": "map_1",</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"match_05",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"match_06",</a:t>
            </a:r>
          </a:p>
          <a:p xmlns:a="http://schemas.openxmlformats.org/drawingml/2006/main">
            <a:r>
              <a:t>            "delta": 0.0,</a:t>
            </a:r>
          </a:p>
          <a:p xmlns:a="http://schemas.openxmlformats.org/drawingml/2006/main">
            <a:r>
              <a:t>            "map": "map_2",</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"match_07",</a:t>
            </a:r>
          </a:p>
          <a:p xmlns:a="http://schemas.openxmlformats.org/drawingml/2006/main">
            <a:r>
              <a:t>            "delta": 0.0,</a:t>
            </a:r>
          </a:p>
          <a:p xmlns:a="http://schemas.openxmlformats.org/drawingml/2006/main">
            <a:r>
              <a:t>            "map": "map_2",</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"match_08",</a:t>
            </a:r>
          </a:p>
          <a:p xmlns:a="http://schemas.openxmlformats.org/drawingml/2006/main">
            <a:r>
              <a:t>            "delta": 0.0,</a:t>
            </a:r>
          </a:p>
          <a:p xmlns:a="http://schemas.openxmlformats.org/drawingml/2006/main">
            <a:r>
              <a:t>            "map": "map_2",</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"match_09",</a:t>
            </a:r>
          </a:p>
          <a:p xmlns:a="http://schemas.openxmlformats.org/drawingml/2006/main">
            <a:r>
              <a:t>            "delta": 0.0,</a:t>
            </a:r>
          </a:p>
          <a:p xmlns:a="http://schemas.openxmlformats.org/drawingml/2006/main">
            <a:r>
              <a:t>            "map": "map_2",</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"match_10",</a:t>
            </a:r>
          </a:p>
          <a:p xmlns:a="http://schemas.openxmlformats.org/drawingml/2006/main">
            <a:r>
              <a:t>            "delta": 0.0,</a:t>
            </a:r>
          </a:p>
          <a:p xmlns:a="http://schemas.openxmlformats.org/drawingml/2006/main">
            <a:r>
              <a:t>            "map": "map_2",</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"match_11",</a:t>
            </a:r>
          </a:p>
          <a:p xmlns:a="http://schemas.openxmlformats.org/drawingml/2006/main">
            <a:r>
              <a:t>            "delta": 0.0,</a:t>
            </a:r>
          </a:p>
          <a:p xmlns:a="http://schemas.openxmlformats.org/drawingml/2006/main">
            <a:r>
              <a:t>            "map": "map_2",</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"match_12",</a:t>
            </a:r>
          </a:p>
          <a:p xmlns:a="http://schemas.openxmlformats.org/drawingml/2006/main">
            <a:r>
              <a:t>            "delta": 0.0,</a:t>
            </a:r>
          </a:p>
          <a:p xmlns:a="http://schemas.openxmlformats.org/drawingml/2006/main">
            <a:r>
              <a:t>            "map": "map_3",</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a:t>
            </a:r>
          </a:p>
          <a:p xmlns:a="http://schemas.openxmlformats.org/drawingml/2006/main">
            <a:r>
              <a:t>            "delta": 0.0,</a:t>
            </a:r>
          </a:p>
          <a:p xmlns:a="http://schemas.openxmlformats.org/drawingml/2006/main">
            <a:r>
              <a:t>            "map": "map_3",</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"match_14",</a:t>
            </a:r>
          </a:p>
          <a:p xmlns:a="http://schemas.openxmlformats.org/drawingml/2006/main">
            <a:r>
              <a:t>            "delta": 0.0,</a:t>
            </a:r>
          </a:p>
          <a:p xmlns:a="http://schemas.openxmlformats.org/drawingml/2006/main">
            <a:r>
              <a:t>            "map": "map_3",</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a:t>
            </a:r>
          </a:p>
          <a:p xmlns:a="http://schemas.openxmlformats.org/drawingml/2006/main">
            <a:r>
              <a:t>            "delta": 0.0,</a:t>
            </a:r>
          </a:p>
          <a:p xmlns:a="http://schemas.openxmlformats.org/drawingml/2006/main">
            <a:r>
              <a:t>            "map": "map_3",</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"match_16",</a:t>
            </a:r>
          </a:p>
          <a:p xmlns:a="http://schemas.openxmlformats.org/drawingml/2006/main">
            <a:r>
              <a:t>            "delta": 0.0,</a:t>
            </a:r>
          </a:p>
          <a:p xmlns:a="http://schemas.openxmlformats.org/drawingml/2006/main">
            <a:r>
              <a:t>            "map": "map_3",</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"match_17",</a:t>
            </a:r>
          </a:p>
          <a:p xmlns:a="http://schemas.openxmlformats.org/drawingml/2006/main">
            <a:r>
              <a:t>            "delta": 0.0,</a:t>
            </a:r>
          </a:p>
          <a:p xmlns:a="http://schemas.openxmlformats.org/drawingml/2006/main">
            <a:r>
              <a:t>            "map": "map_3",</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"match_18",</a:t>
            </a:r>
          </a:p>
          <a:p xmlns:a="http://schemas.openxmlformats.org/drawingml/2006/main">
            <a:r>
              <a:t>            "delta": 3.367457,</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"match_19",</a:t>
            </a:r>
          </a:p>
          <a:p xmlns:a="http://schemas.openxmlformats.org/drawingml/2006/main">
            <a:r>
              <a:t>            "delta": 1.586391,</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"match_23",</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"match_20",</a:t>
            </a:r>
          </a:p>
          <a:p xmlns:a="http://schemas.openxmlformats.org/drawingml/2006/main">
            <a:r>
              <a:t>            "delta": 0.768847,</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"match_21",</a:t>
            </a:r>
          </a:p>
          <a:p xmlns:a="http://schemas.openxmlformats.org/drawingml/2006/main">
            <a:r>
              <a:t>            "delta": -2.911703,</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"match_23",</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"match_22",</a:t>
            </a:r>
          </a:p>
          <a:p xmlns:a="http://schemas.openxmlformats.org/drawingml/2006/main">
            <a:r>
              <a:t>            "delta": 0.0,</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"match_23",</a:t>
            </a:r>
          </a:p>
          <a:p xmlns:a="http://schemas.openxmlformats.org/drawingml/2006/main">
            <a:r>
              <a:t>            "delta": 0.0,</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"match_24",</a:t>
            </a:r>
          </a:p>
          <a:p xmlns:a="http://schemas.openxmlformats.org/drawingml/2006/main">
            <a:r>
              <a:t>            "delta": 2.478857,</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"match_28",</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"match_25",</a:t>
            </a:r>
          </a:p>
          <a:p xmlns:a="http://schemas.openxmlformats.org/drawingml/2006/main">
            <a:r>
              <a:t>            "delta": -1.732499,</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"match_29",</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"match_26",</a:t>
            </a:r>
          </a:p>
          <a:p xmlns:a="http://schemas.openxmlformats.org/drawingml/2006/main">
            <a:r>
              <a:t>            "delta": 2.522787,</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"match_28",</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"match_27",</a:t>
            </a:r>
          </a:p>
          <a:p xmlns:a="http://schemas.openxmlformats.org/drawingml/2006/main">
            <a:r>
              <a:t>            "delta": 0.196029,</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"match_29",</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"match_28",</a:t>
            </a:r>
          </a:p>
          <a:p xmlns:a="http://schemas.openxmlformats.org/drawingml/2006/main">
            <a:r>
              <a:t>            "delta": 0.0,</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"match_29",</a:t>
            </a:r>
          </a:p>
          <a:p xmlns:a="http://schemas.openxmlformats.org/drawingml/2006/main">
            <a:r>
              <a:t>            "delta": 0.0,</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"match_30",</a:t>
            </a:r>
          </a:p>
          <a:p xmlns:a="http://schemas.openxmlformats.org/drawingml/2006/main">
            <a:r>
              <a:t>            "delta": -1.164926,</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"match_34",</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"match_31",</a:t>
            </a:r>
          </a:p>
          <a:p xmlns:a="http://schemas.openxmlformats.org/drawingml/2006/main">
            <a:r>
              <a:t>            "delta": 2.676041,</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"match_35",</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"match_32",</a:t>
            </a:r>
          </a:p>
          <a:p xmlns:a="http://schemas.openxmlformats.org/drawingml/2006/main">
            <a:r>
              <a:t>            "delta": -0.83732,</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"match_34",</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"match_33",</a:t>
            </a:r>
          </a:p>
          <a:p xmlns:a="http://schemas.openxmlformats.org/drawingml/2006/main">
            <a:r>
              <a:t>            "delta": 1.348416,</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"match_35",</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"match_34",</a:t>
            </a:r>
          </a:p>
          <a:p xmlns:a="http://schemas.openxmlformats.org/drawingml/2006/main">
            <a:r>
              <a:t>            "delta": 0.0,</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"match_35",</a:t>
            </a:r>
          </a:p>
          <a:p xmlns:a="http://schemas.openxmlformats.org/drawingml/2006/main">
            <a:r>
              <a:t>            "delta": 0.0,</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"match_36",</a:t>
            </a:r>
          </a:p>
          <a:p xmlns:a="http://schemas.openxmlformats.org/drawingml/2006/main">
            <a:r>
              <a:t>            "delta": 101.792871,</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"match_40",</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"match_37",</a:t>
            </a:r>
          </a:p>
          <a:p xmlns:a="http://schemas.openxmlformats.org/drawingml/2006/main">
            <a:r>
              <a:t>            "delta": 0.444316,</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"match_41",</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"match_38",</a:t>
            </a:r>
          </a:p>
          <a:p xmlns:a="http://schemas.openxmlformats.org/drawingml/2006/main">
            <a:r>
              <a:t>            "delta": 1.159951,</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"match_40",</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"match_39",</a:t>
            </a:r>
          </a:p>
          <a:p xmlns:a="http://schemas.openxmlformats.org/drawingml/2006/main">
            <a:r>
              <a:t>            "delta": -0.457126,</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"match_41",</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"match_40",</a:t>
            </a:r>
          </a:p>
          <a:p xmlns:a="http://schemas.openxmlformats.org/drawingml/2006/main">
            <a:r>
              <a:t>            "delta": 0.0,</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"match_41",</a:t>
            </a:r>
          </a:p>
          <a:p xmlns:a="http://schemas.openxmlformats.org/drawingml/2006/main">
            <a:r>
              <a:t>            "delta": 0.0,</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"match_42",</a:t>
            </a:r>
          </a:p>
          <a:p xmlns:a="http://schemas.openxmlformats.org/drawingml/2006/main">
            <a:r>
              <a:t>            "delta": -1.182114,</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"match_46",</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"match_43",</a:t>
            </a:r>
          </a:p>
          <a:p xmlns:a="http://schemas.openxmlformats.org/drawingml/2006/main">
            <a:r>
              <a:t>            "delta": -0.224205,</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"match_47",</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"match_44",</a:t>
            </a:r>
          </a:p>
          <a:p xmlns:a="http://schemas.openxmlformats.org/drawingml/2006/main">
            <a:r>
              <a:t>            "delta": 95.829322,</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"match_46",</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"match_45",</a:t>
            </a:r>
          </a:p>
          <a:p xmlns:a="http://schemas.openxmlformats.org/drawingml/2006/main">
            <a:r>
              <a:t>            "delta": 1.751283,</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"match_47",</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"match_46",</a:t>
            </a:r>
          </a:p>
          <a:p xmlns:a="http://schemas.openxmlformats.org/drawingml/2006/main">
            <a:r>
              <a:t>            "delta": 0.0,</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"match_47",</a:t>
            </a:r>
          </a:p>
          <a:p xmlns:a="http://schemas.openxmlformats.org/drawingml/2006/main">
            <a:r>
              <a:t>            "delta": 0.0,</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"match_48",</a:t>
            </a:r>
          </a:p>
          <a:p xmlns:a="http://schemas.openxmlformats.org/drawingml/2006/main">
            <a:r>
              <a:t>            "delta": 0.246775,</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"match_49",</a:t>
            </a:r>
          </a:p>
          <a:p xmlns:a="http://schemas.openxmlformats.org/drawingml/2006/main">
            <a:r>
              <a:t>            "delta": 0.199866,</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"match_53",</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"match_50",</a:t>
            </a:r>
          </a:p>
          <a:p xmlns:a="http://schemas.openxmlformats.org/drawingml/2006/main">
            <a:r>
              <a:t>            "delta": 0.296717,</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"match_51",</a:t>
            </a:r>
          </a:p>
          <a:p xmlns:a="http://schemas.openxmlformats.org/drawingml/2006/main">
            <a:r>
              <a:t>            "delta": 0.100062,</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"match_53",</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"match_52",</a:t>
            </a:r>
          </a:p>
          <a:p xmlns:a="http://schemas.openxmlformats.org/drawingml/2006/main">
            <a:r>
              <a:t>            "delta": 0.0,</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"match_53",</a:t>
            </a:r>
          </a:p>
          <a:p xmlns:a="http://schemas.openxmlformats.org/drawingml/2006/main">
            <a:r>
              <a:t>            "delta": 0.0,</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"match_54",</a:t>
            </a:r>
          </a:p>
          <a:p xmlns:a="http://schemas.openxmlformats.org/drawingml/2006/main">
            <a:r>
              <a:t>            "delta": 0.0,</a:t>
            </a:r>
          </a:p>
          <a:p xmlns:a="http://schemas.openxmlformats.org/drawingml/2006/main">
            <a:r>
              <a:t>            "map": "map_1",</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"match_58",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"match_55",</a:t>
            </a:r>
          </a:p>
          <a:p xmlns:a="http://schemas.openxmlformats.org/drawingml/2006/main">
            <a:r>
              <a:t>            "delta": 0.0,</a:t>
            </a:r>
          </a:p>
          <a:p xmlns:a="http://schemas.openxmlformats.org/drawingml/2006/main">
            <a:r>
              <a:t>            "map": "map_1",</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"match_59",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"match_56",</a:t>
            </a:r>
          </a:p>
          <a:p xmlns:a="http://schemas.openxmlformats.org/drawingml/2006/main">
            <a:r>
              <a:t>            "delta": 0.0,</a:t>
            </a:r>
          </a:p>
          <a:p xmlns:a="http://schemas.openxmlformats.org/drawingml/2006/main">
            <a:r>
              <a:t>            "map": "map_1",</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"match_58",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"match_57",</a:t>
            </a:r>
          </a:p>
          <a:p xmlns:a="http://schemas.openxmlformats.org/drawingml/2006/main">
            <a:r>
              <a:t>            "delta": 0.0,</a:t>
            </a:r>
          </a:p>
          <a:p xmlns:a="http://schemas.openxmlformats.org/drawingml/2006/main">
            <a:r>
              <a:t>            "map": "map_1",</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"match_59",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"match_58",</a:t>
            </a:r>
          </a:p>
          <a:p xmlns:a="http://schemas.openxmlformats.org/drawingml/2006/main">
            <a:r>
              <a:t>            "delta": 0.0,</a:t>
            </a:r>
          </a:p>
          <a:p xmlns:a="http://schemas.openxmlformats.org/drawingml/2006/main">
            <a:r>
              <a:t>            "map": "map_1",</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"match_58",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"match_59",</a:t>
            </a:r>
          </a:p>
          <a:p xmlns:a="http://schemas.openxmlformats.org/drawingml/2006/main">
            <a:r>
              <a:t>            "delta": 0.0,</a:t>
            </a:r>
          </a:p>
          <a:p xmlns:a="http://schemas.openxmlformats.org/drawingml/2006/main">
            <a:r>
              <a:t>            "map": "map_1",</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"match_59",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"match_60",</a:t>
            </a:r>
          </a:p>
          <a:p xmlns:a="http://schemas.openxmlformats.org/drawingml/2006/main">
            <a:r>
              <a:t>            "delta": 0.0,</a:t>
            </a:r>
          </a:p>
          <a:p xmlns:a="http://schemas.openxmlformats.org/drawingml/2006/main">
            <a:r>
              <a:t>            "map": "map_2",</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"match_64",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"match_61",</a:t>
            </a:r>
          </a:p>
          <a:p xmlns:a="http://schemas.openxmlformats.org/drawingml/2006/main">
            <a:r>
              <a:t>            "delta": 0.0,</a:t>
            </a:r>
          </a:p>
          <a:p xmlns:a="http://schemas.openxmlformats.org/drawingml/2006/main">
            <a:r>
              <a:t>            "map": "map_2",</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"match_65",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"match_62",</a:t>
            </a:r>
          </a:p>
          <a:p xmlns:a="http://schemas.openxmlformats.org/drawingml/2006/main">
            <a:r>
              <a:t>            "delta": 0.0,</a:t>
            </a:r>
          </a:p>
          <a:p xmlns:a="http://schemas.openxmlformats.org/drawingml/2006/main">
            <a:r>
              <a:t>            "map": "map_2",</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"match_64",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"match_63",</a:t>
            </a:r>
          </a:p>
          <a:p xmlns:a="http://schemas.openxmlformats.org/drawingml/2006/main">
            <a:r>
              <a:t>            "delta": 0.0,</a:t>
            </a:r>
          </a:p>
          <a:p xmlns:a="http://schemas.openxmlformats.org/drawingml/2006/main">
            <a:r>
              <a:t>            "map": "map_2",</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"match_65",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"match_64",</a:t>
            </a:r>
          </a:p>
          <a:p xmlns:a="http://schemas.openxmlformats.org/drawingml/2006/main">
            <a:r>
              <a:t>            "delta": 0.0,</a:t>
            </a:r>
          </a:p>
          <a:p xmlns:a="http://schemas.openxmlformats.org/drawingml/2006/main">
            <a:r>
              <a:t>            "map": "map_2",</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"match_64",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"match_65",</a:t>
            </a:r>
          </a:p>
          <a:p xmlns:a="http://schemas.openxmlformats.org/drawingml/2006/main">
            <a:r>
              <a:t>            "delta": 0.0,</a:t>
            </a:r>
          </a:p>
          <a:p xmlns:a="http://schemas.openxmlformats.org/drawingml/2006/main">
            <a:r>
              <a:t>            "map": "map_2",</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"match_65",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"match_66",</a:t>
            </a:r>
          </a:p>
          <a:p xmlns:a="http://schemas.openxmlformats.org/drawingml/2006/main">
            <a:r>
              <a:t>            "delta": 0.0,</a:t>
            </a:r>
          </a:p>
          <a:p xmlns:a="http://schemas.openxmlformats.org/drawingml/2006/main">
            <a:r>
              <a:t>            "map": "map_3",</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"match_70",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"match_67",</a:t>
            </a:r>
          </a:p>
          <a:p xmlns:a="http://schemas.openxmlformats.org/drawingml/2006/main">
            <a:r>
              <a:t>            "delta": 0.0,</a:t>
            </a:r>
          </a:p>
          <a:p xmlns:a="http://schemas.openxmlformats.org/drawingml/2006/main">
            <a:r>
              <a:t>            "map": "map_3",</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"match_71",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"match_68",</a:t>
            </a:r>
          </a:p>
          <a:p xmlns:a="http://schemas.openxmlformats.org/drawingml/2006/main">
            <a:r>
              <a:t>            "delta": 0.0,</a:t>
            </a:r>
          </a:p>
          <a:p xmlns:a="http://schemas.openxmlformats.org/drawingml/2006/main">
            <a:r>
              <a:t>            "map": "map_3",</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"match_70",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"match_69",</a:t>
            </a:r>
          </a:p>
          <a:p xmlns:a="http://schemas.openxmlformats.org/drawingml/2006/main">
            <a:r>
              <a:t>            "delta": 0.0,</a:t>
            </a:r>
          </a:p>
          <a:p xmlns:a="http://schemas.openxmlformats.org/drawingml/2006/main">
            <a:r>
              <a:t>            "map": "map_3",</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"match_71",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"match_70",</a:t>
            </a:r>
          </a:p>
          <a:p xmlns:a="http://schemas.openxmlformats.org/drawingml/2006/main">
            <a:r>
              <a:t>            "delta": 0.0,</a:t>
            </a:r>
          </a:p>
          <a:p xmlns:a="http://schemas.openxmlformats.org/drawingml/2006/main">
            <a:r>
              <a:t>            "map": "map_3",</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"match_70",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"match_71",</a:t>
            </a:r>
          </a:p>
          <a:p xmlns:a="http://schemas.openxmlformats.org/drawingml/2006/main">
            <a:r>
              <a:t>            "delta": 0.0,</a:t>
            </a:r>
          </a:p>
          <a:p xmlns:a="http://schemas.openxmlformats.org/drawingml/2006/main">
            <a:r>
              <a:t>            "map": "map_3",</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"match_71",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"match_72",</a:t>
            </a:r>
          </a:p>
          <a:p xmlns:a="http://schemas.openxmlformats.org/drawingml/2006/main">
            <a:r>
              <a:t>            "delta": 0.0,</a:t>
            </a:r>
          </a:p>
          <a:p xmlns:a="http://schemas.openxmlformats.org/drawingml/2006/main">
            <a:r>
              <a:t>            "map": "map_1",</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"match_76",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"match_73",</a:t>
            </a:r>
          </a:p>
          <a:p xmlns:a="http://schemas.openxmlformats.org/drawingml/2006/main">
            <a:r>
              <a:t>            "delta": 0.0,</a:t>
            </a:r>
          </a:p>
          <a:p xmlns:a="http://schemas.openxmlformats.org/drawingml/2006/main">
            <a:r>
              <a:t>            "map": "map_1",</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"match_77",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"match_74",</a:t>
            </a:r>
          </a:p>
          <a:p xmlns:a="http://schemas.openxmlformats.org/drawingml/2006/main">
            <a:r>
              <a:t>            "delta": 0.0,</a:t>
            </a:r>
          </a:p>
          <a:p xmlns:a="http://schemas.openxmlformats.org/drawingml/2006/main">
            <a:r>
              <a:t>            "map": "map_1",</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"match_76",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"match_75",</a:t>
            </a:r>
          </a:p>
          <a:p xmlns:a="http://schemas.openxmlformats.org/drawingml/2006/main">
            <a:r>
              <a:t>            "delta": 0.0,</a:t>
            </a:r>
          </a:p>
          <a:p xmlns:a="http://schemas.openxmlformats.org/drawingml/2006/main">
            <a:r>
              <a:t>            "map": "map_1",</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"match_77",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"match_76",</a:t>
            </a:r>
          </a:p>
          <a:p xmlns:a="http://schemas.openxmlformats.org/drawingml/2006/main">
            <a:r>
              <a:t>            "delta": 0.0,</a:t>
            </a:r>
          </a:p>
          <a:p xmlns:a="http://schemas.openxmlformats.org/drawingml/2006/main">
            <a:r>
              <a:t>            "map": "map_1",</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"match_76",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"match_77",</a:t>
            </a:r>
          </a:p>
          <a:p xmlns:a="http://schemas.openxmlformats.org/drawingml/2006/main">
            <a:r>
              <a:t>            "delta": 0.0,</a:t>
            </a:r>
          </a:p>
          <a:p xmlns:a="http://schemas.openxmlformats.org/drawingml/2006/main">
            <a:r>
              <a:t>            "map": "map_1",</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"match_77",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"match_78",</a:t>
            </a:r>
          </a:p>
          <a:p xmlns:a="http://schemas.openxmlformats.org/drawingml/2006/main">
            <a:r>
              <a:t>            "delta": 0.0,</a:t>
            </a:r>
          </a:p>
          <a:p xmlns:a="http://schemas.openxmlformats.org/drawingml/2006/main">
            <a:r>
              <a:t>            "map": "map_2",</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"match_79",</a:t>
            </a:r>
          </a:p>
          <a:p xmlns:a="http://schemas.openxmlformats.org/drawingml/2006/main">
            <a:r>
              <a:t>            "delta": 0.0,</a:t>
            </a:r>
          </a:p>
          <a:p xmlns:a="http://schemas.openxmlformats.org/drawingml/2006/main">
            <a:r>
              <a:t>            "map": "map_2",</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"match_80",</a:t>
            </a:r>
          </a:p>
          <a:p xmlns:a="http://schemas.openxmlformats.org/drawingml/2006/main">
            <a:r>
              <a:t>            "delta": 0.0,</a:t>
            </a:r>
          </a:p>
          <a:p xmlns:a="http://schemas.openxmlformats.org/drawingml/2006/main">
            <a:r>
              <a:t>            "map": "map_2",</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"match_81",</a:t>
            </a:r>
          </a:p>
          <a:p xmlns:a="http://schemas.openxmlformats.org/drawingml/2006/main">
            <a:r>
              <a:t>            "delta": 0.0,</a:t>
            </a:r>
          </a:p>
          <a:p xmlns:a="http://schemas.openxmlformats.org/drawingml/2006/main">
            <a:r>
              <a:t>            "map": "map_2",</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"match_82",</a:t>
            </a:r>
          </a:p>
          <a:p xmlns:a="http://schemas.openxmlformats.org/drawingml/2006/main">
            <a:r>
              <a:t>            "delta": 0.0,</a:t>
            </a:r>
          </a:p>
          <a:p xmlns:a="http://schemas.openxmlformats.org/drawingml/2006/main">
            <a:r>
              <a:t>            "map": "map_2",</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"match_83",</a:t>
            </a:r>
          </a:p>
          <a:p xmlns:a="http://schemas.openxmlformats.org/drawingml/2006/main">
            <a:r>
              <a:t>            "delta": 0.0,</a:t>
            </a:r>
          </a:p>
          <a:p xmlns:a="http://schemas.openxmlformats.org/drawingml/2006/main">
            <a:r>
              <a:t>            "map": "map_2",</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"match_84",</a:t>
            </a:r>
          </a:p>
          <a:p xmlns:a="http://schemas.openxmlformats.org/drawingml/2006/main">
            <a:r>
              <a:t>            "delta": 0.0,</a:t>
            </a:r>
          </a:p>
          <a:p xmlns:a="http://schemas.openxmlformats.org/drawingml/2006/main">
            <a:r>
              <a:t>            "map": "map_3",</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"match_85",</a:t>
            </a:r>
          </a:p>
          <a:p xmlns:a="http://schemas.openxmlformats.org/drawingml/2006/main">
            <a:r>
              <a:t>            "delta": 0.0,</a:t>
            </a:r>
          </a:p>
          <a:p xmlns:a="http://schemas.openxmlformats.org/drawingml/2006/main">
            <a:r>
              <a:t>            "map": "map_3",</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"match_86",</a:t>
            </a:r>
          </a:p>
          <a:p xmlns:a="http://schemas.openxmlformats.org/drawingml/2006/main">
            <a:r>
              <a:t>            "delta": 0.0,</a:t>
            </a:r>
          </a:p>
          <a:p xmlns:a="http://schemas.openxmlformats.org/drawingml/2006/main">
            <a:r>
              <a:t>            "map": "map_3",</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"match_87",</a:t>
            </a:r>
          </a:p>
          <a:p xmlns:a="http://schemas.openxmlformats.org/drawingml/2006/main">
            <a:r>
              <a:t>            "delta": 0.0,</a:t>
            </a:r>
          </a:p>
          <a:p xmlns:a="http://schemas.openxmlformats.org/drawingml/2006/main">
            <a:r>
              <a:t>            "map": "map_3",</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"match_88",</a:t>
            </a:r>
          </a:p>
          <a:p xmlns:a="http://schemas.openxmlformats.org/drawingml/2006/main">
            <a:r>
              <a:t>            "delta": 0.0,</a:t>
            </a:r>
          </a:p>
          <a:p xmlns:a="http://schemas.openxmlformats.org/drawingml/2006/main">
            <a:r>
              <a:t>            "map": "map_3",</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"match_89",</a:t>
            </a:r>
          </a:p>
          <a:p xmlns:a="http://schemas.openxmlformats.org/drawingml/2006/main">
            <a:r>
              <a:t>            "delta": 0.0,</a:t>
            </a:r>
          </a:p>
          <a:p xmlns:a="http://schemas.openxmlformats.org/drawingml/2006/main">
            <a:r>
              <a:t>            "map": "map_3",</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"match_90",</a:t>
            </a:r>
          </a:p>
          <a:p xmlns:a="http://schemas.openxmlformats.org/drawingml/2006/main">
            <a:r>
              <a:t>            "delta": 0.0,</a:t>
            </a:r>
          </a:p>
          <a:p xmlns:a="http://schemas.openxmlformats.org/drawingml/2006/main">
            <a:r>
              <a:t>            "map": "map_1",</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"match_94",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"match_91",</a:t>
            </a:r>
          </a:p>
          <a:p xmlns:a="http://schemas.openxmlformats.org/drawingml/2006/main">
            <a:r>
              <a:t>            "delta": 0.0,</a:t>
            </a:r>
          </a:p>
          <a:p xmlns:a="http://schemas.openxmlformats.org/drawingml/2006/main">
            <a:r>
              <a:t>            "map": "map_1",</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"match_95",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"match_92",</a:t>
            </a:r>
          </a:p>
          <a:p xmlns:a="http://schemas.openxmlformats.org/drawingml/2006/main">
            <a:r>
              <a:t>            "delta": 0.0,</a:t>
            </a:r>
          </a:p>
          <a:p xmlns:a="http://schemas.openxmlformats.org/drawingml/2006/main">
            <a:r>
              <a:t>            "map": "map_1",</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"match_94",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"match_93",</a:t>
            </a:r>
          </a:p>
          <a:p xmlns:a="http://schemas.openxmlformats.org/drawingml/2006/main">
            <a:r>
              <a:t>            "delta": 0.0,</a:t>
            </a:r>
          </a:p>
          <a:p xmlns:a="http://schemas.openxmlformats.org/drawingml/2006/main">
            <a:r>
              <a:t>            "map": "map_1",</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"match_95",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"match_94",</a:t>
            </a:r>
          </a:p>
          <a:p xmlns:a="http://schemas.openxmlformats.org/drawingml/2006/main">
            <a:r>
              <a:t>            "delta": 0.0,</a:t>
            </a:r>
          </a:p>
          <a:p xmlns:a="http://schemas.openxmlformats.org/drawingml/2006/main">
            <a:r>
              <a:t>            "map": "map_1",</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"match_94",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"match_95",</a:t>
            </a:r>
          </a:p>
          <a:p xmlns:a="http://schemas.openxmlformats.org/drawingml/2006/main">
            <a:r>
              <a:t>            "delta": 0.0,</a:t>
            </a:r>
          </a:p>
          <a:p xmlns:a="http://schemas.openxmlformats.org/drawingml/2006/main">
            <a:r>
              <a:t>            "map": "map_1",</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"match_95",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"match_96",</a:t>
            </a:r>
          </a:p>
          <a:p xmlns:a="http://schemas.openxmlformats.org/drawingml/2006/main">
            <a:r>
              <a:t>            "delta": 0.0,</a:t>
            </a:r>
          </a:p>
          <a:p xmlns:a="http://schemas.openxmlformats.org/drawingml/2006/main">
            <a:r>
              <a:t>            "map": "map_2",</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"match_97",</a:t>
            </a:r>
          </a:p>
          <a:p xmlns:a="http://schemas.openxmlformats.org/drawingml/2006/main">
            <a:r>
              <a:t>            "delta": 0.0,</a:t>
            </a:r>
          </a:p>
          <a:p xmlns:a="http://schemas.openxmlformats.org/drawingml/2006/main">
            <a:r>
              <a:t>            "map": "map_2",</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"match_98",</a:t>
            </a:r>
          </a:p>
          <a:p xmlns:a="http://schemas.openxmlformats.org/drawingml/2006/main">
            <a:r>
              <a:t>            "delta": 0.0,</a:t>
            </a:r>
          </a:p>
          <a:p xmlns:a="http://schemas.openxmlformats.org/drawingml/2006/main">
            <a:r>
              <a:t>            "map": "map_2",</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"match_99",</a:t>
            </a:r>
          </a:p>
          <a:p xmlns:a="http://schemas.openxmlformats.org/drawingml/2006/main">
            <a:r>
              <a:t>            "delta": 0.0,</a:t>
            </a:r>
          </a:p>
          <a:p xmlns:a="http://schemas.openxmlformats.org/drawingml/2006/main">
            <a:r>
              <a:t>            "map": "map_2",</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"match_100",</a:t>
            </a:r>
          </a:p>
          <a:p xmlns:a="http://schemas.openxmlformats.org/drawingml/2006/main">
            <a:r>
              <a:t>            "delta": 0.0,</a:t>
            </a:r>
          </a:p>
          <a:p xmlns:a="http://schemas.openxmlformats.org/drawingml/2006/main">
            <a:r>
              <a:t>            "map": "map_2",</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"match_101",</a:t>
            </a:r>
          </a:p>
          <a:p xmlns:a="http://schemas.openxmlformats.org/drawingml/2006/main">
            <a:r>
              <a:t>            "delta": 0.0,</a:t>
            </a:r>
          </a:p>
          <a:p xmlns:a="http://schemas.openxmlformats.org/drawingml/2006/main">
            <a:r>
              <a:t>            "map": "map_2",</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"match_102",</a:t>
            </a:r>
          </a:p>
          <a:p xmlns:a="http://schemas.openxmlformats.org/drawingml/2006/main">
            <a:r>
              <a:t>            "delta": 0.0,</a:t>
            </a:r>
          </a:p>
          <a:p xmlns:a="http://schemas.openxmlformats.org/drawingml/2006/main">
            <a:r>
              <a:t>            "map": "map_3",</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"match_103",</a:t>
            </a:r>
          </a:p>
          <a:p xmlns:a="http://schemas.openxmlformats.org/drawingml/2006/main">
            <a:r>
              <a:t>            "delta": 0.0,</a:t>
            </a:r>
          </a:p>
          <a:p xmlns:a="http://schemas.openxmlformats.org/drawingml/2006/main">
            <a:r>
              <a:t>            "map": "map_3",</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"match_104",</a:t>
            </a:r>
          </a:p>
          <a:p xmlns:a="http://schemas.openxmlformats.org/drawingml/2006/main">
            <a:r>
              <a:t>            "delta": 0.0,</a:t>
            </a:r>
          </a:p>
          <a:p xmlns:a="http://schemas.openxmlformats.org/drawingml/2006/main">
            <a:r>
              <a:t>            "map": "map_3",</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"match_105",</a:t>
            </a:r>
          </a:p>
          <a:p xmlns:a="http://schemas.openxmlformats.org/drawingml/2006/main">
            <a:r>
              <a:t>            "delta": 0.0,</a:t>
            </a:r>
          </a:p>
          <a:p xmlns:a="http://schemas.openxmlformats.org/drawingml/2006/main">
            <a:r>
              <a:t>            "map": "map_3",</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"match_106",</a:t>
            </a:r>
          </a:p>
          <a:p xmlns:a="http://schemas.openxmlformats.org/drawingml/2006/main">
            <a:r>
              <a:t>            "delta": 0.0,</a:t>
            </a:r>
          </a:p>
          <a:p xmlns:a="http://schemas.openxmlformats.org/drawingml/2006/main">
            <a:r>
              <a:t>            "map": "map_3",</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"match_107",</a:t>
            </a:r>
          </a:p>
          <a:p xmlns:a="http://schemas.openxmlformats.org/drawingml/2006/main">
            <a:r>
              <a:t>            "delta": 0.0,</a:t>
            </a:r>
          </a:p>
          <a:p xmlns:a="http://schemas.openxmlformats.org/drawingml/2006/main">
            <a:r>
              <a:t>            "map": "map_3",</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"match_108",</a:t>
            </a:r>
          </a:p>
          <a:p xmlns:a="http://schemas.openxmlformats.org/drawingml/2006/main">
            <a:r>
              <a:t>            "delta": 0.0,</a:t>
            </a:r>
          </a:p>
          <a:p xmlns:a="http://schemas.openxmlformats.org/drawingml/2006/main">
            <a:r>
              <a:t>            "map": "map_1",</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"match_109",</a:t>
            </a:r>
          </a:p>
          <a:p xmlns:a="http://schemas.openxmlformats.org/drawingml/2006/main">
            <a:r>
              <a:t>            "delta": 0.0,</a:t>
            </a:r>
          </a:p>
          <a:p xmlns:a="http://schemas.openxmlformats.org/drawingml/2006/main">
            <a:r>
              <a:t>            "map": "map_1",</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"match_110",</a:t>
            </a:r>
          </a:p>
          <a:p xmlns:a="http://schemas.openxmlformats.org/drawingml/2006/main">
            <a:r>
              <a:t>            "delta": 0.0,</a:t>
            </a:r>
          </a:p>
          <a:p xmlns:a="http://schemas.openxmlformats.org/drawingml/2006/main">
            <a:r>
              <a:t>            "map": "map_1",</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"match_111",</a:t>
            </a:r>
          </a:p>
          <a:p xmlns:a="http://schemas.openxmlformats.org/drawingml/2006/main">
            <a:r>
              <a:t>            "delta": 0.0,</a:t>
            </a:r>
          </a:p>
          <a:p xmlns:a="http://schemas.openxmlformats.org/drawingml/2006/main">
            <a:r>
              <a:t>            "map": "map_1",</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"match_112",</a:t>
            </a:r>
          </a:p>
          <a:p xmlns:a="http://schemas.openxmlformats.org/drawingml/2006/main">
            <a:r>
              <a:t>            "delta": 0.0,</a:t>
            </a:r>
          </a:p>
          <a:p xmlns:a="http://schemas.openxmlformats.org/drawingml/2006/main">
            <a:r>
              <a:t>            "map": "map_1",</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"match_113",</a:t>
            </a:r>
          </a:p>
          <a:p xmlns:a="http://schemas.openxmlformats.org/drawingml/2006/main">
            <a:r>
              <a:t>            "delta": 0.0,</a:t>
            </a:r>
          </a:p>
          <a:p xmlns:a="http://schemas.openxmlformats.org/drawingml/2006/main">
            <a:r>
              <a:t>            "map": "map_1",</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"match_114",</a:t>
            </a:r>
          </a:p>
          <a:p xmlns:a="http://schemas.openxmlformats.org/drawingml/2006/main">
            <a:r>
              <a:t>            "delta": 0.0,</a:t>
            </a:r>
          </a:p>
          <a:p xmlns:a="http://schemas.openxmlformats.org/drawingml/2006/main">
            <a:r>
              <a:t>            "map": "map_2",</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"match_115",</a:t>
            </a:r>
          </a:p>
          <a:p xmlns:a="http://schemas.openxmlformats.org/drawingml/2006/main">
            <a:r>
              <a:t>            "delta": 0.0,</a:t>
            </a:r>
          </a:p>
          <a:p xmlns:a="http://schemas.openxmlformats.org/drawingml/2006/main">
            <a:r>
              <a:t>            "map": "map_2",</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"match_116",</a:t>
            </a:r>
          </a:p>
          <a:p xmlns:a="http://schemas.openxmlformats.org/drawingml/2006/main">
            <a:r>
              <a:t>            "delta": 0.0,</a:t>
            </a:r>
          </a:p>
          <a:p xmlns:a="http://schemas.openxmlformats.org/drawingml/2006/main">
            <a:r>
              <a:t>            "map": "map_2",</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"match_117",</a:t>
            </a:r>
          </a:p>
          <a:p xmlns:a="http://schemas.openxmlformats.org/drawingml/2006/main">
            <a:r>
              <a:t>            "delta": 0.0,</a:t>
            </a:r>
          </a:p>
          <a:p xmlns:a="http://schemas.openxmlformats.org/drawingml/2006/main">
            <a:r>
              <a:t>            "map": "map_2",</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"match_118",</a:t>
            </a:r>
          </a:p>
          <a:p xmlns:a="http://schemas.openxmlformats.org/drawingml/2006/main">
            <a:r>
              <a:t>            "delta": 0.0,</a:t>
            </a:r>
          </a:p>
          <a:p xmlns:a="http://schemas.openxmlformats.org/drawingml/2006/main">
            <a:r>
              <a:t>            "map": "map_2",</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"match_119",</a:t>
            </a:r>
          </a:p>
          <a:p xmlns:a="http://schemas.openxmlformats.org/drawingml/2006/main">
            <a:r>
              <a:t>            "delta": 0.0,</a:t>
            </a:r>
          </a:p>
          <a:p xmlns:a="http://schemas.openxmlformats.org/drawingml/2006/main">
            <a:r>
              <a:t>            "map": "map_2",</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"match_120",</a:t>
            </a:r>
          </a:p>
          <a:p xmlns:a="http://schemas.openxmlformats.org/drawingml/2006/main">
            <a:r>
              <a:t>            "delta": 0.0,</a:t>
            </a:r>
          </a:p>
          <a:p xmlns:a="http://schemas.openxmlformats.org/drawingml/2006/main">
            <a:r>
              <a:t>            "map": "map_3",</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"match_124",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"match_121",</a:t>
            </a:r>
          </a:p>
          <a:p xmlns:a="http://schemas.openxmlformats.org/drawingml/2006/main">
            <a:r>
              <a:t>            "delta": 0.0,</a:t>
            </a:r>
          </a:p>
          <a:p xmlns:a="http://schemas.openxmlformats.org/drawingml/2006/main">
            <a:r>
              <a:t>            "map": "map_3",</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"match_125",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"match_122",</a:t>
            </a:r>
          </a:p>
          <a:p xmlns:a="http://schemas.openxmlformats.org/drawingml/2006/main">
            <a:r>
              <a:t>            "delta": 0.0,</a:t>
            </a:r>
          </a:p>
          <a:p xmlns:a="http://schemas.openxmlformats.org/drawingml/2006/main">
            <a:r>
              <a:t>            "map": "map_3",</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"match_124",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"match_123",</a:t>
            </a:r>
          </a:p>
          <a:p xmlns:a="http://schemas.openxmlformats.org/drawingml/2006/main">
            <a:r>
              <a:t>            "delta": 0.0,</a:t>
            </a:r>
          </a:p>
          <a:p xmlns:a="http://schemas.openxmlformats.org/drawingml/2006/main">
            <a:r>
              <a:t>            "map": "map_3",</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"match_125",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"match_124",</a:t>
            </a:r>
          </a:p>
          <a:p xmlns:a="http://schemas.openxmlformats.org/drawingml/2006/main">
            <a:r>
              <a:t>            "delta": 0.0,</a:t>
            </a:r>
          </a:p>
          <a:p xmlns:a="http://schemas.openxmlformats.org/drawingml/2006/main">
            <a:r>
              <a:t>            "map": "map_3",</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"match_124",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"match_125",</a:t>
            </a:r>
          </a:p>
          <a:p xmlns:a="http://schemas.openxmlformats.org/drawingml/2006/main">
            <a:r>
              <a:t>            "delta": 0.0,</a:t>
            </a:r>
          </a:p>
          <a:p xmlns:a="http://schemas.openxmlformats.org/drawingml/2006/main">
            <a:r>
              <a:t>            "map": "map_3",</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"match_125",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"match_126",</a:t>
            </a:r>
          </a:p>
          <a:p xmlns:a="http://schemas.openxmlformats.org/drawingml/2006/main">
            <a:r>
              <a:t>            "delta": 0.0,</a:t>
            </a:r>
          </a:p>
          <a:p xmlns:a="http://schemas.openxmlformats.org/drawingml/2006/main">
            <a:r>
              <a:t>            "map": "map_1",</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"match_127",</a:t>
            </a:r>
          </a:p>
          <a:p xmlns:a="http://schemas.openxmlformats.org/drawingml/2006/main">
            <a:r>
              <a:t>            "delta": 0.0,</a:t>
            </a:r>
          </a:p>
          <a:p xmlns:a="http://schemas.openxmlformats.org/drawingml/2006/main">
            <a:r>
              <a:t>            "map": "map_1",</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"match_128",</a:t>
            </a:r>
          </a:p>
          <a:p xmlns:a="http://schemas.openxmlformats.org/drawingml/2006/main">
            <a:r>
              <a:t>            "delta": 0.0,</a:t>
            </a:r>
          </a:p>
          <a:p xmlns:a="http://schemas.openxmlformats.org/drawingml/2006/main">
            <a:r>
              <a:t>            "map": "map_1",</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"match_129",</a:t>
            </a:r>
          </a:p>
          <a:p xmlns:a="http://schemas.openxmlformats.org/drawingml/2006/main">
            <a:r>
              <a:t>            "delta": 0.0,</a:t>
            </a:r>
          </a:p>
          <a:p xmlns:a="http://schemas.openxmlformats.org/drawingml/2006/main">
            <a:r>
              <a:t>            "map": "map_1",</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"match_130",</a:t>
            </a:r>
          </a:p>
          <a:p xmlns:a="http://schemas.openxmlformats.org/drawingml/2006/main">
            <a:r>
              <a:t>            "delta": 0.0,</a:t>
            </a:r>
          </a:p>
          <a:p xmlns:a="http://schemas.openxmlformats.org/drawingml/2006/main">
            <a:r>
              <a:t>            "map": "map_1",</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"match_131",</a:t>
            </a:r>
          </a:p>
          <a:p xmlns:a="http://schemas.openxmlformats.org/drawingml/2006/main">
            <a:r>
              <a:t>            "delta": 0.0,</a:t>
            </a:r>
          </a:p>
          <a:p xmlns:a="http://schemas.openxmlformats.org/drawingml/2006/main">
            <a:r>
              <a:t>            "map": "map_1",</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"match_132",</a:t>
            </a:r>
          </a:p>
          <a:p xmlns:a="http://schemas.openxmlformats.org/drawingml/2006/main">
            <a:r>
              <a:t>            "delta": 0.000933,</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"match_136",</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"match_133",</a:t>
            </a:r>
          </a:p>
          <a:p xmlns:a="http://schemas.openxmlformats.org/drawingml/2006/main">
            <a:r>
              <a:t>            "delta": 0.374676,</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"match_137",</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"match_134",</a:t>
            </a:r>
          </a:p>
          <a:p xmlns:a="http://schemas.openxmlformats.org/drawingml/2006/main">
            <a:r>
              <a:t>            "delta": 0.841776,</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"match_136",</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"match_135",</a:t>
            </a:r>
          </a:p>
          <a:p xmlns:a="http://schemas.openxmlformats.org/drawingml/2006/main">
            <a:r>
              <a:t>            "delta": 0.371047,</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"match_137",</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"match_136",</a:t>
            </a:r>
          </a:p>
          <a:p xmlns:a="http://schemas.openxmlformats.org/drawingml/2006/main">
            <a:r>
              <a:t>            "delta": 0.0,</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"match_137",</a:t>
            </a:r>
          </a:p>
          <a:p xmlns:a="http://schemas.openxmlformats.org/drawingml/2006/main">
            <a:r>
              <a:t>            "delta": 0.0,</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"match_138",</a:t>
            </a:r>
          </a:p>
          <a:p xmlns:a="http://schemas.openxmlformats.org/drawingml/2006/main">
            <a:r>
              <a:t>            "delta": 0.0,</a:t>
            </a:r>
          </a:p>
          <a:p xmlns:a="http://schemas.openxmlformats.org/drawingml/2006/main">
            <a:r>
              <a:t>            "map": "map_3",</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"match_142",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"match_139",</a:t>
            </a:r>
          </a:p>
          <a:p xmlns:a="http://schemas.openxmlformats.org/drawingml/2006/main">
            <a:r>
              <a:t>            "delta": 0.0,</a:t>
            </a:r>
          </a:p>
          <a:p xmlns:a="http://schemas.openxmlformats.org/drawingml/2006/main">
            <a:r>
              <a:t>            "map": "map_3",</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"match_143",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"match_140",</a:t>
            </a:r>
          </a:p>
          <a:p xmlns:a="http://schemas.openxmlformats.org/drawingml/2006/main">
            <a:r>
              <a:t>            "delta": 0.0,</a:t>
            </a:r>
          </a:p>
          <a:p xmlns:a="http://schemas.openxmlformats.org/drawingml/2006/main">
            <a:r>
              <a:t>            "map": "map_3",</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"match_142",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"match_141",</a:t>
            </a:r>
          </a:p>
          <a:p xmlns:a="http://schemas.openxmlformats.org/drawingml/2006/main">
            <a:r>
              <a:t>            "delta": 0.0,</a:t>
            </a:r>
          </a:p>
          <a:p xmlns:a="http://schemas.openxmlformats.org/drawingml/2006/main">
            <a:r>
              <a:t>            "map": "map_3",</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"match_143",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"match_142",</a:t>
            </a:r>
          </a:p>
          <a:p xmlns:a="http://schemas.openxmlformats.org/drawingml/2006/main">
            <a:r>
              <a:t>            "delta": 0.0,</a:t>
            </a:r>
          </a:p>
          <a:p xmlns:a="http://schemas.openxmlformats.org/drawingml/2006/main">
            <a:r>
              <a:t>            "map": "map_3",</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"match_142",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"match_143",</a:t>
            </a:r>
          </a:p>
          <a:p xmlns:a="http://schemas.openxmlformats.org/drawingml/2006/main">
            <a:r>
              <a:t>            "delta": 0.0,</a:t>
            </a:r>
          </a:p>
          <a:p xmlns:a="http://schemas.openxmlformats.org/drawingml/2006/main">
            <a:r>
              <a:t>            "map": "map_3",</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"match_143",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"match_144",</a:t>
            </a:r>
          </a:p>
          <a:p xmlns:a="http://schemas.openxmlformats.org/drawingml/2006/main">
            <a:r>
              <a:t>            "delta": 0.0,</a:t>
            </a:r>
          </a:p>
          <a:p xmlns:a="http://schemas.openxmlformats.org/drawingml/2006/main">
            <a:r>
              <a:t>            "map": "map_1",</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"match_148",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"match_145",</a:t>
            </a:r>
          </a:p>
          <a:p xmlns:a="http://schemas.openxmlformats.org/drawingml/2006/main">
            <a:r>
              <a:t>            "delta": 0.0,</a:t>
            </a:r>
          </a:p>
          <a:p xmlns:a="http://schemas.openxmlformats.org/drawingml/2006/main">
            <a:r>
              <a:t>            "map": "map_1",</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"match_149",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"match_146",</a:t>
            </a:r>
          </a:p>
          <a:p xmlns:a="http://schemas.openxmlformats.org/drawingml/2006/main">
            <a:r>
              <a:t>            "delta": 0.0,</a:t>
            </a:r>
          </a:p>
          <a:p xmlns:a="http://schemas.openxmlformats.org/drawingml/2006/main">
            <a:r>
              <a:t>            "map": "map_1",</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"match_148",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"match_147",</a:t>
            </a:r>
          </a:p>
          <a:p xmlns:a="http://schemas.openxmlformats.org/drawingml/2006/main">
            <a:r>
              <a:t>            "delta": 0.0,</a:t>
            </a:r>
          </a:p>
          <a:p xmlns:a="http://schemas.openxmlformats.org/drawingml/2006/main">
            <a:r>
              <a:t>            "map": "map_1",</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"match_149",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"match_148",</a:t>
            </a:r>
          </a:p>
          <a:p xmlns:a="http://schemas.openxmlformats.org/drawingml/2006/main">
            <a:r>
              <a:t>            "delta": 0.0,</a:t>
            </a:r>
          </a:p>
          <a:p xmlns:a="http://schemas.openxmlformats.org/drawingml/2006/main">
            <a:r>
              <a:t>            "map": "map_1",</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"match_148",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"match_149",</a:t>
            </a:r>
          </a:p>
          <a:p xmlns:a="http://schemas.openxmlformats.org/drawingml/2006/main">
            <a:r>
              <a:t>            "delta": 0.0,</a:t>
            </a:r>
          </a:p>
          <a:p xmlns:a="http://schemas.openxmlformats.org/drawingml/2006/main">
            <a:r>
              <a:t>            "map": "map_1",</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"match_149",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"match_150",</a:t>
            </a:r>
          </a:p>
          <a:p xmlns:a="http://schemas.openxmlformats.org/drawingml/2006/main">
            <a:r>
              <a:t>            "delta": 0.0,</a:t>
            </a:r>
          </a:p>
          <a:p xmlns:a="http://schemas.openxmlformats.org/drawingml/2006/main">
            <a:r>
              <a:t>            "map": "map_2",</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"match_154",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"match_151",</a:t>
            </a:r>
          </a:p>
          <a:p xmlns:a="http://schemas.openxmlformats.org/drawingml/2006/main">
            <a:r>
              <a:t>            "delta": 0.0,</a:t>
            </a:r>
          </a:p>
          <a:p xmlns:a="http://schemas.openxmlformats.org/drawingml/2006/main">
            <a:r>
              <a:t>            "map": "map_2",</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"match_155",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"match_152",</a:t>
            </a:r>
          </a:p>
          <a:p xmlns:a="http://schemas.openxmlformats.org/drawingml/2006/main">
            <a:r>
              <a:t>            "delta": 0.0,</a:t>
            </a:r>
          </a:p>
          <a:p xmlns:a="http://schemas.openxmlformats.org/drawingml/2006/main">
            <a:r>
              <a:t>            "map": "map_2",</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"match_154",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"match_153",</a:t>
            </a:r>
          </a:p>
          <a:p xmlns:a="http://schemas.openxmlformats.org/drawingml/2006/main">
            <a:r>
              <a:t>            "delta": 0.0,</a:t>
            </a:r>
          </a:p>
          <a:p xmlns:a="http://schemas.openxmlformats.org/drawingml/2006/main">
            <a:r>
              <a:t>            "map": "map_2",</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"match_155",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"match_154",</a:t>
            </a:r>
          </a:p>
          <a:p xmlns:a="http://schemas.openxmlformats.org/drawingml/2006/main">
            <a:r>
              <a:t>            "delta": 0.0,</a:t>
            </a:r>
          </a:p>
          <a:p xmlns:a="http://schemas.openxmlformats.org/drawingml/2006/main">
            <a:r>
              <a:t>            "map": "map_2",</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"match_154",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"match_155",</a:t>
            </a:r>
          </a:p>
          <a:p xmlns:a="http://schemas.openxmlformats.org/drawingml/2006/main">
            <a:r>
              <a:t>            "delta": 0.0,</a:t>
            </a:r>
          </a:p>
          <a:p xmlns:a="http://schemas.openxmlformats.org/drawingml/2006/main">
            <a:r>
              <a:t>            "map": "map_2",</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"match_155",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"match_156",</a:t>
            </a:r>
          </a:p>
          <a:p xmlns:a="http://schemas.openxmlformats.org/drawingml/2006/main">
            <a:r>
              <a:t>            "delta": 0.0,</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"match_157",</a:t>
            </a:r>
          </a:p>
          <a:p xmlns:a="http://schemas.openxmlformats.org/drawingml/2006/main">
            <a:r>
              <a:t>            "delta": -0.082724,</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"match_161",</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"match_158",</a:t>
            </a:r>
          </a:p>
          <a:p xmlns:a="http://schemas.openxmlformats.org/drawingml/2006/main">
            <a:r>
              <a:t>            "delta": 0.0,</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"match_159",</a:t>
            </a:r>
          </a:p>
          <a:p xmlns:a="http://schemas.openxmlformats.org/drawingml/2006/main">
            <a:r>
              <a:t>            "delta": -0.082724,</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"match_161",</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"match_160",</a:t>
            </a:r>
          </a:p>
          <a:p xmlns:a="http://schemas.openxmlformats.org/drawingml/2006/main">
            <a:r>
              <a:t>            "delta": 0.0,</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"match_161",</a:t>
            </a:r>
          </a:p>
          <a:p xmlns:a="http://schemas.openxmlformats.org/drawingml/2006/main">
            <a:r>
              <a:t>            "delta": 0.0,</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"match_162",</a:t>
            </a:r>
          </a:p>
          <a:p xmlns:a="http://schemas.openxmlformats.org/drawingml/2006/main">
            <a:r>
              <a:t>            "delta": 0.0,</a:t>
            </a:r>
          </a:p>
          <a:p xmlns:a="http://schemas.openxmlformats.org/drawingml/2006/main">
            <a:r>
              <a:t>            "map": "map_1",</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"match_166",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"match_163",</a:t>
            </a:r>
          </a:p>
          <a:p xmlns:a="http://schemas.openxmlformats.org/drawingml/2006/main">
            <a:r>
              <a:t>            "delta": 0.0,</a:t>
            </a:r>
          </a:p>
          <a:p xmlns:a="http://schemas.openxmlformats.org/drawingml/2006/main">
            <a:r>
              <a:t>            "map": "map_1",</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"match_167",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"match_164",</a:t>
            </a:r>
          </a:p>
          <a:p xmlns:a="http://schemas.openxmlformats.org/drawingml/2006/main">
            <a:r>
              <a:t>            "delta": 0.0,</a:t>
            </a:r>
          </a:p>
          <a:p xmlns:a="http://schemas.openxmlformats.org/drawingml/2006/main">
            <a:r>
              <a:t>            "map": "map_1",</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"match_166",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"match_165",</a:t>
            </a:r>
          </a:p>
          <a:p xmlns:a="http://schemas.openxmlformats.org/drawingml/2006/main">
            <a:r>
              <a:t>            "delta": 0.0,</a:t>
            </a:r>
          </a:p>
          <a:p xmlns:a="http://schemas.openxmlformats.org/drawingml/2006/main">
            <a:r>
              <a:t>            "map": "map_1",</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"match_167",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"match_166",</a:t>
            </a:r>
          </a:p>
          <a:p xmlns:a="http://schemas.openxmlformats.org/drawingml/2006/main">
            <a:r>
              <a:t>            "delta": 0.0,</a:t>
            </a:r>
          </a:p>
          <a:p xmlns:a="http://schemas.openxmlformats.org/drawingml/2006/main">
            <a:r>
              <a:t>            "map": "map_1",</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"match_166",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"match_167",</a:t>
            </a:r>
          </a:p>
          <a:p xmlns:a="http://schemas.openxmlformats.org/drawingml/2006/main">
            <a:r>
              <a:t>            "delta": 0.0,</a:t>
            </a:r>
          </a:p>
          <a:p xmlns:a="http://schemas.openxmlformats.org/drawingml/2006/main">
            <a:r>
              <a:t>            "map": "map_1",</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"match_167",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"match_168",</a:t>
            </a:r>
          </a:p>
          <a:p xmlns:a="http://schemas.openxmlformats.org/drawingml/2006/main">
            <a:r>
              <a:t>            "delta": 0.0,</a:t>
            </a:r>
          </a:p>
          <a:p xmlns:a="http://schemas.openxmlformats.org/drawingml/2006/main">
            <a:r>
              <a:t>            "map": "map_2",</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"match_169",</a:t>
            </a:r>
          </a:p>
          <a:p xmlns:a="http://schemas.openxmlformats.org/drawingml/2006/main">
            <a:r>
              <a:t>            "delta": 0.0,</a:t>
            </a:r>
          </a:p>
          <a:p xmlns:a="http://schemas.openxmlformats.org/drawingml/2006/main">
            <a:r>
              <a:t>            "map": "map_2",</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"match_170",</a:t>
            </a:r>
          </a:p>
          <a:p xmlns:a="http://schemas.openxmlformats.org/drawingml/2006/main">
            <a:r>
              <a:t>            "delta": 0.0,</a:t>
            </a:r>
          </a:p>
          <a:p xmlns:a="http://schemas.openxmlformats.org/drawingml/2006/main">
            <a:r>
              <a:t>            "map": "map_2",</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"match_171",</a:t>
            </a:r>
          </a:p>
          <a:p xmlns:a="http://schemas.openxmlformats.org/drawingml/2006/main">
            <a:r>
              <a:t>            "delta": 0.0,</a:t>
            </a:r>
          </a:p>
          <a:p xmlns:a="http://schemas.openxmlformats.org/drawingml/2006/main">
            <a:r>
              <a:t>            "map": "map_2",</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"match_172",</a:t>
            </a:r>
          </a:p>
          <a:p xmlns:a="http://schemas.openxmlformats.org/drawingml/2006/main">
            <a:r>
              <a:t>            "delta": 0.0,</a:t>
            </a:r>
          </a:p>
          <a:p xmlns:a="http://schemas.openxmlformats.org/drawingml/2006/main">
            <a:r>
              <a:t>            "map": "map_2",</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"match_173",</a:t>
            </a:r>
          </a:p>
          <a:p xmlns:a="http://schemas.openxmlformats.org/drawingml/2006/main">
            <a:r>
              <a:t>            "delta": 0.0,</a:t>
            </a:r>
          </a:p>
          <a:p xmlns:a="http://schemas.openxmlformats.org/drawingml/2006/main">
            <a:r>
              <a:t>            "map": "map_2",</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"match_174",</a:t>
            </a:r>
          </a:p>
          <a:p xmlns:a="http://schemas.openxmlformats.org/drawingml/2006/main">
            <a:r>
              <a:t>            "delta": 0.0,</a:t>
            </a:r>
          </a:p>
          <a:p xmlns:a="http://schemas.openxmlformats.org/drawingml/2006/main">
            <a:r>
              <a:t>            "map": "map_3",</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"match_175",</a:t>
            </a:r>
          </a:p>
          <a:p xmlns:a="http://schemas.openxmlformats.org/drawingml/2006/main">
            <a:r>
              <a:t>            "delta": 0.0,</a:t>
            </a:r>
          </a:p>
          <a:p xmlns:a="http://schemas.openxmlformats.org/drawingml/2006/main">
            <a:r>
              <a:t>            "map": "map_3",</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"match_176",</a:t>
            </a:r>
          </a:p>
          <a:p xmlns:a="http://schemas.openxmlformats.org/drawingml/2006/main">
            <a:r>
              <a:t>            "delta": 0.0,</a:t>
            </a:r>
          </a:p>
          <a:p xmlns:a="http://schemas.openxmlformats.org/drawingml/2006/main">
            <a:r>
              <a:t>            "map": "map_3",</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"match_177",</a:t>
            </a:r>
          </a:p>
          <a:p xmlns:a="http://schemas.openxmlformats.org/drawingml/2006/main">
            <a:r>
              <a:t>            "delta": 0.0,</a:t>
            </a:r>
          </a:p>
          <a:p xmlns:a="http://schemas.openxmlformats.org/drawingml/2006/main">
            <a:r>
              <a:t>            "map": "map_3",</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"match_178",</a:t>
            </a:r>
          </a:p>
          <a:p xmlns:a="http://schemas.openxmlformats.org/drawingml/2006/main">
            <a:r>
              <a:t>            "delta": 0.0,</a:t>
            </a:r>
          </a:p>
          <a:p xmlns:a="http://schemas.openxmlformats.org/drawingml/2006/main">
            <a:r>
              <a:t>            "map": "map_3",</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"match_179",</a:t>
            </a:r>
          </a:p>
          <a:p xmlns:a="http://schemas.openxmlformats.org/drawingml/2006/main">
            <a:r>
              <a:t>            "delta": 0.0,</a:t>
            </a:r>
          </a:p>
          <a:p xmlns:a="http://schemas.openxmlformats.org/drawingml/2006/main">
            <a:r>
              <a:t>            "map": "map_3",</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"regressed":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"match_21",</a:t>
            </a:r>
          </a:p>
          <a:p xmlns:a="http://schemas.openxmlformats.org/drawingml/2006/main">
            <a:r>
              <a:t>            "delta": -2.911703,</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"match_23",</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"match_25",</a:t>
            </a:r>
          </a:p>
          <a:p xmlns:a="http://schemas.openxmlformats.org/drawingml/2006/main">
            <a:r>
              <a:t>            "delta": -1.732499,</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"match_29",</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"match_30",</a:t>
            </a:r>
          </a:p>
          <a:p xmlns:a="http://schemas.openxmlformats.org/drawingml/2006/main">
            <a:r>
              <a:t>            "delta": -1.164926,</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"match_34",</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"match_32",</a:t>
            </a:r>
          </a:p>
          <a:p xmlns:a="http://schemas.openxmlformats.org/drawingml/2006/main">
            <a:r>
              <a:t>            "delta": -0.83732,</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"match_34",</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"match_39",</a:t>
            </a:r>
          </a:p>
          <a:p xmlns:a="http://schemas.openxmlformats.org/drawingml/2006/main">
            <a:r>
              <a:t>            "delta": -0.457126,</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"match_41",</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"match_42",</a:t>
            </a:r>
          </a:p>
          <a:p xmlns:a="http://schemas.openxmlformats.org/drawingml/2006/main">
            <a:r>
              <a:t>            "delta": -1.182114,</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"match_46",</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"match_43",</a:t>
            </a:r>
          </a:p>
          <a:p xmlns:a="http://schemas.openxmlformats.org/drawingml/2006/main">
            <a:r>
              <a:t>            "delta": -0.224205,</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"match_47",</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"match_157",</a:t>
            </a:r>
          </a:p>
          <a:p xmlns:a="http://schemas.openxmlformats.org/drawingml/2006/main">
            <a:r>
              <a:t>            "delta": -0.082724,</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"match_161",</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"match_159",</a:t>
            </a:r>
          </a:p>
          <a:p xmlns:a="http://schemas.openxmlformats.org/drawingml/2006/main">
            <a:r>
              <a:t>            "delta": -0.082724,</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"match_161",</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"parent_strategy_prompt": "Use a continuous Worker-rush policy.\n\nEvery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REFLECTION RAW RESPONSE</a:t>
            </a:r>
          </a:p>
          <a:p xmlns:a="http://schemas.openxmlformats.org/drawingml/2006/main">
            <a:r>
              <a:t>```json</a:t>
            </a:r>
          </a:p>
          <a:p xmlns:a="http://schemas.openxmlformats.org/drawingml/2006/main">
            <a:r>
              <a:t>{</a:t>
            </a:r>
          </a:p>
          <a:p xmlns:a="http://schemas.openxmlformats.org/drawingml/2006/main">
            <a:r>
              <a:t>  "strategy_changes": {</a:t>
            </a:r>
          </a:p>
          <a:p xmlns:a="http://schemas.openxmlformats.org/drawingml/2006/main">
            <a:r>
              <a:t>    "preserved": [</a:t>
            </a:r>
          </a:p>
          <a:p xmlns:a="http://schemas.openxmlformats.org/drawingml/2006/main">
            <a:r>
              <a:t>      "Continuous Worker production when resources allow",</a:t>
            </a:r>
          </a:p>
          <a:p xmlns:a="http://schemas.openxmlformats.org/drawingml/2006/main">
            <a:r>
              <a:t>      "Allocation of one Worker per Base for resource collection",</a:t>
            </a:r>
          </a:p>
          <a:p xmlns:a="http://schemas.openxmlformats.org/drawingml/2006/main">
            <a:r>
              <a:t>      "Immediate enemy Base targeting for aggressive expansion",</a:t>
            </a:r>
          </a:p>
          <a:p xmlns:a="http://schemas.openxmlformats.org/drawingml/2006/main">
            <a:r>
              <a:t>      "Worker deployment toward enemy units when Base is not visible",</a:t>
            </a:r>
          </a:p>
          <a:p xmlns:a="http://schemas.openxmlformats.org/drawingml/2006/main">
            <a:r>
              <a:t>      "Prioritization of resource flow to sustain production"</a:t>
            </a:r>
          </a:p>
          <a:p xmlns:a="http://schemas.openxmlformats.org/drawingml/2006/main">
            <a:r>
              <a:t>    ],</a:t>
            </a:r>
          </a:p>
          <a:p xmlns:a="http://schemas.openxmlformats.org/drawingml/2006/main">
            <a:r>
              <a:t>    "removed_or_reduced": [</a:t>
            </a:r>
          </a:p>
          <a:p xmlns:a="http://schemas.openxmlformats.org/drawingml/2006/main">
            <a:r>
              <a:t>      "No defensive structures (Barracks) built",</a:t>
            </a:r>
          </a:p>
          <a:p xmlns:a="http://schemas.openxmlformats.org/drawingml/2006/main">
            <a:r>
              <a:t>      "No combat unit production (non-Worker units)",</a:t>
            </a:r>
          </a:p>
          <a:p xmlns:a="http://schemas.openxmlformats.org/drawingml/2006/main">
            <a:r>
              <a:t>      "Immediate Worker deployment without threat assessment",</a:t>
            </a:r>
          </a:p>
          <a:p xmlns:a="http://schemas.openxmlformats.org/drawingml/2006/main">
            <a:r>
              <a:t>      "Lack of adaptive defensive responses to enemy pressure",</a:t>
            </a:r>
          </a:p>
          <a:p xmlns:a="http://schemas.openxmlformats.org/drawingml/2006/main">
            <a:r>
              <a:t>      "No economic diversification or resilience mechanisms"</a:t>
            </a:r>
          </a:p>
          <a:p xmlns:a="http://schemas.openxmlformats.org/drawingml/2006/main">
            <a:r>
              <a:t>    ],</a:t>
            </a:r>
          </a:p>
          <a:p xmlns:a="http://schemas.openxmlformats.org/drawingml/2006/main">
            <a:r>
              <a:t>    "added_or_strengthened": [</a:t>
            </a:r>
          </a:p>
          <a:p xmlns:a="http://schemas.openxmlformats.org/drawingml/2006/main">
            <a:r>
              <a:t>      "Conditional Barracks construction when facing persistent enemy Worker threats",</a:t>
            </a:r>
          </a:p>
          <a:p xmlns:a="http://schemas.openxmlformats.org/drawingml/2006/main">
            <a:r>
              <a:t>      "Defensive Worker allocation to protect Base and resource nodes",</a:t>
            </a:r>
          </a:p>
          <a:p xmlns:a="http://schemas.openxmlformats.org/drawingml/2006/main">
            <a:r>
              <a:t>      "Adaptive threat mitigation: eliminate enemy Workers before advancing",</a:t>
            </a:r>
          </a:p>
          <a:p xmlns:a="http://schemas.openxmlformats.org/drawingml/2006/main">
            <a:r>
              <a:t>      "Resource node prioritization based on proximity to enemy threat",</a:t>
            </a:r>
          </a:p>
          <a:p xmlns:a="http://schemas.openxmlformats.org/drawingml/2006/main">
            <a:r>
              <a:t>      "Early transition to combat units (Heavies) when facing structured opponents",</a:t>
            </a:r>
          </a:p>
          <a:p xmlns:a="http://schemas.openxmlformats.org/drawingml/2006/main">
            <a:r>
              <a:t>      "Defensive consolidation via Barracks construction under pressure"</a:t>
            </a:r>
          </a:p>
          <a:p xmlns:a="http://schemas.openxmlformats.org/drawingml/2006/main">
            <a:r>
              <a:t>    ]</a:t>
            </a:r>
          </a:p>
          <a:p xmlns:a="http://schemas.openxmlformats.org/drawingml/2006/main">
            <a:r>
              <a:t>  },</a:t>
            </a:r>
          </a:p>
          <a:p xmlns:a="http://schemas.openxmlformats.org/drawingml/2006/main">
            <a:r>
              <a:t>  "strategy_signature": {</a:t>
            </a:r>
          </a:p>
          <a:p xmlns:a="http://schemas.openxmlformats.org/drawingml/2006/main">
            <a:r>
              <a:t>    "opening": "Aggressive Worker-rush with immediate Base targeting",</a:t>
            </a:r>
          </a:p>
          <a:p xmlns:a="http://schemas.openxmlformats.org/drawingml/2006/main">
            <a:r>
              <a:t>    "economy": "Continuous resource harvesting with adaptive defensive allocation",</a:t>
            </a:r>
          </a:p>
          <a:p xmlns:a="http://schemas.openxmlformats.org/drawingml/2006/main">
            <a:r>
              <a:t>    "production": "Prioritized Worker production until threat detected; conditional Barracks construction",</a:t>
            </a:r>
          </a:p>
          <a:p xmlns:a="http://schemas.openxmlformats.org/drawingml/2006/main">
            <a:r>
              <a:t>    "attack_timing": "Immediate enemy Base assault; transition to combat units under pressure",</a:t>
            </a:r>
          </a:p>
          <a:p xmlns:a="http://schemas.openxmlformats.org/drawingml/2006/main">
            <a:r>
              <a:t>    "combat_style": "Worker-based aggression with adaptive combat unit production",</a:t>
            </a:r>
          </a:p>
          <a:p xmlns:a="http://schemas.openxmlformats.org/drawingml/2006/main">
            <a:r>
              <a:t>    "expansion": "Aggressive enemy territory infiltration; defensive consolidation when threatened",</a:t>
            </a:r>
          </a:p>
          <a:p xmlns:a="http://schemas.openxmlformats.org/drawingml/2006/main">
            <a:r>
              <a:t>    "defense": "Defensive Worker allocation to protect Base; Barracks construction under pressure",</a:t>
            </a:r>
          </a:p>
          <a:p xmlns:a="http://schemas.openxmlformats.org/drawingml/2006/main">
            <a:r>
              <a:t>    "target_priority": "Enemy Base &gt; Enemy Workers &gt; Enemy resource nodes"</a:t>
            </a:r>
          </a:p>
          <a:p xmlns:a="http://schemas.openxmlformats.org/drawingml/2006/main">
            <a:r>
              <a:t>  },</a:t>
            </a:r>
          </a:p>
          <a:p xmlns:a="http://schemas.openxmlformats.org/drawingml/2006/main">
            <a:r>
              <a:t>  "parent_strategy_prompt": "Use a continuous Worker-rush policy.\n\nEvery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r>
              <a:t>  "new_strategy_prompt": "</a:t>
            </a:r>
          </a:p>
          <a:p xmlns:a="http://schemas.openxmlformats.org/drawingml/2006/main">
            <a:r>
              <a:t>  **Refined Worker-Rush with Adaptive Defense and Combat Transition**</a:t>
            </a:r>
          </a:p>
          <a:p xmlns:a="http://schemas.openxmlformats.org/drawingml/2006/main">
            <a:r>
              <a:t/>
            </a:r>
          </a:p>
          <a:p xmlns:a="http://schemas.openxmlformats.org/drawingml/2006/main">
            <a:r>
              <a:t>  **Core Principles:**</a:t>
            </a:r>
          </a:p>
          <a:p xmlns:a="http://schemas.openxmlformats.org/drawingml/2006/main">
            <a:r>
              <a:t>  Maintain continuous Worker production to sustain resource flow and offensive pressure. Prioritize immediate enemy Base targeting while preserving economic resilience through adaptive defensive measures.</a:t>
            </a:r>
          </a:p>
          <a:p xmlns:a="http://schemas.openxmlformats.org/drawingml/2006/main">
            <a:r>
              <a:t/>
            </a:r>
          </a:p>
          <a:p xmlns:a="http://schemas.openxmlformats.org/drawingml/2006/main">
            <a:r>
              <a:t>  **Worker Allocation Rules:**</a:t>
            </a:r>
          </a:p>
          <a:p xmlns:a="http://schemas.openxmlformats.org/drawingml/2006/main">
            <a:r>
              <a:t>  1. **Resource Collection:**</a:t>
            </a:r>
          </a:p>
          <a:p xmlns:a="http://schemas.openxmlformats.org/drawingml/2006/main">
            <a:r>
              <a:t>     - Every Base allocates **one Worker** to harvest the nearest resource node.</a:t>
            </a:r>
          </a:p>
          <a:p xmlns:a="http://schemas.openxmlformats.org/drawingml/2006/main">
            <a:r>
              <a:t>     - If a Worker is lost, immediately replace it by producing a new Worker from the nearest Base with resources.</a:t>
            </a:r>
          </a:p>
          <a:p xmlns:a="http://schemas.openxmlformats.org/drawingml/2006/main">
            <a:r>
              <a:t>     - Prioritize harvesting nodes closest to enemy Workers or threats.</a:t>
            </a:r>
          </a:p>
          <a:p xmlns:a="http://schemas.openxmlformats.org/drawingml/2006/main">
            <a:r>
              <a:t/>
            </a:r>
          </a:p>
          <a:p xmlns:a="http://schemas.openxmlformats.org/drawingml/2006/main">
            <a:r>
              <a:t>  2. **Offensive Deployment:**</a:t>
            </a:r>
          </a:p>
          <a:p xmlns:a="http://schemas.openxmlformats.org/drawingml/2006/main">
            <a:r>
              <a:t>     - All additional Workers (beyond the harvesting Worker) advance toward the enemy Base.</a:t>
            </a:r>
          </a:p>
          <a:p xmlns:a="http://schemas.openxmlformats.org/drawingml/2006/main">
            <a:r>
              <a:t>     - If the enemy Base is not visible, target the nearest enemy unit or structure in enemy territory.</a:t>
            </a:r>
          </a:p>
          <a:p xmlns:a="http://schemas.openxmlformats.org/drawingml/2006/main">
            <a:r>
              <a:t>     - **Conditional Threat Mitigation:** Before committing Workers to enemy territory, eliminate any visible enemy Workers or units threatening your Base or resource nodes.</a:t>
            </a:r>
          </a:p>
          <a:p xmlns:a="http://schemas.openxmlformats.org/drawingml/2006/main">
            <a:r>
              <a:t/>
            </a:r>
          </a:p>
          <a:p xmlns:a="http://schemas.openxmlformats.org/drawingml/2006/main">
            <a:r>
              <a:t>  3. **Defensive Adaptation:**</a:t>
            </a:r>
          </a:p>
          <a:p xmlns:a="http://schemas.openxmlformats.org/drawingml/2006/main">
            <a:r>
              <a:t>     - **If facing persistent enemy Worker threats (e.g., LightRush, WorkerRush):**</a:t>
            </a:r>
          </a:p>
          <a:p xmlns:a="http://schemas.openxmlformats.org/drawingml/2006/main">
            <a:r>
              <a:t>       - Immediately build a Barracks at the nearest safe location (prioritize proximity to your Base).</a:t>
            </a:r>
          </a:p>
          <a:p xmlns:a="http://schemas.openxmlformats.org/drawingml/2006/main">
            <a:r>
              <a:t>       - Produce **Heavies** to counter enemy Workers and transition to a hybrid strategy.</a:t>
            </a:r>
          </a:p>
          <a:p xmlns:a="http://schemas.openxmlformats.org/drawingml/2006/main">
            <a:r>
              <a:t>     - **If facing structured opponents (e.g., HeavyRush, COAC, TMA):**</a:t>
            </a:r>
          </a:p>
          <a:p xmlns:a="http://schemas.openxmlformats.org/drawingml/2006/main">
            <a:r>
              <a:t>       - Construct Barracks as soon as possible to produce combat units.</a:t>
            </a:r>
          </a:p>
          <a:p xmlns:a="http://schemas.openxmlformats.org/drawingml/2006/main">
            <a:r>
              <a:t>       - Allocate Workers to defend your Base and resource nodes while transitioning to combat units.</a:t>
            </a:r>
          </a:p>
          <a:p xmlns:a="http://schemas.openxmlformats.org/drawingml/2006/main">
            <a:r>
              <a:t/>
            </a:r>
          </a:p>
          <a:p xmlns:a="http://schemas.openxmlformats.org/drawingml/2006/main">
            <a:r>
              <a:t>  4. **Combat Transition:**</a:t>
            </a:r>
          </a:p>
          <a:p xmlns:a="http://schemas.openxmlformats.org/drawingml/2006/main">
            <a:r>
              <a:t>     - Once Barracks are built, produce **Heavies** to neutralize enemy Workers and structures.</a:t>
            </a:r>
          </a:p>
          <a:p xmlns:a="http://schemas.openxmlformats.org/drawingml/2006/main">
            <a:r>
              <a:t>     - Use Heavies to eliminate enemy combat units while maintaining Worker pressure on the enemy Base.</a:t>
            </a:r>
          </a:p>
          <a:p xmlns:a="http://schemas.openxmlformats.org/drawingml/2006/main">
            <a:r>
              <a:t>     - Do not abandon Worker production entirely; sustain a mix of Workers and Heavies for economic dominance.</a:t>
            </a:r>
          </a:p>
          <a:p xmlns:a="http://schemas.openxmlformats.org/drawingml/2006/main">
            <a:r>
              <a:t/>
            </a:r>
          </a:p>
          <a:p xmlns:a="http://schemas.openxmlformats.org/drawingml/2006/main">
            <a:r>
              <a:t>  5. **Defensive Consolidation:**</a:t>
            </a:r>
          </a:p>
          <a:p xmlns:a="http://schemas.openxmlformats.org/drawingml/2006/main">
            <a:r>
              <a:t>     - If your Base is under attack, allocate Workers to defend it or repair it.</a:t>
            </a:r>
          </a:p>
          <a:p xmlns:a="http://schemas.openxmlformats.org/drawingml/2006/main">
            <a:r>
              <a:t>     - If a Worker is lost, prioritize replacing it immediately to avoid economic collapse.</a:t>
            </a:r>
          </a:p>
          <a:p xmlns:a="http://schemas.openxmlformats.org/drawingml/2006/main">
            <a:r>
              <a:t>     - Avoid exposing Barracks or Heavies without Worker escorts until a stable defense is established.</a:t>
            </a:r>
          </a:p>
          <a:p xmlns:a="http://schemas.openxmlformats.org/drawingml/2006/main">
            <a:r>
              <a:t/>
            </a:r>
          </a:p>
          <a:p xmlns:a="http://schemas.openxmlformats.org/drawingml/2006/main">
            <a:r>
              <a:t>  **Key Adjustments:**</a:t>
            </a:r>
          </a:p>
          <a:p xmlns:a="http://schemas.openxmlformats.org/drawingml/2006/main">
            <a:r>
              <a:t>  - **No longer rely solely on Workers for combat.** Transition to combat units (Heavies) when facing structured opponents or persistent threats.</a:t>
            </a:r>
          </a:p>
          <a:p xmlns:a="http://schemas.openxmlformats.org/drawingml/2006/main">
            <a:r>
              <a:t>  - **Defensive structures (Barracks) are now conditionally built** to counter enemy pressure, not avoided entirely.</a:t>
            </a:r>
          </a:p>
          <a:p xmlns:a="http://schemas.openxmlformats.org/drawingml/2006/main">
            <a:r>
              <a:t>  - **Adaptive threat response:** Eliminate enemy Workers before advancing to prevent economic disruption.</a:t>
            </a:r>
          </a:p>
          <a:p xmlns:a="http://schemas.openxmlformats.org/drawingml/2006/main">
            <a:r>
              <a:t>  - **Resource node security:** Prioritize harvesting nodes closest to enemy threats to maintain production.</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APPLIED POLICY</a:t>
            </a:r>
          </a:p>
          <a:p xmlns:a="http://schemas.openxmlformats.org/drawingml/2006/main">
            <a:r>
              <a:t>**Refined Worker-Rush with Adaptive Defense and Combat Transition**</a:t>
            </a:r>
          </a:p>
          <a:p xmlns:a="http://schemas.openxmlformats.org/drawingml/2006/main">
            <a:r>
              <a:t/>
            </a:r>
          </a:p>
          <a:p xmlns:a="http://schemas.openxmlformats.org/drawingml/2006/main">
            <a:r>
              <a:t>  **Core Principles:**</a:t>
            </a:r>
          </a:p>
          <a:p xmlns:a="http://schemas.openxmlformats.org/drawingml/2006/main">
            <a:r>
              <a:t>  Maintain continuous Worker production to sustain resource flow and offensive pressure. Prioritize immediate enemy Base targeting while preserving economic resilience through adaptive defensive measures.</a:t>
            </a:r>
          </a:p>
          <a:p xmlns:a="http://schemas.openxmlformats.org/drawingml/2006/main">
            <a:r>
              <a:t/>
            </a:r>
          </a:p>
          <a:p xmlns:a="http://schemas.openxmlformats.org/drawingml/2006/main">
            <a:r>
              <a:t>  **Worker Allocation Rules:**</a:t>
            </a:r>
          </a:p>
          <a:p xmlns:a="http://schemas.openxmlformats.org/drawingml/2006/main">
            <a:r>
              <a:t>  1. **Resource Collection:**</a:t>
            </a:r>
          </a:p>
          <a:p xmlns:a="http://schemas.openxmlformats.org/drawingml/2006/main">
            <a:r>
              <a:t>     - Every Base allocates **one Worker** to harvest the nearest resource node.</a:t>
            </a:r>
          </a:p>
          <a:p xmlns:a="http://schemas.openxmlformats.org/drawingml/2006/main">
            <a:r>
              <a:t>     - If a Worker is lost, immediately replace it by producing a new Worker from the nearest Base with resources.</a:t>
            </a:r>
          </a:p>
          <a:p xmlns:a="http://schemas.openxmlformats.org/drawingml/2006/main">
            <a:r>
              <a:t>     - Prioritize harvesting nodes closest to enemy Workers or threats.</a:t>
            </a:r>
          </a:p>
          <a:p xmlns:a="http://schemas.openxmlformats.org/drawingml/2006/main">
            <a:r>
              <a:t/>
            </a:r>
          </a:p>
          <a:p xmlns:a="http://schemas.openxmlformats.org/drawingml/2006/main">
            <a:r>
              <a:t>  2. **Offensive Deployment:**</a:t>
            </a:r>
          </a:p>
          <a:p xmlns:a="http://schemas.openxmlformats.org/drawingml/2006/main">
            <a:r>
              <a:t>     - All additional Workers (beyond the harvesting Worker) advance toward the enemy Base.</a:t>
            </a:r>
          </a:p>
          <a:p xmlns:a="http://schemas.openxmlformats.org/drawingml/2006/main">
            <a:r>
              <a:t>     - If the enemy Base is not visible, target the nearest enemy unit or structure in enemy territory.</a:t>
            </a:r>
          </a:p>
          <a:p xmlns:a="http://schemas.openxmlformats.org/drawingml/2006/main">
            <a:r>
              <a:t>     - **Conditional Threat Mitigation:** Before committing Workers to enemy territory, eliminate any visible enemy Workers or units threatening your Base or resource nodes.</a:t>
            </a:r>
          </a:p>
          <a:p xmlns:a="http://schemas.openxmlformats.org/drawingml/2006/main">
            <a:r>
              <a:t/>
            </a:r>
          </a:p>
          <a:p xmlns:a="http://schemas.openxmlformats.org/drawingml/2006/main">
            <a:r>
              <a:t>  3. **Defensive Adaptation:**</a:t>
            </a:r>
          </a:p>
          <a:p xmlns:a="http://schemas.openxmlformats.org/drawingml/2006/main">
            <a:r>
              <a:t>     - **If facing persistent enemy Worker threats (e.g., LightRush, WorkerRush):**</a:t>
            </a:r>
          </a:p>
          <a:p xmlns:a="http://schemas.openxmlformats.org/drawingml/2006/main">
            <a:r>
              <a:t>       - Immediately build a Barracks at the nearest safe location (prioritize proximity to your Base).</a:t>
            </a:r>
          </a:p>
          <a:p xmlns:a="http://schemas.openxmlformats.org/drawingml/2006/main">
            <a:r>
              <a:t>       - Produce **Heavies** to counter enemy Workers and transition to a hybrid strategy.</a:t>
            </a:r>
          </a:p>
          <a:p xmlns:a="http://schemas.openxmlformats.org/drawingml/2006/main">
            <a:r>
              <a:t>     - **If facing structured opponents (e.g., HeavyRush, COAC, TMA):**</a:t>
            </a:r>
          </a:p>
          <a:p xmlns:a="http://schemas.openxmlformats.org/drawingml/2006/main">
            <a:r>
              <a:t>       - Construct Barracks as soon as possible to produce combat units.</a:t>
            </a:r>
          </a:p>
          <a:p xmlns:a="http://schemas.openxmlformats.org/drawingml/2006/main">
            <a:r>
              <a:t>       - Allocate Workers to defend your Base and resource nodes while transitioning to combat units.</a:t>
            </a:r>
          </a:p>
          <a:p xmlns:a="http://schemas.openxmlformats.org/drawingml/2006/main">
            <a:r>
              <a:t/>
            </a:r>
          </a:p>
          <a:p xmlns:a="http://schemas.openxmlformats.org/drawingml/2006/main">
            <a:r>
              <a:t>  4. **Combat Transition:**</a:t>
            </a:r>
          </a:p>
          <a:p xmlns:a="http://schemas.openxmlformats.org/drawingml/2006/main">
            <a:r>
              <a:t>     - Once Barracks are built, produce **Heavies** to neutralize enemy Workers and structures.</a:t>
            </a:r>
          </a:p>
          <a:p xmlns:a="http://schemas.openxmlformats.org/drawingml/2006/main">
            <a:r>
              <a:t>     - Use Heavies to eliminate enemy combat units while maintaining Worker pressure on the enemy Base.</a:t>
            </a:r>
          </a:p>
          <a:p xmlns:a="http://schemas.openxmlformats.org/drawingml/2006/main">
            <a:r>
              <a:t>     - Do not abandon Worker production entirely; sustain a mix of Workers and Heavies for economic dominance.</a:t>
            </a:r>
          </a:p>
          <a:p xmlns:a="http://schemas.openxmlformats.org/drawingml/2006/main">
            <a:r>
              <a:t/>
            </a:r>
          </a:p>
          <a:p xmlns:a="http://schemas.openxmlformats.org/drawingml/2006/main">
            <a:r>
              <a:t>  5. **Defensive Consolidation:**</a:t>
            </a:r>
          </a:p>
          <a:p xmlns:a="http://schemas.openxmlformats.org/drawingml/2006/main">
            <a:r>
              <a:t>     - If your Base is under attack, allocate Workers to defend it or repair it.</a:t>
            </a:r>
          </a:p>
          <a:p xmlns:a="http://schemas.openxmlformats.org/drawingml/2006/main">
            <a:r>
              <a:t>     - If a Worker is lost, prioritize replacing it immediately to avoid economic collapse.</a:t>
            </a:r>
          </a:p>
          <a:p xmlns:a="http://schemas.openxmlformats.org/drawingml/2006/main">
            <a:r>
              <a:t>     - Avoid exposing Barracks or Heavies without Worker escorts until a stable defense is established.</a:t>
            </a:r>
          </a:p>
          <a:p xmlns:a="http://schemas.openxmlformats.org/drawingml/2006/main">
            <a:r>
              <a:t/>
            </a:r>
          </a:p>
          <a:p xmlns:a="http://schemas.openxmlformats.org/drawingml/2006/main">
            <a:r>
              <a:t>  **Key Adjustments:**</a:t>
            </a:r>
          </a:p>
          <a:p xmlns:a="http://schemas.openxmlformats.org/drawingml/2006/main">
            <a:r>
              <a:t>  - **No longer rely solely on Workers for combat.** Transition to combat units (Heavies) when facing structured opponents or persistent threats.</a:t>
            </a:r>
          </a:p>
          <a:p xmlns:a="http://schemas.openxmlformats.org/drawingml/2006/main">
            <a:r>
              <a:t>  - **Defensive structures (Barracks) are now conditionally built** to counter enemy pressure, not avoided entirely.</a:t>
            </a:r>
          </a:p>
          <a:p xmlns:a="http://schemas.openxmlformats.org/drawingml/2006/main">
            <a:r>
              <a:t>  - **Adaptive threat response:** Eliminate enemy Workers before advancing to prevent economic disruption.</a:t>
            </a:r>
          </a:p>
          <a:p xmlns:a="http://schemas.openxmlformats.org/drawingml/2006/main">
            <a:r>
              <a:t>  - **Resource node security:** Prioritize harvesting nodes closest to enemy threats to maintain production.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/home/mhlab/EAGLE/runs/reflection_inspections/20260903_151343_710298_worker_rush_three_reflections/trials/strategy/trial_02/mutation/strategy_reflection/parent_strategy_prompt.txt</a:t>
            </a:r>
          </a:p>
          <a:p xmlns:a="http://schemas.openxmlformats.org/drawingml/2006/main">
            <a:r>
              <a:t>- /home/mhlab/EAGLE/runs/reflection_inspections/20260903_151343_710298_worker_rush_three_reflections/trials/strategy/trial_02/mutation/strategy_reflection/selected_matches.json</a:t>
            </a:r>
          </a:p>
          <a:p xmlns:a="http://schemas.openxmlformats.org/drawingml/2006/main">
            <a:r>
              <a:t>- /home/mhlab/EAGLE/runs/reflection_inspections/20260903_151343_710298_worker_rush_three_reflections/trials/strategy/trial_02/mutation/strategy_reflection/global_evaluation_summary.json</a:t>
            </a:r>
          </a:p>
          <a:p xmlns:a="http://schemas.openxmlformats.org/drawingml/2006/main">
            <a:r>
              <a:t>- /home/mhlab/EAGLE/runs/reflection_inspections/20260903_151343_710298_worker_rush_three_reflections/trials/strategy/trial_02/mutation/strategy_reflection/coach_input.json</a:t>
            </a:r>
          </a:p>
          <a:p xmlns:a="http://schemas.openxmlformats.org/drawingml/2006/main">
            <a:r>
              <a:t>- /home/mhlab/EAGLE/runs/reflection_inspections/20260903_151343_710298_worker_rush_three_reflections/trials/strategy/trial_02/mutation/strategy_reflection/coach_raw.txt</a:t>
            </a:r>
          </a:p>
          <a:p xmlns:a="http://schemas.openxmlformats.org/drawingml/2006/main">
            <a:r>
              <a:t>- /home/mhlab/EAGLE/runs/reflection_inspections/20260903_151343_710298_worker_rush_three_reflections/trials/strategy/trial_02/output/strategy_prompt.txt</a:t>
            </a:r>
          </a:p>
          <a:p xmlns:a="http://schemas.openxmlformats.org/drawingml/2006/main">
            <a:r>
              <a:t>- /home/mhlab/EAGLE/runs/reflection_inspections/20260903_151343_710298_worker_rush_three_reflections/trials/strategy/trial_02/trial_summary.json</a:t>
            </a:r>
          </a:p>
          <a:p xmlns:a="http://schemas.openxmlformats.org/drawingml/2006/main">
            <a:r>
              <a:t/>
            </a:r>
          </a:p>
          <a:p xmlns:a="http://schemas.openxmlformats.org/drawingml/2006/main">
            <a:r>
              <a:t>==============================</a:t>
            </a:r>
          </a:p>
          <a:p xmlns:a="http://schemas.openxmlformats.org/drawingml/2006/main">
            <a:r>
              <a:t/>
            </a:r>
          </a:p>
          <a:p xmlns:a="http://schemas.openxmlformats.org/drawingml/2006/main">
            <a:r>
              <a:t>TRIAL</a:t>
            </a:r>
          </a:p>
          <a:p xmlns:a="http://schemas.openxmlformats.org/drawingml/2006/main">
            <a:r>
              <a:t>Strategy Reflection 2/3</a:t>
            </a:r>
          </a:p>
          <a:p xmlns:a="http://schemas.openxmlformats.org/drawingml/2006/main">
            <a:r>
              <a:t/>
            </a:r>
          </a:p>
          <a:p xmlns:a="http://schemas.openxmlformats.org/drawingml/2006/main">
            <a:r>
              <a:t>==============================</a:t>
            </a:r>
          </a:p>
          <a:p xmlns:a="http://schemas.openxmlformats.org/drawingml/2006/main">
            <a:r>
              <a:t/>
            </a:r>
          </a:p>
          <a:p xmlns:a="http://schemas.openxmlformats.org/drawingml/2006/main">
            <a:r>
              <a:t>FULL ORIGINAL POLICY</a:t>
            </a:r>
          </a:p>
          <a:p xmlns:a="http://schemas.openxmlformats.org/drawingml/2006/main">
            <a:r>
              <a:t>Use a continuous Worker-rush policy.</a:t>
            </a:r>
          </a:p>
          <a:p xmlns:a="http://schemas.openxmlformats.org/drawingml/2006/main">
            <a:r>
              <a:t/>
            </a:r>
          </a:p>
          <a:p xmlns:a="http://schemas.openxmlformats.org/drawingml/2006/main">
            <a: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REFLECTION INPUT — selected matches</a:t>
            </a:r>
          </a:p>
          <a:p xmlns:a="http://schemas.openxmlformats.org/drawingml/2006/main">
            <a:r>
              <a:t>[</a:t>
            </a:r>
          </a:p>
          <a:p xmlns:a="http://schemas.openxmlformats.org/drawingml/2006/main">
            <a:r>
              <a:t>  {</a:t>
            </a:r>
          </a:p>
          <a:p xmlns:a="http://schemas.openxmlformats.org/drawingml/2006/main">
            <a:r>
              <a:t>    "candidate_player": 1,</a:t>
            </a:r>
          </a:p>
          <a:p xmlns:a="http://schemas.openxmlformats.org/drawingml/2006/main">
            <a:r>
              <a:t>    "candidate_side": "p1",</a:t>
            </a:r>
          </a:p>
          <a:p xmlns:a="http://schemas.openxmlformats.org/drawingml/2006/main">
            <a:r>
              <a:t>    "map": "maps/8x8/basesWorkers8x8.xml",</a:t>
            </a:r>
          </a:p>
          <a:p xmlns:a="http://schemas.openxmlformats.org/drawingml/2006/main">
            <a:r>
              <a:t>    "map_id": "map_1",</a:t>
            </a:r>
          </a:p>
          <a:p xmlns:a="http://schemas.openxmlformats.org/drawingml/2006/main">
            <a:r>
              <a:t>    "match_id": "match_03",</a:t>
            </a:r>
          </a:p>
          <a:p xmlns:a="http://schemas.openxmlformats.org/drawingml/2006/main">
            <a:r>
              <a:t>    "match_index": 3,</a:t>
            </a:r>
          </a:p>
          <a:p xmlns:a="http://schemas.openxmlformats.org/drawingml/2006/main">
            <a:r>
              <a:t>    "match_trace_path": "/home/mhlab/EAGLE/runs/reflection_inspections/20260903_151343_710298_worker_rush_three_reflections/baseline/candidates/worker_rush_parent/matches/match_03/match_trace.jsonl.gz",</a:t>
            </a:r>
          </a:p>
          <a:p xmlns:a="http://schemas.openxmlformats.org/drawingml/2006/main">
            <a:r>
              <a:t>    "opponent_id": "passive",</a:t>
            </a:r>
          </a:p>
          <a:p xmlns:a="http://schemas.openxmlformats.org/drawingml/2006/main">
            <a:r>
              <a:t>    "opponent_name": "PassiveAI",</a:t>
            </a:r>
          </a:p>
          <a:p xmlns:a="http://schemas.openxmlformats.org/drawingml/2006/main">
            <a:r>
              <a:t>    "performance": 2.427084,</a:t>
            </a:r>
          </a:p>
          <a:p xmlns:a="http://schemas.openxmlformats.org/drawingml/2006/main">
            <a:r>
              <a:t>    "result": "timeout_draw",</a:t>
            </a:r>
          </a:p>
          <a:p xmlns:a="http://schemas.openxmlformats.org/drawingml/2006/main">
            <a:r>
              <a:t>    "winner": -1</a:t>
            </a:r>
          </a:p>
          <a:p xmlns:a="http://schemas.openxmlformats.org/drawingml/2006/main">
            <a:r>
              <a:t>  },</a:t>
            </a:r>
          </a:p>
          <a:p xmlns:a="http://schemas.openxmlformats.org/drawingml/2006/main">
            <a:r>
              <a:t>  {</a:t>
            </a:r>
          </a:p>
          <a:p xmlns:a="http://schemas.openxmlformats.org/drawingml/2006/main">
            <a:r>
              <a:t>    "candidate_player": 0,</a:t>
            </a:r>
          </a:p>
          <a:p xmlns:a="http://schemas.openxmlformats.org/drawingml/2006/main">
            <a:r>
              <a:t>    "candidate_side": "p0",</a:t>
            </a:r>
          </a:p>
          <a:p xmlns:a="http://schemas.openxmlformats.org/drawingml/2006/main">
            <a:r>
              <a:t>    "map": "maps/16x16/basesWorkers16x16.xml",</a:t>
            </a:r>
          </a:p>
          <a:p xmlns:a="http://schemas.openxmlformats.org/drawingml/2006/main">
            <a:r>
              <a:t>    "map_id": "map_2",</a:t>
            </a:r>
          </a:p>
          <a:p xmlns:a="http://schemas.openxmlformats.org/drawingml/2006/main">
            <a:r>
              <a:t>    "match_id": "match_26",</a:t>
            </a:r>
          </a:p>
          <a:p xmlns:a="http://schemas.openxmlformats.org/drawingml/2006/main">
            <a:r>
              <a:t>    "match_index": 26,</a:t>
            </a:r>
          </a:p>
          <a:p xmlns:a="http://schemas.openxmlformats.org/drawingml/2006/main">
            <a:r>
              <a:t>    "match_trace_path": "/home/mhlab/EAGLE/runs/reflection_inspections/20260903_151343_710298_worker_rush_three_reflections/baseline/candidates/worker_rush_parent/matches/match_26/match_trace.jsonl.gz",</a:t>
            </a:r>
          </a:p>
          <a:p xmlns:a="http://schemas.openxmlformats.org/drawingml/2006/main">
            <a:r>
              <a:t>    "opponent_id": "random",</a:t>
            </a:r>
          </a:p>
          <a:p xmlns:a="http://schemas.openxmlformats.org/drawingml/2006/main">
            <a:r>
              <a:t>    "opponent_name": "RandomAI",</a:t>
            </a:r>
          </a:p>
          <a:p xmlns:a="http://schemas.openxmlformats.org/drawingml/2006/main">
            <a:r>
              <a:t>    "performance": 1.791226,</a:t>
            </a:r>
          </a:p>
          <a:p xmlns:a="http://schemas.openxmlformats.org/drawingml/2006/main">
            <a:r>
              <a:t>    "result": "timeout_draw",</a:t>
            </a:r>
          </a:p>
          <a:p xmlns:a="http://schemas.openxmlformats.org/drawingml/2006/main">
            <a:r>
              <a:t>    "winner": -1</a:t>
            </a:r>
          </a:p>
          <a:p xmlns:a="http://schemas.openxmlformats.org/drawingml/2006/main">
            <a:r>
              <a:t>  },</a:t>
            </a:r>
          </a:p>
          <a:p xmlns:a="http://schemas.openxmlformats.org/drawingml/2006/main">
            <a:r>
              <a:t>  {</a:t>
            </a:r>
          </a:p>
          <a:p xmlns:a="http://schemas.openxmlformats.org/drawingml/2006/main">
            <a:r>
              <a:t>    "candidate_player": 1,</a:t>
            </a:r>
          </a:p>
          <a:p xmlns:a="http://schemas.openxmlformats.org/drawingml/2006/main">
            <a:r>
              <a:t>    "candidate_side": "p1",</a:t>
            </a:r>
          </a:p>
          <a:p xmlns:a="http://schemas.openxmlformats.org/drawingml/2006/main">
            <a:r>
              <a:t>    "map": "maps/8x8/basesWorkers8x8.xml",</a:t>
            </a:r>
          </a:p>
          <a:p xmlns:a="http://schemas.openxmlformats.org/drawingml/2006/main">
            <a:r>
              <a:t>    "map_id": "map_1",</a:t>
            </a:r>
          </a:p>
          <a:p xmlns:a="http://schemas.openxmlformats.org/drawingml/2006/main">
            <a:r>
              <a:t>    "match_id": "match_41",</a:t>
            </a:r>
          </a:p>
          <a:p xmlns:a="http://schemas.openxmlformats.org/drawingml/2006/main">
            <a:r>
              <a:t>    "match_index": 41,</a:t>
            </a:r>
          </a:p>
          <a:p xmlns:a="http://schemas.openxmlformats.org/drawingml/2006/main">
            <a:r>
              <a:t>    "match_trace_path": "/home/mhlab/EAGLE/runs/reflection_inspections/20260903_151343_710298_worker_rush_three_reflections/baseline/candidates/worker_rush_parent/matches/match_41/match_trace.jsonl.gz",</a:t>
            </a:r>
          </a:p>
          <a:p xmlns:a="http://schemas.openxmlformats.org/drawingml/2006/main">
            <a:r>
              <a:t>    "opponent_id": "randombias",</a:t>
            </a:r>
          </a:p>
          <a:p xmlns:a="http://schemas.openxmlformats.org/drawingml/2006/main">
            <a:r>
              <a:t>    "opponent_name": "RandomBiasedAI",</a:t>
            </a:r>
          </a:p>
          <a:p xmlns:a="http://schemas.openxmlformats.org/drawingml/2006/main">
            <a:r>
              <a:t>    "performance": -99.735088,</a:t>
            </a:r>
          </a:p>
          <a:p xmlns:a="http://schemas.openxmlformats.org/drawingml/2006/main">
            <a:r>
              <a:t>    "result": "p0_win",</a:t>
            </a:r>
          </a:p>
          <a:p xmlns:a="http://schemas.openxmlformats.org/drawingml/2006/main">
            <a:r>
              <a:t>    "winner": 0</a:t>
            </a:r>
          </a:p>
          <a:p xmlns:a="http://schemas.openxmlformats.org/drawingml/2006/main">
            <a:r>
              <a:t>  },</a:t>
            </a:r>
          </a:p>
          <a:p xmlns:a="http://schemas.openxmlformats.org/drawingml/2006/main">
            <a:r>
              <a:t>  {</a:t>
            </a:r>
          </a:p>
          <a:p xmlns:a="http://schemas.openxmlformats.org/drawingml/2006/main">
            <a:r>
              <a:t>    "candidate_player": 1,</a:t>
            </a:r>
          </a:p>
          <a:p xmlns:a="http://schemas.openxmlformats.org/drawingml/2006/main">
            <a:r>
              <a:t>    "candidate_side": "p1",</a:t>
            </a:r>
          </a:p>
          <a:p xmlns:a="http://schemas.openxmlformats.org/drawingml/2006/main">
            <a:r>
              <a:t>    "map": "maps/24x24/basesWorkers24x24.xml",</a:t>
            </a:r>
          </a:p>
          <a:p xmlns:a="http://schemas.openxmlformats.org/drawingml/2006/main">
            <a:r>
              <a:t>    "map_id": "map_3",</a:t>
            </a:r>
          </a:p>
          <a:p xmlns:a="http://schemas.openxmlformats.org/drawingml/2006/main">
            <a:r>
              <a:t>    "match_id": "match_67",</a:t>
            </a:r>
          </a:p>
          <a:p xmlns:a="http://schemas.openxmlformats.org/drawingml/2006/main">
            <a:r>
              <a:t>    "match_index": 67,</a:t>
            </a:r>
          </a:p>
          <a:p xmlns:a="http://schemas.openxmlformats.org/drawingml/2006/main">
            <a:r>
              <a:t>    "match_trace_path": "/home/mhlab/EAGLE/runs/reflection_inspections/20260903_151343_710298_worker_rush_three_reflections/baseline/candidates/worker_rush_parent/matches/match_67/match_trace.jsonl.gz",</a:t>
            </a:r>
          </a:p>
          <a:p xmlns:a="http://schemas.openxmlformats.org/drawingml/2006/main">
            <a:r>
              <a:t>    "opponent_id": "lightrush",</a:t>
            </a:r>
          </a:p>
          <a:p xmlns:a="http://schemas.openxmlformats.org/drawingml/2006/main">
            <a:r>
              <a:t>    "opponent_name": "LightRush",</a:t>
            </a:r>
          </a:p>
          <a:p xmlns:a="http://schemas.openxmlformats.org/drawingml/2006/main">
            <a:r>
              <a:t>    "performance": -101.289037,</a:t>
            </a:r>
          </a:p>
          <a:p xmlns:a="http://schemas.openxmlformats.org/drawingml/2006/main">
            <a:r>
              <a:t>    "result": "p0_win",</a:t>
            </a:r>
          </a:p>
          <a:p xmlns:a="http://schemas.openxmlformats.org/drawingml/2006/main">
            <a:r>
              <a:t>    "winner": 0</a:t>
            </a:r>
          </a:p>
          <a:p xmlns:a="http://schemas.openxmlformats.org/drawingml/2006/main">
            <a:r>
              <a:t>  },</a:t>
            </a:r>
          </a:p>
          <a:p xmlns:a="http://schemas.openxmlformats.org/drawingml/2006/main">
            <a:r>
              <a:t>  {</a:t>
            </a:r>
          </a:p>
          <a:p xmlns:a="http://schemas.openxmlformats.org/drawingml/2006/main">
            <a:r>
              <a:t>    "candidate_player": 1,</a:t>
            </a:r>
          </a:p>
          <a:p xmlns:a="http://schemas.openxmlformats.org/drawingml/2006/main">
            <a:r>
              <a:t>    "candidate_side": "p1",</a:t>
            </a:r>
          </a:p>
          <a:p xmlns:a="http://schemas.openxmlformats.org/drawingml/2006/main">
            <a:r>
              <a:t>    "map": "maps/24x24/basesWorkers24x24.xml",</a:t>
            </a:r>
          </a:p>
          <a:p xmlns:a="http://schemas.openxmlformats.org/drawingml/2006/main">
            <a:r>
              <a:t>    "map_id": "map_3",</a:t>
            </a:r>
          </a:p>
          <a:p xmlns:a="http://schemas.openxmlformats.org/drawingml/2006/main">
            <a:r>
              <a:t>    "match_id": "match_85",</a:t>
            </a:r>
          </a:p>
          <a:p xmlns:a="http://schemas.openxmlformats.org/drawingml/2006/main">
            <a:r>
              <a:t>    "match_index": 85,</a:t>
            </a:r>
          </a:p>
          <a:p xmlns:a="http://schemas.openxmlformats.org/drawingml/2006/main">
            <a:r>
              <a:t>    "match_trace_path": "/home/mhlab/EAGLE/runs/reflection_inspections/20260903_151343_710298_worker_rush_three_reflections/baseline/candidates/worker_rush_parent/matches/match_85/match_trace.jsonl.gz",</a:t>
            </a:r>
          </a:p>
          <a:p xmlns:a="http://schemas.openxmlformats.org/drawingml/2006/main">
            <a:r>
              <a:t>    "opponent_id": "heavyrush",</a:t>
            </a:r>
          </a:p>
          <a:p xmlns:a="http://schemas.openxmlformats.org/drawingml/2006/main">
            <a:r>
              <a:t>    "opponent_name": "HeavyRush",</a:t>
            </a:r>
          </a:p>
          <a:p xmlns:a="http://schemas.openxmlformats.org/drawingml/2006/main">
            <a:r>
              <a:t>    "performance": -102.070304,</a:t>
            </a:r>
          </a:p>
          <a:p xmlns:a="http://schemas.openxmlformats.org/drawingml/2006/main">
            <a:r>
              <a:t>    "result": "p0_win",</a:t>
            </a:r>
          </a:p>
          <a:p xmlns:a="http://schemas.openxmlformats.org/drawingml/2006/main">
            <a:r>
              <a:t>    "winner": 0</a:t>
            </a:r>
          </a:p>
          <a:p xmlns:a="http://schemas.openxmlformats.org/drawingml/2006/main">
            <a:r>
              <a:t>  },</a:t>
            </a:r>
          </a:p>
          <a:p xmlns:a="http://schemas.openxmlformats.org/drawingml/2006/main">
            <a:r>
              <a:t>  {</a:t>
            </a:r>
          </a:p>
          <a:p xmlns:a="http://schemas.openxmlformats.org/drawingml/2006/main">
            <a:r>
              <a:t>    "candidate_player": 1,</a:t>
            </a:r>
          </a:p>
          <a:p xmlns:a="http://schemas.openxmlformats.org/drawingml/2006/main">
            <a:r>
              <a:t>    "candidate_side": "p1",</a:t>
            </a:r>
          </a:p>
          <a:p xmlns:a="http://schemas.openxmlformats.org/drawingml/2006/main">
            <a:r>
              <a:t>    "map": "maps/24x24/basesWorkers24x24.xml",</a:t>
            </a:r>
          </a:p>
          <a:p xmlns:a="http://schemas.openxmlformats.org/drawingml/2006/main">
            <a:r>
              <a:t>    "map_id": "map_3",</a:t>
            </a:r>
          </a:p>
          <a:p xmlns:a="http://schemas.openxmlformats.org/drawingml/2006/main">
            <a:r>
              <a:t>    "match_id": "match_107",</a:t>
            </a:r>
          </a:p>
          <a:p xmlns:a="http://schemas.openxmlformats.org/drawingml/2006/main">
            <a:r>
              <a:t>    "match_index": 107,</a:t>
            </a:r>
          </a:p>
          <a:p xmlns:a="http://schemas.openxmlformats.org/drawingml/2006/main">
            <a:r>
              <a:t>    "match_trace_path": "/home/mhlab/EAGLE/runs/reflection_inspections/20260903_151343_710298_worker_rush_three_reflections/baseline/candidates/worker_rush_parent/matches/match_107/match_trace.jsonl.gz",</a:t>
            </a:r>
          </a:p>
          <a:p xmlns:a="http://schemas.openxmlformats.org/drawingml/2006/main">
            <a:r>
              <a:t>    "opponent_id": "workerrush",</a:t>
            </a:r>
          </a:p>
          <a:p xmlns:a="http://schemas.openxmlformats.org/drawingml/2006/main">
            <a:r>
              <a:t>    "opponent_name": "WorkerRush",</a:t>
            </a:r>
          </a:p>
          <a:p xmlns:a="http://schemas.openxmlformats.org/drawingml/2006/main">
            <a:r>
              <a:t>    "performance": -99.641699,</a:t>
            </a:r>
          </a:p>
          <a:p xmlns:a="http://schemas.openxmlformats.org/drawingml/2006/main">
            <a:r>
              <a:t>    "result": "p0_win",</a:t>
            </a:r>
          </a:p>
          <a:p xmlns:a="http://schemas.openxmlformats.org/drawingml/2006/main">
            <a:r>
              <a:t>    "winner": 0</a:t>
            </a:r>
          </a:p>
          <a:p xmlns:a="http://schemas.openxmlformats.org/drawingml/2006/main">
            <a:r>
              <a:t>  },</a:t>
            </a:r>
          </a:p>
          <a:p xmlns:a="http://schemas.openxmlformats.org/drawingml/2006/main">
            <a:r>
              <a:t>  {</a:t>
            </a:r>
          </a:p>
          <a:p xmlns:a="http://schemas.openxmlformats.org/drawingml/2006/main">
            <a:r>
              <a:t>    "candidate_player": 0,</a:t>
            </a:r>
          </a:p>
          <a:p xmlns:a="http://schemas.openxmlformats.org/drawingml/2006/main">
            <a:r>
              <a:t>    "candidate_side": "p0",</a:t>
            </a:r>
          </a:p>
          <a:p xmlns:a="http://schemas.openxmlformats.org/drawingml/2006/main">
            <a:r>
              <a:t>    "map": "maps/8x8/basesWorkers8x8.xml",</a:t>
            </a:r>
          </a:p>
          <a:p xmlns:a="http://schemas.openxmlformats.org/drawingml/2006/main">
            <a:r>
              <a:t>    "map_id": "map_1",</a:t>
            </a:r>
          </a:p>
          <a:p xmlns:a="http://schemas.openxmlformats.org/drawingml/2006/main">
            <a:r>
              <a:t>    "match_id": "match_108",</a:t>
            </a:r>
          </a:p>
          <a:p xmlns:a="http://schemas.openxmlformats.org/drawingml/2006/main">
            <a:r>
              <a:t>    "match_index": 108,</a:t>
            </a:r>
          </a:p>
          <a:p xmlns:a="http://schemas.openxmlformats.org/drawingml/2006/main">
            <a:r>
              <a:t>    "match_trace_path": "/home/mhlab/EAGLE/runs/reflection_inspections/20260903_151343_710298_worker_rush_three_reflections/baseline/candidates/worker_rush_parent/matches/match_108/match_trace.jsonl.gz",</a:t>
            </a:r>
          </a:p>
          <a:p xmlns:a="http://schemas.openxmlformats.org/drawingml/2006/main">
            <a:r>
              <a:t>    "opponent_id": "allinbot",</a:t>
            </a:r>
          </a:p>
          <a:p xmlns:a="http://schemas.openxmlformats.org/drawingml/2006/main">
            <a:r>
              <a:t>    "opponent_name": "AllInBot (upstream runtime, fault-contained)",</a:t>
            </a:r>
          </a:p>
          <a:p xmlns:a="http://schemas.openxmlformats.org/drawingml/2006/main">
            <a:r>
              <a:t>    "performance": -99.713333,</a:t>
            </a:r>
          </a:p>
          <a:p xmlns:a="http://schemas.openxmlformats.org/drawingml/2006/main">
            <a:r>
              <a:t>    "result": "p1_win",</a:t>
            </a:r>
          </a:p>
          <a:p xmlns:a="http://schemas.openxmlformats.org/drawingml/2006/main">
            <a:r>
              <a:t>    "winner": 1</a:t>
            </a:r>
          </a:p>
          <a:p xmlns:a="http://schemas.openxmlformats.org/drawingml/2006/main">
            <a:r>
              <a:t>  },</a:t>
            </a:r>
          </a:p>
          <a:p xmlns:a="http://schemas.openxmlformats.org/drawingml/2006/main">
            <a:r>
              <a:t>  {</a:t>
            </a:r>
          </a:p>
          <a:p xmlns:a="http://schemas.openxmlformats.org/drawingml/2006/main">
            <a:r>
              <a:t>    "candidate_player": 1,</a:t>
            </a:r>
          </a:p>
          <a:p xmlns:a="http://schemas.openxmlformats.org/drawingml/2006/main">
            <a:r>
              <a:t>    "candidate_side": "p1",</a:t>
            </a:r>
          </a:p>
          <a:p xmlns:a="http://schemas.openxmlformats.org/drawingml/2006/main">
            <a:r>
              <a:t>    "map": "maps/24x24/basesWorkers24x24.xml",</a:t>
            </a:r>
          </a:p>
          <a:p xmlns:a="http://schemas.openxmlformats.org/drawingml/2006/main">
            <a:r>
              <a:t>    "map_id": "map_3",</a:t>
            </a:r>
          </a:p>
          <a:p xmlns:a="http://schemas.openxmlformats.org/drawingml/2006/main">
            <a:r>
              <a:t>    "match_id": "match_139",</a:t>
            </a:r>
          </a:p>
          <a:p xmlns:a="http://schemas.openxmlformats.org/drawingml/2006/main">
            <a:r>
              <a:t>    "match_index": 139,</a:t>
            </a:r>
          </a:p>
          <a:p xmlns:a="http://schemas.openxmlformats.org/drawingml/2006/main">
            <a:r>
              <a:t>    "match_trace_path": "/home/mhlab/EAGLE/runs/reflection_inspections/20260903_151343_710298_worker_rush_three_reflections/baseline/candidates/worker_rush_parent/matches/match_139/match_trace.jsonl.gz",</a:t>
            </a:r>
          </a:p>
          <a:p xmlns:a="http://schemas.openxmlformats.org/drawingml/2006/main">
            <a:r>
              <a:t>    "opponent_id": "mayari",</a:t>
            </a:r>
          </a:p>
          <a:p xmlns:a="http://schemas.openxmlformats.org/drawingml/2006/main">
            <a:r>
              <a:t>    "opponent_name": "Mayari",</a:t>
            </a:r>
          </a:p>
          <a:p xmlns:a="http://schemas.openxmlformats.org/drawingml/2006/main">
            <a:r>
              <a:t>    "performance": -104.508386,</a:t>
            </a:r>
          </a:p>
          <a:p xmlns:a="http://schemas.openxmlformats.org/drawingml/2006/main">
            <a:r>
              <a:t>    "result": "p0_win",</a:t>
            </a:r>
          </a:p>
          <a:p xmlns:a="http://schemas.openxmlformats.org/drawingml/2006/main">
            <a:r>
              <a:t>    "winner": 0</a:t>
            </a:r>
          </a:p>
          <a:p xmlns:a="http://schemas.openxmlformats.org/drawingml/2006/main">
            <a:r>
              <a:t>  },</a:t>
            </a:r>
          </a:p>
          <a:p xmlns:a="http://schemas.openxmlformats.org/drawingml/2006/main">
            <a:r>
              <a:t>  {</a:t>
            </a:r>
          </a:p>
          <a:p xmlns:a="http://schemas.openxmlformats.org/drawingml/2006/main">
            <a:r>
              <a:t>    "candidate_player": 0,</a:t>
            </a:r>
          </a:p>
          <a:p xmlns:a="http://schemas.openxmlformats.org/drawingml/2006/main">
            <a:r>
              <a:t>    "candidate_side": "p0",</a:t>
            </a:r>
          </a:p>
          <a:p xmlns:a="http://schemas.openxmlformats.org/drawingml/2006/main">
            <a:r>
              <a:t>    "map": "maps/16x16/basesWorkers16x16.xml",</a:t>
            </a:r>
          </a:p>
          <a:p xmlns:a="http://schemas.openxmlformats.org/drawingml/2006/main">
            <a:r>
              <a:t>    "map_id": "map_2",</a:t>
            </a:r>
          </a:p>
          <a:p xmlns:a="http://schemas.openxmlformats.org/drawingml/2006/main">
            <a:r>
              <a:t>    "match_id": "match_154",</a:t>
            </a:r>
          </a:p>
          <a:p xmlns:a="http://schemas.openxmlformats.org/drawingml/2006/main">
            <a:r>
              <a:t>    "match_index": 154,</a:t>
            </a:r>
          </a:p>
          <a:p xmlns:a="http://schemas.openxmlformats.org/drawingml/2006/main">
            <a:r>
              <a:t>    "match_trace_path": "/home/mhlab/EAGLE/runs/reflection_inspections/20260903_151343_710298_worker_rush_three_reflections/baseline/candidates/worker_rush_parent/matches/match_154/match_trace.jsonl.gz",</a:t>
            </a:r>
          </a:p>
          <a:p xmlns:a="http://schemas.openxmlformats.org/drawingml/2006/main">
            <a:r>
              <a:t>    "opponent_id": "coac",</a:t>
            </a:r>
          </a:p>
          <a:p xmlns:a="http://schemas.openxmlformats.org/drawingml/2006/main">
            <a:r>
              <a:t>    "opponent_name": "COAC",</a:t>
            </a:r>
          </a:p>
          <a:p xmlns:a="http://schemas.openxmlformats.org/drawingml/2006/main">
            <a:r>
              <a:t>    "performance": -102.199777,</a:t>
            </a:r>
          </a:p>
          <a:p xmlns:a="http://schemas.openxmlformats.org/drawingml/2006/main">
            <a:r>
              <a:t>    "result": "p1_win",</a:t>
            </a:r>
          </a:p>
          <a:p xmlns:a="http://schemas.openxmlformats.org/drawingml/2006/main">
            <a:r>
              <a:t>    "winner": 1</a:t>
            </a:r>
          </a:p>
          <a:p xmlns:a="http://schemas.openxmlformats.org/drawingml/2006/main">
            <a:r>
              <a:t>  },</a:t>
            </a:r>
          </a:p>
          <a:p xmlns:a="http://schemas.openxmlformats.org/drawingml/2006/main">
            <a:r>
              <a:t>  {</a:t>
            </a:r>
          </a:p>
          <a:p xmlns:a="http://schemas.openxmlformats.org/drawingml/2006/main">
            <a:r>
              <a:t>    "candidate_player": 0,</a:t>
            </a:r>
          </a:p>
          <a:p xmlns:a="http://schemas.openxmlformats.org/drawingml/2006/main">
            <a:r>
              <a:t>    "candidate_side": "p0",</a:t>
            </a:r>
          </a:p>
          <a:p xmlns:a="http://schemas.openxmlformats.org/drawingml/2006/main">
            <a:r>
              <a:t>    "map": "maps/16x16/basesWorkers16x16.xml",</a:t>
            </a:r>
          </a:p>
          <a:p xmlns:a="http://schemas.openxmlformats.org/drawingml/2006/main">
            <a:r>
              <a:t>    "map_id": "map_2",</a:t>
            </a:r>
          </a:p>
          <a:p xmlns:a="http://schemas.openxmlformats.org/drawingml/2006/main">
            <a:r>
              <a:t>    "match_id": "match_170",</a:t>
            </a:r>
          </a:p>
          <a:p xmlns:a="http://schemas.openxmlformats.org/drawingml/2006/main">
            <a:r>
              <a:t>    "match_index": 170,</a:t>
            </a:r>
          </a:p>
          <a:p xmlns:a="http://schemas.openxmlformats.org/drawingml/2006/main">
            <a:r>
              <a:t>    "match_trace_path": "/home/mhlab/EAGLE/runs/reflection_inspections/20260903_151343_710298_worker_rush_three_reflections/baseline/candidates/worker_rush_parent/matches/match_170/match_trace.jsonl.gz",</a:t>
            </a:r>
          </a:p>
          <a:p xmlns:a="http://schemas.openxmlformats.org/drawingml/2006/main">
            <a:r>
              <a:t>    "opponent_id": "tma",</a:t>
            </a:r>
          </a:p>
          <a:p xmlns:a="http://schemas.openxmlformats.org/drawingml/2006/main">
            <a:r>
              <a:t>    "opponent_name": "TMA",</a:t>
            </a:r>
          </a:p>
          <a:p xmlns:a="http://schemas.openxmlformats.org/drawingml/2006/main">
            <a:r>
              <a:t>    "performance": -101.123186,</a:t>
            </a:r>
          </a:p>
          <a:p xmlns:a="http://schemas.openxmlformats.org/drawingml/2006/main">
            <a:r>
              <a:t>    "result": "p1_win",</a:t>
            </a:r>
          </a:p>
          <a:p xmlns:a="http://schemas.openxmlformats.org/drawingml/2006/main">
            <a:r>
              <a:t>    "winner": 1</a:t>
            </a:r>
          </a:p>
          <a:p xmlns:a="http://schemas.openxmlformats.org/drawingml/2006/main">
            <a:r>
              <a:t>  }</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REFLECTION INPUT — global evaluation summary</a:t>
            </a:r>
          </a:p>
          <a:p xmlns:a="http://schemas.openxmlformats.org/drawingml/2006/main">
            <a:r>
              <a:t>{</a:t>
            </a:r>
          </a:p>
          <a:p xmlns:a="http://schemas.openxmlformats.org/drawingml/2006/main">
            <a:r>
              <a:t>  "competitive_win_rate": 0.0,</a:t>
            </a:r>
          </a:p>
          <a:p xmlns:a="http://schemas.openxmlformats.org/drawingml/2006/main">
            <a:r>
              <a:t>  "evaluated_match_count": 180,</a:t>
            </a:r>
          </a:p>
          <a:p xmlns:a="http://schemas.openxmlformats.org/drawingml/2006/main">
            <a:r>
              <a:t>  "evaluation_configuration": {</a:t>
            </a:r>
          </a:p>
          <a:p xmlns:a="http://schemas.openxmlformats.org/drawingml/2006/main">
            <a:r>
              <a:t>    "maps": [</a:t>
            </a:r>
          </a:p>
          <a:p xmlns:a="http://schemas.openxmlformats.org/drawingml/2006/main">
            <a:r>
              <a:t>      "maps/8x8/basesWorkers8x8.xml",</a:t>
            </a:r>
          </a:p>
          <a:p xmlns:a="http://schemas.openxmlformats.org/drawingml/2006/main">
            <a:r>
              <a:t>      "maps/16x16/basesWorkers16x16.xml",</a:t>
            </a:r>
          </a:p>
          <a:p xmlns:a="http://schemas.openxmlformats.org/drawingml/2006/main">
            <a:r>
              <a:t>      "maps/24x24/basesWorkers24x24.xml"</a:t>
            </a:r>
          </a:p>
          <a:p xmlns:a="http://schemas.openxmlformats.org/drawingml/2006/main">
            <a:r>
              <a:t>    ],</a:t>
            </a:r>
          </a:p>
          <a:p xmlns:a="http://schemas.openxmlformats.org/drawingml/2006/main">
            <a:r>
              <a:t>    "required_cases_per_opponent": 18,</a:t>
            </a:r>
          </a:p>
          <a:p xmlns:a="http://schemas.openxmlformats.org/drawingml/2006/main">
            <a:r>
              <a:t>    "rounds_per_map": 3,</a:t>
            </a:r>
          </a:p>
          <a:p xmlns:a="http://schemas.openxmlformats.org/drawingml/2006/main">
            <a:r>
              <a:t>    "swap_player_sides": true</a:t>
            </a:r>
          </a:p>
          <a:p xmlns:a="http://schemas.openxmlformats.org/drawingml/2006/main">
            <a:r>
              <a:t>  },</a:t>
            </a:r>
          </a:p>
          <a:p xmlns:a="http://schemas.openxmlformats.org/drawingml/2006/main">
            <a:r>
              <a:t>  "failed_or_unresolved_match_count": 0,</a:t>
            </a:r>
          </a:p>
          <a:p xmlns:a="http://schemas.openxmlformats.org/drawingml/2006/main">
            <a:r>
              <a:t>  "fully_beaten_opponents": [],</a:t>
            </a:r>
          </a:p>
          <a:p xmlns:a="http://schemas.openxmlformats.org/drawingml/2006/main">
            <a:r>
              <a:t>  "fully_beaten_opponents_count": 0,</a:t>
            </a:r>
          </a:p>
          <a:p xmlns:a="http://schemas.openxmlformats.org/drawingml/2006/main">
            <a:r>
              <a:t>  "opponents": [</a:t>
            </a:r>
          </a:p>
          <a:p xmlns:a="http://schemas.openxmlformats.org/drawingml/2006/main">
            <a:r>
              <a:t>    {</a:t>
            </a:r>
          </a:p>
          <a:p xmlns:a="http://schemas.openxmlformats.org/drawingml/2006/main">
            <a:r>
              <a:t>      "completed_matches": 18,</a:t>
            </a:r>
          </a:p>
          <a:p xmlns:a="http://schemas.openxmlformats.org/drawingml/2006/main">
            <a:r>
              <a:t>      "draws": 18,</a:t>
            </a:r>
          </a:p>
          <a:p xmlns:a="http://schemas.openxmlformats.org/drawingml/2006/main">
            <a:r>
              <a:t>      "expected_matches": 18,</a:t>
            </a:r>
          </a:p>
          <a:p xmlns:a="http://schemas.openxmlformats.org/drawingml/2006/main">
            <a:r>
              <a:t>      "fully_beaten_opponent": false,</a:t>
            </a:r>
          </a:p>
          <a:p xmlns:a="http://schemas.openxmlformats.org/drawingml/2006/main">
            <a:r>
              <a:t>      "losses": 0,</a:t>
            </a:r>
          </a:p>
          <a:p xmlns:a="http://schemas.openxmlformats.org/drawingml/2006/main">
            <a:r>
              <a:t>      "maps": {</a:t>
            </a:r>
          </a:p>
          <a:p xmlns:a="http://schemas.openxmlformats.org/drawingml/2006/main">
            <a:r>
              <a:t>        "map_1":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"PassiveAI",</a:t>
            </a:r>
          </a:p>
          <a:p xmlns:a="http://schemas.openxmlformats.org/drawingml/2006/main">
            <a:r>
              <a:t>      "opponent_id": "passive",</a:t>
            </a:r>
          </a:p>
          <a:p xmlns:a="http://schemas.openxmlformats.org/drawingml/2006/main">
            <a:r>
              <a:t>      "player_sides": {</a:t>
            </a:r>
          </a:p>
          <a:p xmlns:a="http://schemas.openxmlformats.org/drawingml/2006/main">
            <a:r>
              <a:t>        "p0":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18,</a:t>
            </a:r>
          </a:p>
          <a:p xmlns:a="http://schemas.openxmlformats.org/drawingml/2006/main">
            <a:r>
              <a:t>      "expected_matches": 18,</a:t>
            </a:r>
          </a:p>
          <a:p xmlns:a="http://schemas.openxmlformats.org/drawingml/2006/main">
            <a:r>
              <a:t>      "fully_beaten_opponent": false,</a:t>
            </a:r>
          </a:p>
          <a:p xmlns:a="http://schemas.openxmlformats.org/drawingml/2006/main">
            <a:r>
              <a:t>      "losses": 0,</a:t>
            </a:r>
          </a:p>
          <a:p xmlns:a="http://schemas.openxmlformats.org/drawingml/2006/main">
            <a:r>
              <a:t>      "maps": {</a:t>
            </a:r>
          </a:p>
          <a:p xmlns:a="http://schemas.openxmlformats.org/drawingml/2006/main">
            <a:r>
              <a:t>        "map_1":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"RandomAI",</a:t>
            </a:r>
          </a:p>
          <a:p xmlns:a="http://schemas.openxmlformats.org/drawingml/2006/main">
            <a:r>
              <a:t>      "opponent_id": "random",</a:t>
            </a:r>
          </a:p>
          <a:p xmlns:a="http://schemas.openxmlformats.org/drawingml/2006/main">
            <a:r>
              <a:t>      "player_sides": {</a:t>
            </a:r>
          </a:p>
          <a:p xmlns:a="http://schemas.openxmlformats.org/drawingml/2006/main">
            <a:r>
              <a:t>        "p0":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11,</a:t>
            </a:r>
          </a:p>
          <a:p xmlns:a="http://schemas.openxmlformats.org/drawingml/2006/main">
            <a:r>
              <a:t>      "expected_matches": 18,</a:t>
            </a:r>
          </a:p>
          <a:p xmlns:a="http://schemas.openxmlformats.org/drawingml/2006/main">
            <a:r>
              <a:t>      "fully_beaten_opponent": false,</a:t>
            </a:r>
          </a:p>
          <a:p xmlns:a="http://schemas.openxmlformats.org/drawingml/2006/main">
            <a:r>
              <a:t>      "losses": 7,</a:t>
            </a:r>
          </a:p>
          <a:p xmlns:a="http://schemas.openxmlformats.org/drawingml/2006/main">
            <a:r>
              <a:t>      "maps": {</a:t>
            </a:r>
          </a:p>
          <a:p xmlns:a="http://schemas.openxmlformats.org/drawingml/2006/main">
            <a:r>
              <a:t>        "map_1": {</a:t>
            </a:r>
          </a:p>
          <a:p xmlns:a="http://schemas.openxmlformats.org/drawingml/2006/main">
            <a:r>
              <a:t>          "draws": 1,</a:t>
            </a:r>
          </a:p>
          <a:p xmlns:a="http://schemas.openxmlformats.org/drawingml/2006/main">
            <a:r>
              <a:t>          "losses": 5,</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4,</a:t>
            </a:r>
          </a:p>
          <a:p xmlns:a="http://schemas.openxmlformats.org/drawingml/2006/main">
            <a:r>
              <a:t>          "losses": 2,</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"RandomBiasedAI",</a:t>
            </a:r>
          </a:p>
          <a:p xmlns:a="http://schemas.openxmlformats.org/drawingml/2006/main">
            <a:r>
              <a:t>      "opponent_id": "randombias",</a:t>
            </a:r>
          </a:p>
          <a:p xmlns:a="http://schemas.openxmlformats.org/drawingml/2006/main">
            <a:r>
              <a:t>      "player_sides": {</a:t>
            </a:r>
          </a:p>
          <a:p xmlns:a="http://schemas.openxmlformats.org/drawingml/2006/main">
            <a:r>
              <a:t>        "p0": {</a:t>
            </a:r>
          </a:p>
          <a:p xmlns:a="http://schemas.openxmlformats.org/drawingml/2006/main">
            <a:r>
              <a:t>          "draws": 5,</a:t>
            </a:r>
          </a:p>
          <a:p xmlns:a="http://schemas.openxmlformats.org/drawingml/2006/main">
            <a:r>
              <a:t>          "losses": 4,</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6,</a:t>
            </a:r>
          </a:p>
          <a:p xmlns:a="http://schemas.openxmlformats.org/drawingml/2006/main">
            <a:r>
              <a:t>          "losses": 3,</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"LightRush",</a:t>
            </a:r>
          </a:p>
          <a:p xmlns:a="http://schemas.openxmlformats.org/drawingml/2006/main">
            <a:r>
              <a:t>      "opponent_id": "lightrush",</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"HeavyRush",</a:t>
            </a:r>
          </a:p>
          <a:p xmlns:a="http://schemas.openxmlformats.org/drawingml/2006/main">
            <a:r>
              <a:t>      "opponent_id": "heavyrush",</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"WorkerRush",</a:t>
            </a:r>
          </a:p>
          <a:p xmlns:a="http://schemas.openxmlformats.org/drawingml/2006/main">
            <a:r>
              <a:t>      "opponent_id": "workerrush",</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"AllInBot (upstream runtime, fault-contained)",</a:t>
            </a:r>
          </a:p>
          <a:p xmlns:a="http://schemas.openxmlformats.org/drawingml/2006/main">
            <a:r>
              <a:t>      "opponent_id": "allinbot",</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"Mayari",</a:t>
            </a:r>
          </a:p>
          <a:p xmlns:a="http://schemas.openxmlformats.org/drawingml/2006/main">
            <a:r>
              <a:t>      "opponent_id": "mayari",</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"COAC",</a:t>
            </a:r>
          </a:p>
          <a:p xmlns:a="http://schemas.openxmlformats.org/drawingml/2006/main">
            <a:r>
              <a:t>      "opponent_id": "coac",</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"TMA",</a:t>
            </a:r>
          </a:p>
          <a:p xmlns:a="http://schemas.openxmlformats.org/drawingml/2006/main">
            <a:r>
              <a:t>      "opponent_id": "tma",</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"schema_version": "strategy-reflection-global-summary-v1",</a:t>
            </a:r>
          </a:p>
          <a:p xmlns:a="http://schemas.openxmlformats.org/drawingml/2006/main">
            <a:r>
              <a:t>  "source": "all_evaluated_match_results",</a:t>
            </a:r>
          </a:p>
          <a:p xmlns:a="http://schemas.openxmlformats.org/drawingml/2006/main">
            <a:r>
              <a:t>  "total_draws": 47,</a:t>
            </a:r>
          </a:p>
          <a:p xmlns:a="http://schemas.openxmlformats.org/drawingml/2006/main">
            <a:r>
              <a:t>  "total_losses": 133,</a:t>
            </a:r>
          </a:p>
          <a:p xmlns:a="http://schemas.openxmlformats.org/drawingml/2006/main">
            <a:r>
              <a:t>  "total_matches": 180,</a:t>
            </a:r>
          </a:p>
          <a:p xmlns:a="http://schemas.openxmlformats.org/drawingml/2006/main">
            <a:r>
              <a:t>  "total_wins": 0</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REFLECTION INPUT — coach semantic payload</a:t>
            </a:r>
          </a:p>
          <a:p xmlns:a="http://schemas.openxmlformats.org/drawingml/2006/main">
            <a:r>
              <a:t>{</a:t>
            </a:r>
          </a:p>
          <a:p xmlns:a="http://schemas.openxmlformats.org/drawingml/2006/main">
            <a:r>
              <a:t>  "prompt_name": "coach_refine",</a:t>
            </a:r>
          </a:p>
          <a:p xmlns:a="http://schemas.openxmlformats.org/drawingml/2006/main">
            <a:r>
              <a:t>  "render_variables": {</a:t>
            </a:r>
          </a:p>
          <a:p xmlns:a="http://schemas.openxmlformats.org/drawingml/2006/main">
            <a:r>
              <a:t>    "commentator_diagnoses_and_evaluation_metadata": "{\"candidate_id\": \"worker_rush_reflection_subject\", \"commentator_diagnoses\": [{\"candidate_side\": \"p1\", \"candidate_strategy_summary\": \"Executed continuous Worker-rush with single Worker harvesting at base and additional Workers advancing toward enemy base. No barracks built, no combat units produced.\", \"candidate_strengths\": [\"{'strength': 'Consistent Worker production policy (when resources allowed).', 'context': 'Candidate adhered to strategy but lacked resource collection efficiency.'}\"], \"candidate_weaknesses\": [\"{'weakness': 'No resource collection beyond base proximity. Single Worker failed to harvest critical resources (20 at (0,0) and (7,7)).', 'consequence': 'Resource starvation prevented scaling production.'}\", \"{'weakness': 'No defensive or offensive coordination. Workers remained stationary or moved aimlessly toward enemy base without targeting enemy Workers.', 'consequence': 'Opponent’s late-game Worker flood overwhelmed candidate’s lone Worker.'}\"], \"map\": null, \"match_id\": \"match_03\", \"opponent\": \"PassiveAI\", \"opponent_strategy_summary\": \"PassiveAI: No visible aggressive expansion or resource management. Remained static with minimal Worker movement until late-game.\", \"result\": \"loss\", \"turning_points\": [{\"event\": \"Both players start with identical initial state (1 Base + 1 Worker each). No resource collection or production initiated.\", \"impact\": \"Stagnation: Candidate fails to exploit immediate resource advantage (20 resources at (0,0) and (7,7) within reach). Opponent maintains identical inaction.\", \"tick\": 0}, {\"event\": \"Candidate’s single Worker remains idle at (1,1) while opponent begins producing Workers en masse (7 Workers by tick 1496).\", \"impact\": \"Resource gap widens: Opponent’s rapid Worker production outpaces candidate’s single Worker, enabling overwhelming numerical superiority.\", \"tick\": 20}, {\"event\": \"Opponent deploys 7 Workers in enemy territory, overwhelming candidate’s lone Worker and base. Candidate’s base remains untouched but isolated.\", \"impact\": \"Terminal numerical disadvantage: Opponent’s passive strategy shifted to aggressive Worker saturation, rendering candidate’s static rush ineffective.\", \"tick\": 1496}], \"win_loss_analysis\": {\"decisive_causes\": [{\"cause\": \"Opponent’s passive-to-aggressive shift: Rapid Worker production outpaced candidate’s static rush.\", \"evidence\": \"Opponent’s Worker count grew from 1 to 7 by tick 1496 while candidate remained at 1 Worker.\"}, {\"cause\": \"Candidate’s failure to exploit map resources: No Workers harvested from (0,0) or (7,7).\", \"evidence\": \"Resources at (0,0) and (7,7) remained untouched until timeout.\"}], \"result\": \"loss\"}}, {\"candidate_side\": \"p0\", \"candidate_strategy_summary\": \"Strict continuous Worker-rush: prioritized immediate resource collection at base, then aggressive expansion with Workers toward enemy base. No barracks or combat units produced.\", \"candidate_strengths\": [\"{'strength': 'Rapid resource accumulation', 'evidence': 'Candidate’s Workers efficiently harvest resources (e.g., (1,0) and (3,1) carrying resources by tick 2998), enabling continuous Worker production.'}\", \"{'strength': 'Aggressive expansion', 'evidence': '6 Workers deployed toward enemy base by tick 2999, overwhelming opponent’s scattered Workers.'}\"], \"candidate_weaknesses\": [\"{'weakness': 'No defensive structures', 'evidence': 'Opponent’s Workers survived until timeout due to lack of Barracks or combat units to eliminate threats.'}\"], \"map\": null, \"match_id\": \"match_26\", \"opponent\": \"RandomAI\", \"opponent_strategy_summary\": \"RandomAI: no structured strategy; Workers moved randomly without coordination, resource collection, or targeted aggression.\", \"result\": \"win\", \"turning_points\": [{\"event\": \"Initial state: both players start with 1 Worker each, no resource collection or movement toward enemy base.\", \"impact\": \"Neither player initiates meaningful action; candidate’s Workers remain idle near base, opponent’s Workers scattered.\", \"tick\": 0}, {\"event\": \"Candidate’s Workers begin coordinated resource collection (e.g., Worker at (1,0) carrying 1 resource) while opponent’s Workers remain dispersed and idle across map.\", \"impact\": \"Candidate achieves resource surplus (21 resources) while opponent’s Workers fail to harvest or coordinate, leading to resource starvation (0 resources).\", \"tick\": 2998}], \"win_loss_analysis\": {\"decisive_causes\": [{\"cause\": \"Opponent’s random movement prevented resource collection or coordinated defense.\", \"evidence\": \"Opponent’s Workers remained stationary or scattered (e.g., (15,7), (6,9)) without harvesting or attacking.\"}, {\"cause\": \"Candidate’s resource advantage enabled Worker overproduction.\", \"evidence\": \"Candidate’s resource count (21) vs. opponent’s (0) at timeout, with 6 active Workers vs. 15 idle opponent Workers.\"}], \"result\": \"win\"}}, {\"candidate_side\": \"p1\", \"candidate_strategy_summary\": \"Continuous Worker-rush with immediate enemy Base targeting. Prioritizes production over resource defense until late-game.\", \"candidate_strengths\": [\"{'description': 'Efficient resource collection: Workers consistently harvest resources, maintaining production flow despite scattered positioning.'}\", \"{'description': 'Aggressive rush execution: Rapid Worker production and deployment create overwhelming numerical pressure.'}\"], \"candidate_weaknesses\": [\"{'description': 'Lack of defensive coordination: Workers are not prioritized for immediate Base defense or resource node protection.'}\", \"{'description': 'Resource waste: Scattered Workers carry minimal resources (often 0), reducing efficiency in production acceleration.'}\"], \"map\": null, \"match_id\": \"match_41\", \"opponent\": \"RandomBiasedAI\", \"opponent_strategy_summary\": \"RandomBiasedAI: Unpredictable actions, no clear pattern. Occasionally exploits gaps in candidate's defense or resource collection.\", \"result\": \"win\", \"turning_points\": [{\"event\": \"Initial state: Both players start with 1 Worker and 5 resources. Candidate's Worker remains idle near Base (1,1) while opponent's Worker is positioned at (6,6).\", \"impact\": \"Candidate fails to immediately exploit opponent's Worker's proximity to resources (0,0) or defend its own Worker from potential early aggression.\", \"tick\": 0}, {\"event\": \"Candidate produces 6 Workers (total: 6) and begins aggressive rush toward opponent's Base at (5,6). Opponent's Worker remains isolated at (6,6) with no visible defensive or offensive coordination.\", \"impact\": \"Candidate's Worker overproduction creates a numerical advantage, but Workers are scattered without coordinated targeting. Opponent's lone Worker survives to tick 1174, delaying candidate's victory.\", \"tick\": 20}, {\"event\": \"Opponent's last Worker (6,6) is eliminated by candidate's Workers. Candidate's Base survives with 1 resource, opponent's Base destroyed.\", \"impact\": \"Final decisive moment: Candidate's numerical superiority and resource collection efficiency overcome opponent's randomness.\", \"tick\": 1174}], \"win_loss_analysis\": {\"decisive_causes\": [{\"details\": \"Candidate's 18 Workers vs. opponent's 1 Worker at critical stages (e.g., tick 1173).\", \"type\": \"numerical_advantage\"}, {\"details\": \"Candidate's Workers consistently harvest resources, enabling sustained production.\", \"type\": \"resource_efficiency\"}, {\"details\": \"Opponent's RandomBiasedAI fails to capitalize on candidate's aggressive rush or defend its Base effectively.\", \"type\": \"opponent_vulnerability\"}], \"result\": \"win\"}}, {\"candidate_side\": \"p1\", \"candidate_strategy_summary\": \"Worker-rush: continuous production of Workers to attack enemy Base. One Worker harvests resources; all others advance toward enemy Base or enemy units.\", \"candidate_strengths\": [\"{'strength': 'Adaptive transition to Barracks production after initial Worker-rush phase, enabling combat unit production.'}\", \"{'strength': 'Efficient use of Light units to eliminate opponent’s Workers before Barracks construction could provide defense.'}\"], \"candidate_weaknesses\": [\"{'weakness': 'Delayed resource allocation to Workers after Barracks construction, reducing early economy strength.'}\", \"{'weakness': 'No defensive Barracks placement near Base, leaving Base vulnerable to potential early Worker rushes (not exploited here).'}\"], \"map\": null, \"match_id\": \"match_67\", \"opponent\": \"LightRush\", \"opponent_strategy_summary\": \"LightRush: rapid production of Light units (non-Worker combat units) after initial Worker presence. Adaptive to enemy pressure by prioritizing Barracks construction and unit production.\", \"result\": \"win\", \"turning_points\": [{\"event\": \"Candidate produced first Barracks at (1,0). Transitioned from pure Worker-rush to mixed strategy with Light unit production.\", \"impact\": \"Candidate gained combat flexibility but delayed resource allocation to Workers. Opponent’s Worker was eliminated by Light units, but candidate’s economy was weakened by Barracks construction.\", \"tick\": 50}, {\"event\": \"Opponent’s Worker (22,22) died to candidate’s Light units. Candidate’s Barracks produced 6 Light units by tick 819, overwhelming opponent’s lone Worker.\", \"impact\": \"Candidate’s shift to Light units created overwhelming numerical superiority, but opponent’s Worker died before Barracks construction, leaving no defense.\", \"tick\": 75}, {\"event\": \"Opponent’s last Worker (22,22) died to candidate’s Light units. Opponent’s Base was destroyed, ending the match.\", \"impact\": \"Final decisive blow: candidate’s Light units eliminated opponent’s sole unit, securing victory.\", \"tick\": 822}], \"win_loss_analysis\": {\"decisive_causes\": [{\"cause\": \"Opponent’s Worker was isolated and eliminated by candidate’s Light units before Barracks construction could provide defense.\"}, {\"cause\": \"Candidate’s Barracks production enabled rapid Light unit scaling, overwhelming opponent’s lone Worker.\"}], \"result\": \"win\"}}, {\"candidate_side\": \"p1\", \"candidate_strategy_summary\": \"Pure Worker-rush with no barracks or combat unit production. Workers harvest resources and immediately attack enemy base/units upon reaching enemy territory. No defensive structures or unit diversification.\", \"candidate_strengths\": [\"{'strength': \\\"Aggressive early pressure via Worker-rush. Exploits opponent's initial vulnerability if enemy lacks defensive units.\\\"}\"], \"candidate_weaknesses\": [\"{'weakness': 'No defensive structures (Barracks) or combat units. Vulnerable to Heavy units and unable to recover from early losses.'}\", \"{'weakness': 'Lack of resource diversification. Over-reliance on Workers for both harvesting and combat, leaving no room for adaptation.'}\"], \"map\": null, \"match_id\": \"match_85\", \"opponent\": \"HeavyRush\", \"opponent_strategy_summary\": \"HeavyRush: Rapid production of Heavy units (4+ at tick 935) with delayed barracks construction. Transitioned from Workers to Heavy units mid-game, likely exploiting candidate's lack of defensive structures.\", \"result\": \"loss\", \"turning_points\": [{\"event\": \"Opponent produces 4 Heavy units via barracks, transitioning from Worker-only strategy to Heavy-dominance. Candidate still lacks defensive structures or combat units.\", \"impact\": \"Candidate's Workers (HP=1) are overwhelmed by Heavy units (HP=8 each). No counterplay possible; opponent's Heavy units encircle and eliminate candidate's lone Worker.\", \"tick\": 935}, {\"event\": \"Both players start with identical resources (5) and single Worker. Opponent's Worker begins moving toward candidate's base (tick 1-17).\", \"impact\": \"Opponent establishes early pressure by positioning Worker near candidate's base, delaying resource accumulation.\", \"tick\": 0}], \"win_loss_analysis\": {\"decisive_causes\": [{\"cause\": \"Opponent's Heavy units overwhelmed candidate's Workers (1v4 HP ratio). Candidate had no defensive or combat units to counter.\"}, {\"cause\": \"Candidate's inability to transition to combat units (Barracks production) due to strict strategy constraints.\"}], \"result\": \"loss\"}}, {\"candidate_side\": \"p1\", \"candidate_strategy_summary\": \"\", \"candidate_strengths\": [], \"candidate_weaknesses\": [], \"map\": null, \"match_id\": \"match_107\", \"opponent\": \"WorkerRush\", \"opponent_strategy_summary\": \"\", \"result\": \"win\", \"turning_points\": [{\"event\": \"Candidate produces 4th Worker (total Workers: 4). Opponent’s Worker reaches candidate’s Base perimeter, initiating direct combat.\", \"impact\": \"Candidate’s Workers (4) engage opponent’s lone Worker near Base. Opponent’s Worker retreats after losing HP, but candidate’s Base remains intact. Opponent begins rapid resource collection and Worker production.\", \"tick\": 18}, {\"event\": \"Opponent’s Base destroyed (HP: 0). Opponent’s remaining Worker retreats to enemy territory, leaving candidate with 12 Workers and no Barracks. Opponent’s Base no longer visible; candidate Workers continue advancing.\", \"impact\": \"Candidate’s Worker count peaks at 12, but opponent’s Worker survives and retreats to enemy resources. Candidate’s Base remains intact but opponent’s Base is destroyed. Opponent’s Worker continues collecting resources, maintaining pressure.\", \"tick\": 597}, {\"event\": \"Game ends in candidate’s favor. Opponent’s last Worker dies (no units left). Candidate’s Base survives with 1 resource.\", \"impact\": \"Candidate’s numerical advantage (12 Workers vs. 0) secures victory. Opponent’s Base destruction and lack of Barracks production prevented recovery.\", \"tick\": 600}], \"win_loss_analysis\": {\"decisive_causes\": [{\"cause\": \"Candidate’s rapid Worker production (12 Workers) overwhelmed opponent’s single Worker.\", \"evidence\": [\"Candidate’s Workers outnumbered opponent’s at critical ticks (e.g., 4 vs. 1 at tick 18).\", \"Opponent’s Base destroyed at tick 597.\"]}, {\"cause\": \"Opponent’s lack of Barracks prevented recovery.\", \"evidence\": [\"Opponent’s Base destroyed with no combat units or Barracks to rebuild.\"]}, {\"cause\": \"Candidate’s Base survival despite opponent’s resource pressure.\", \"evidence\": [\"Candidate’s Base remained intact; opponent’s Worker retreated to resources but could not sustain production.\"]}], \"result\": \"win\"}}, {\"candidate_side\": \"p0\", \"candidate_strategy_summary\": \"Worker-rush with continuous production, prioritizing direct enemy Base assault via Workers. No defensive structures or combat units built.\", \"candidate_strengths\": [\"{'evidence': 'Initial Worker production (tick 0–X) suggests adherence to policy, but no observable execution beyond tick 215.', 'analysis': 'Policy theoretically sound for early pressure, but no tactical adaptation or resource management visible.'}\"], \"candidate_weaknesses\": [\"{'evidence': 'Terminal state at tick 215: `worker_count=0`, `resources=0.0`, `unit_count=0` across all units/types.', 'analysis': 'Failed to sustain production or harvest. No defensive Workers remained to protect Base or harvest, indicating critical resource starvation.'}\", \"{'evidence': 'Opponent’s `worker_count=0` at tick 215 but no visible combat units or Barracks in raw log.', 'analysis': 'Candidate’s lack of defensive structures or combat units left it vulnerable to unseen opponent pressure (e.g., scouting, sabotage, or adaptive Worker production).'}\"], \"map\": null, \"match_id\": \"match_108\", \"opponent\": \"AllInBot (upstream runtime, fault-contained)\", \"opponent_strategy_summary\": \"Unknown (AllInBot upstream runtime, fault-contained). No visible Barracks or combat units in raw log; likely adaptive or aggressive expansion.\", \"result\": \"loss\", \"turning_points\": [{\"event\": \"Terminal state reached: Candidate collapsed at tick 215 with 0 Workers, 0 resources, and no units remaining. Opponent (p1) retained dominance via unseen pressure or resource advantage.\", \"impact\": \"Match ended abruptly due to candidate's complete resource depletion and inability to sustain Worker production or defense.\", \"tick\": 215}], \"win_loss_analysis\": {\"decisive_causes\": [{\"description\": \"Candidate’s inability to harvest or produce Workers led to complete resource depletion by tick 215.\", \"type\": \"resource_collapse\"}, {\"description\": \"Opponent’s fault-contained runtime likely enabled unseen tactical responses (e.g., Worker denial, Base sabotage) that candidate’s static policy couldn’t counter.\", \"type\": \"opponent_adaptation\"}], \"result\": \"loss\"}}, {\"candidate_side\": \"p1\", \"candidate_strategy_summary\": \"Worker-rush with continuous production and immediate enemy base targeting. No barracks built; relies solely on Workers for combat and resource collection.\", \"candidate_strengths\": [\"{'strength': 'Efficient resource collection and rapid production of combat units (Workers) during early game.', 'evidence': 'By tick 780, candidate had 2 Workers harvesting and 4 Heavy units deployed.'}\", \"{'strength': 'Adaptive transition to Heavy units when facing overwhelming pressure.', 'evidence': 'Barracks built at tick 780, producing units that overwhelmed the opponent’s lone Worker.'}\"], \"candidate_weaknesses\": [\"{'weakness': 'Vulnerable to opponent’s delayed but decisive counter-strategy.', 'evidence': 'Opponent’s unknown strategy waited until candidate’s economy was strained to launch a counter-rush.'}\", \"{'weakness': 'Resource inefficiency due to Barracks construction timing.', 'evidence': 'Barracks built at tick 780 consumed resources that could have supported more Workers for sustained pressure.'}\"], \"map\": null, \"match_id\": \"match_139\", \"opponent\": \"Mayari\", \"opponent_strategy_summary\": \"\", \"result\": \"win\", \"turning_points\": [{\"event\": \"Both players start with identical initial conditions (1 Base + 1 Worker, 5 resources each). No immediate advantage.\", \"impact\": \"Neutral opening; candidate must exploit resource efficiency to gain momentum.\", \"tick\": 0}, {\"event\": \"Candidate builds first Barracks and begins producing Heavy units, abandoning pure Worker-rush. Opponent’s lone Worker is isolated and destroyed by Heavy units.\", \"impact\": \"Shift from pure aggression to mixed strategy; candidate gains combat superiority but loses economic efficiency (Barracks construction consumes resources).\", \"tick\": 780}, {\"event\": \"Opponent’s last Worker is eliminated by candidate’s Heavy units. Opponent has no units left to defend or produce.\", \"impact\": \"Decisive combat victory; opponent’s inability to counter or recover leads to game over.\", \"tick\": 784}], \"win_loss_analysis\": {\"decisive_causes\": [{\"cause\": \"Combat superiority via Heavy units\", \"details\": \"Candidate’s 4 Heavy units annihilated opponent’s lone Worker before they could recover or produce reinforcements.\"}, {\"cause\": \"Opponent’s lack of economic resilience\", \"details\": \"Opponent’s single Worker was insufficient to sustain production or defend against sustained Heavy unit pressure.\"}], \"result\": \"win\"}}, {\"candidate_side\": \"p0\", \"candidate_strategy_summary\": \"Pure Worker-rush with no barracks production. Prioritized immediate enemy Base attack after resource allocation.\", \"candidate_strengths\": [\"{'strength': 'Efficient resource allocation (1 Worker consistently harvesting).', 'context': 'First ~660 ticks, candidate maintained steady resource accumulation.'}\"], \"candidate_weaknesses\": [\"{'weakness': 'No defensive/combat unit production.', 'context': 'Lack of Barracks or combat units left candidate vulnerable to opponent’s transition to asymmetric warfare.'}\", \"{'weakness': 'No adaptive response to enemy Barracks/unit production.', 'context': 'Candidate’s strategy rigidly adhered to Worker-rush despite opponent’s clear shift toward combat dominance.'}\"], \"map\": null, \"match_id\": \"match_154\", \"opponent\": \"COAC\", \"opponent_strategy_summary\": \"Unknown (COAC), but dynamically transitioned to barracks production (~tick 660) and combat unit manufacturing (Heavy/Ranged).\", \"result\": \"loss\", \"turning_points\": [{\"event\": \"Both players start with identical initial conditions (1 Base + 1 Worker, 5 resources each).\", \"impact\": \"Neutralized early advantage potential; no immediate strategic divergence.\", \"tick\": 0}, {\"event\": \"Opponent builds first Barracks and begins producing Heavy/Ranged units, while candidate remains locked in Worker-rush.\", \"impact\": \"Opponent gains asymmetric combat advantage (4 combat units vs. candidate’s 0), enabling rapid Base destruction.\", \"tick\": 660}, {\"event\": \"Candidate’s sole Worker is eliminated (likely by ranged/heavy units), leaving no units or Base intact.\", \"impact\": \"Immediate loss; candidate’s inability to counter combat units or defend Base results in total collapse.\", \"tick\": 665}], \"win_loss_analysis\": {\"decisive_causes\": [{\"cause\": \"Asymmetric combat advantage\", \"detail\": \"Opponent’s 4 combat units (Heavy/Ranged) overwhelmed candidate’s 0-unit defense.\"}, {\"cause\": \"No defensive infrastructure\", \"detail\": \"Candidate’s absence of Barracks/defensive units prevented counterplay.\"}], \"result\": \"loss\"}}, {\"candidate_side\": \"p0\", \"candidate_strategy_summary\": \"Pure Worker-rush with no barracks production. Prioritized immediate enemy Base attack after resource collection.\", \"candidate_strengths\": [\"{'strength': 'Efficient resource collection (both Workers harvest continuously).', 'context': \\\"Early game (ticks 0-19), candidate maximized resource gathering before opponent's Barracks production.\\\"}\"], \"candidate_weaknesses\": [\"{'weakness': 'No defensive infrastructure (no Barracks or Barracks production).', 'context': \\\"Opponent's combat units (Heavies, Light, Ranged) exploit lack of defensive units or structures.\\\"}\", \"{'weakness': 'Lack of unit diversification.', 'context': \\\"Candidate's Workers are vulnerable to coordinated attacks from opponent's mixed combat units.\\\"}\", \"{'weakness': 'No prioritization of resource security.', 'context': \\\"Opponent's Workers and combat units encircle candidate's Workers, preventing resource collection.\\\"}\"], \"map\": null, \"match_id\": \"match_170\", \"opponent\": \"TMA\", \"opponent_strategy_summary\": \"\", \"result\": \"loss\", \"turning_points\": [{\"event\": \"Candidate's second Worker reaches enemy territory (x=1, y=2) while opponent constructs Barracks (x=14, y=12) and begins unit production.\", \"impact\": \"Opponent initiates combat unit production (Heavies, Light, Ranged) while candidate's Workers are isolated and vulnerable to coordinated attacks.\", \"tick\": 19}, {\"event\": \"Opponent deploys 4 combat units (2x Heavy, 1x Light, 1x Ranged) to target candidate's Workers. Candidate's Workers are overwhelmed in clustered engagements.\", \"impact\": \"Candidate's Workers are eliminated without reinforcements or defensive structures, leading to resource starvation and base loss.\", \"tick\": 634}], \"win_loss_analysis\": {\"decisive_causes\": [{\"cause\": \"Opponent's Barracks production enabled combat unit production (Heavies, Light, Ranged) before candidate could scale.\", \"evidence\": [\"Barracks built at tick 19\", \"Combat units deployed by tick 634\"]}, {\"cause\": \"Candidate's Workers were outnumbered and outclassed in combat engagements.\", \"evidence\": [\"Candidate's Workers eliminated by tick 635\", \"Opponent's 4 combat units vs. candidate's 2 Workers\"]}, {\"cause\": \"Candidate's lack of defensive structures prevented recovery.\", \"evidence\": [\"No Barracks or defensive units to counter opponent's combat units\"]}], \"result\": \"loss\"}}], \"global_evaluation_summary\": {\"competitive_win_rate\": 0.0, \"evaluated_match_count\": 180, \"evaluation_configuration\": {\"maps\": [\"maps/8x8/basesWorkers8x8.xml\", \"maps/16x16/basesWorkers16x16.xml\", \"maps/24x24/basesWorkers24x24.xml\"], \"required_cases_per_opponent\": 18, \"rounds_per_map\": 3, \"swap_player_sides\": true}, \"failed_or_unresolved_match_count\": 0, \"fully_beaten_opponents\": [], \"fully_beaten_opponents_count\": 0, \"opponents\": [{\"completed_matches\": 18, \"draws\": 18, \"expected_matches\": 18, \"fully_beaten_opponent\": false, \"losses\": 0, \"maps\": {\"map_1\": {\"draws\": 6, \"losses\": 0, \"matches\": 6, \"win_rate\": 0.0, \"wins\": 0}, \"map_2\": {\"draws\": 6, \"losses\": 0, \"matches\": 6, \"win_rate\": 0.0, \"wins\": 0}, \"map_3\": {\"draws\": 6, \"losses\": 0, \"matches\": 6, \"win_rate\": 0.0, \"wins\": 0}}, \"opponent\": \"PassiveAI\", \"opponent_id\": \"passive\", \"player_sides\": {\"p0\": {\"draws\": 9, \"losses\": 0, \"matches\": 9, \"win_rate\": 0.0, \"wins\": 0}, \"p1\": {\"draws\": 9, \"losses\": 0, \"matches\": 9, \"win_rate\": 0.0, \"wins\": 0}}, \"win_rate\": 0.0, \"wins\": 0}, {\"completed_matches\": 18, \"draws\": 18, \"expected_matches\": 18, \"fully_beaten_opponent\": false, \"losses\": 0, \"maps\": {\"map_1\": {\"draws\": 6, \"losses\": 0, \"matches\": 6, \"win_rate\": 0.0, \"wins\": 0}, \"map_2\": {\"draws\": 6, \"losses\": 0, \"matches\": 6, \"win_rate\": 0.0, \"wins\": 0}, \"map_3\": {\"draws\": 6, \"losses\": 0, \"matches\": 6, \"win_rate\": 0.0, \"wins\": 0}}, \"opponent\": \"RandomAI\", \"opponent_id\": \"random\", \"player_sides\": {\"p0\": {\"draws\": 9, \"losses\": 0, \"matches\": 9, \"win_rate\": 0.0, \"wins\": 0}, \"p1\": {\"draws\": 9, \"losses\": 0, \"matches\": 9, \"win_rate\": 0.0, \"wins\": 0}}, \"win_rate\": 0.0, \"wins\": 0}, {\"completed_matches\": 18, \"draws\": 11, \"expected_matches\": 18, \"fully_beaten_opponent\": false, \"losses\": 7, \"maps\": {\"map_1\": {\"draws\": 1, \"losses\": 5, \"matches\": 6, \"win_rate\": 0.0, \"wins\": 0}, \"map_2\": {\"draws\": 4, \"losses\": 2, \"matches\": 6, \"win_rate\": 0.0, \"wins\": 0}, \"map_3\": {\"draws\": 6, \"losses\": 0, \"matches\": 6, \"win_rate\": 0.0, \"wins\": 0}}, \"opponent\": \"RandomBiasedAI\", \"opponent_id\": \"randombias\", \"player_sides\": {\"p0\": {\"draws\": 5, \"losses\": 4, \"matches\": 9, \"win_rate\": 0.0, \"wins\": 0}, \"p1\": {\"draws\": 6, \"losses\": 3,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\"LightRush\", \"opponent_id\": \"lightrush\", \"player_sides\": {\"p0\": {\"draws\": 0, \"losses\": 9, \"matches\": 9, \"win_rate\": 0.0, \"wins\": 0}, \"p1\": {\"draws\": 0, \"losses\": 9,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\"HeavyRush\", \"opponent_id\": \"heavyrush\", \"player_sides\": {\"p0\": {\"draws\": 0, \"losses\": 9, \"matches\": 9, \"win_rate\": 0.0, \"wins\": 0}, \"p1\": {\"draws\": 0, \"losses\": 9,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\"WorkerRush\", \"opponent_id\": \"workerrush\", \"player_sides\": {\"p0\": {\"draws\": 0, \"losses\": 9, \"matches\": 9, \"win_rate\": 0.0, \"wins\": 0}, \"p1\": {\"draws\": 0, \"losses\": 9,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\"AllInBot (upstream runtime, fault-contained)\", \"opponent_id\": \"allinbot\", \"player_sides\": {\"p0\": {\"draws\": 0, \"losses\": 9, \"matches\": 9, \"win_rate\": 0.0, \"wins\": 0}, \"p1\": {\"draws\": 0, \"losses\": 9,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\"Mayari\", \"opponent_id\": \"mayari\", \"player_sides\": {\"p0\": {\"draws\": 0, \"losses\": 9, \"matches\": 9, \"win_rate\": 0.0, \"wins\": 0}, \"p1\": {\"draws\": 0, \"losses\": 9,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\"COAC\", \"opponent_id\": \"coac\", \"player_sides\": {\"p0\": {\"draws\": 0, \"losses\": 9, \"matches\": 9, \"win_rate\": 0.0, \"wins\": 0}, \"p1\": {\"draws\": 0, \"losses\": 9,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\"TMA\", \"opponent_id\": \"tma\", \"player_sides\": {\"p0\": {\"draws\": 0, \"losses\": 9, \"matches\": 9, \"win_rate\": 0.0, \"wins\": 0}, \"p1\": {\"draws\": 0, \"losses\": 9, \"matches\": 9, \"win_rate\": 0.0, \"wins\": 0}}, \"win_rate\": 0.0, \"wins\": 0}], \"schema_version\": \"strategy-reflection-global-summary-v1\", \"source\": \"all_evaluated_match_results\", \"total_draws\": 47, \"total_losses\": 133, \"total_matches\": 180, \"total_wins\": 0}, \"match_selection\": {\"actual_sample_size\": 10, \"available_results\": {\"draw\": 47, \"loss\": 133, \"win\": 0}, \"candidate_id\": \"worker_rush_reflection_subject\", \"commentary_failures\": [], \"coverage_counts\": {\"maps\": 3, \"opponent_map_side_combinations\": 10, \"opponents\": 10}, \"draws_sampled\": 2, \"eligible_match_count\": 180, \"eligible_match_ids\": [\"match_00\", \"match_01\", \"match_02\", \"match_03\", \"match_04\", \"match_05\", \"match_06\", \"match_07\", \"match_08\", \"match_09\", \"match_10\", \"match_11\", \"match_12\", \"match_13\", \"match_14\", \"match_15\", \"match_16\", \"match_17\", \"match_18\", \"match_19\", \"match_20\", \"match_21\", \"match_22\", \"match_23\", \"match_24\", \"match_25\", \"match_26\", \"match_27\", \"match_28\", \"match_29\", \"match_30\", \"match_31\", \"match_32\", \"match_33\", \"match_34\", \"match_35\", \"match_36\", \"match_37\", \"match_38\", \"match_39\", \"match_40\", \"match_41\", \"match_42\", \"match_43\", \"match_44\", \"match_45\", \"match_46\", \"match_47\", \"match_48\", \"match_49\", \"match_50\", \"match_51\", \"match_52\", \"match_53\", \"match_54\", \"match_55\", \"match_56\", \"match_57\", \"match_58\", \"match_59\", \"match_60\", \"match_61\", \"match_62\", \"match_63\", \"match_64\", \"match_65\", \"match_66\", \"match_67\", \"match_68\", \"match_69\", \"match_70\", \"match_71\", \"match_72\", \"match_73\", \"match_74\", \"match_75\", \"match_76\", \"match_77\", \"match_78\", \"match_79\", \"match_80\", \"match_81\", \"match_82\", \"match_83\", \"match_84\", \"match_85\", \"match_86\", \"match_87\", \"match_88\", \"match_89\", \"match_90\", \"match_91\", \"match_92\", \"match_93\", \"match_94\", \"match_95\", \"match_96\", \"match_97\", \"match_98\", \"match_99\", \"match_100\", \"match_101\", \"match_102\", \"match_103\", \"match_104\", \"match_105\", \"match_106\", \"match_107\", \"match_108\", \"match_109\", \"match_110\", \"match_111\", \"match_112\", \"match_113\", \"match_114\", \"match_115\", \"match_116\", \"match_117\", \"match_118\", \"match_119\", \"match_120\", \"match_121\", \"match_122\", \"match_123\", \"match_124\", \"match_125\", \"match_126\", \"match_127\", \"match_128\", \"match_129\", \"match_130\", \"match_131\", \"match_132\", \"match_133\", \"match_134\", \"match_135\", \"match_136\", \"match_137\", \"match_138\", \"match_139\", \"match_140\", \"match_141\", \"match_142\", \"match_143\", \"match_144\", \"match_145\", \"match_146\", \"match_147\", \"match_148\", \"match_149\", \"match_150\", \"match_151\", \"match_152\", \"match_153\", \"match_154\", \"match_155\", \"match_156\", \"match_157\", \"match_158\", \"match_159\", \"match_160\", \"match_161\", \"match_162\", \"match_163\", \"match_164\", \"match_165\", \"match_166\", \"match_167\", \"match_168\", \"match_169\", \"match_170\", \"match_171\", \"match_172\", \"match_173\", \"match_174\", \"match_175\", \"match_176\", \"match_177\", \"match_178\", \"match_179\"], \"generation_index\": 1, \"losses_sampled\": 8, \"random_provenance\": {\"candidate_id\": \"worker_rush_reflection_subject\", \"generation_index\": 1, \"reflection_invocation\": 0, \"run_seed\": 7, \"seed\": 990237553232952629}, \"requested_sample_size\": 10, \"sample_count\": 10, \"sampled_maps\": [\"map_1\", \"map_2\", \"map_1\", \"map_3\", \"map_3\", \"map_3\", \"map_1\", \"map_3\", \"map_2\", \"map_2\"], \"sampled_match_ids\": [\"match_03\", \"match_26\", \"match_41\", \"match_67\", \"match_85\", \"match_107\", \"match_108\", \"match_139\", \"match_154\", \"match_170\"], \"sampled_opponents\": [\"passive\", \"random\", \"randombias\", \"lightrush\", \"heavyrush\", \"workerrush\", \"allinbot\", \"mayari\", \"coac\", \"tma\"], \"sampled_player_positions\": [\"p1\", \"p0\", \"p1\", \"p1\", \"p1\", \"p1\", \"p0\", \"p1\", \"p0\", \"p0\"], \"sampled_results\": [\"draw\", \"draw\", \"loss\", \"loss\", \"loss\", \"loss\", \"loss\", \"loss\", \"loss\", \"loss\"], \"sampling_priority\": \"opponent_coverage_then_map_coverage_then_loss_draw_win_then_seeded_random_ties\", \"schema_version\": \"strategy-reflection-match-selection-v2\", \"selected_match_count\": 10, \"selected_match_ids\": [\"match_03\", \"match_26\", \"match_41\", \"match_67\", \"match_85\", \"match_107\", \"match_108\", \"match_139\", \"match_154\", \"match_170\"], \"selected_outcome_class\": \"mixed\", \"selection_is_coverage_aware\": true, \"selection_rule\": \"opponent_coverage_then_map_coverage_then_loss_draw_win\", \"total_draws\": 47, \"total_losses\": 133, \"total_match_count\": 180, \"total_wins\": 0, \"unique_maps_sampled\": 3, \"unique_opponents_sampled\": 10, \"wins_sampled\": 0}, \"parent_comparison\": {\"available\": true, \"improved\": [{\"candidate_side\": \"p0\", \"child_candidate_id\": \"worker_rush_parent\", \"child_match_id\": \"match_18\", \"delta\": 3.367457, \"map\": \"map_1\", \"opponent\": \"random\", \"parent_candidate_id\": \"worker_rush_parent\", \"parent_match_id\": \"match_22\", \"reference\": \"worker_rush_parent\", \"relevant_ticks\": [], \"status\": \"improved\"}, {\"candidate_side\": \"p1\", \"child_candidate_id\": \"worker_rush_parent\", \"child_match_id\": \"match_19\", \"delta\": 1.586391, \"map\": \"map_1\", \"opponent\": \"random\", \"parent_candidate_id\": \"worker_rush_parent\", \"parent_match_id\": \"match_23\", \"reference\": \"worker_rush_parent\", \"relevant_ticks\": [], \"status\": \"improved\"}, {\"candidate_side\": \"p0\", \"child_candidate_id\": \"worker_rush_parent\", \"child_match_id\": \"match_20\", \"delta\": 0.768847, \"map\": \"map_1\", \"opponent\": \"random\", \"parent_candidate_id\": \"worker_rush_parent\", \"parent_match_id\": \"match_22\", \"reference\": \"worker_rush_parent\", \"relevant_ticks\": [], \"status\": \"improved\"}, {\"candidate_side\": \"p0\", \"child_candidate_id\": \"worker_rush_parent\", \"child_match_id\": \"match_24\", \"delta\": 2.478857, \"map\": \"map_2\", \"opponent\": \"random\", \"parent_candidate_id\": \"worker_rush_parent\", \"parent_match_id\": \"match_28\", \"reference\": \"worker_rush_parent\", \"relevant_ticks\": [], \"status\": \"improved\"}, {\"candidate_side\": \"p0\", \"child_candidate_id\": \"worker_rush_parent\", \"child_match_id\": \"match_26\", \"delta\": 2.522787, \"map\": \"map_2\", \"opponent\": \"random\", \"parent_candidate_id\": \"worker_rush_parent\", \"parent_match_id\": \"match_28\", \"reference\": \"worker_rush_parent\", \"relevant_ticks\": [], \"status\": \"improved\"}, {\"candidate_side\": \"p1\", \"child_candidate_id\": \"worker_rush_parent\", \"child_match_id\": \"match_27\", \"delta\": 0.196029, \"map\": \"map_2\", \"opponent\": \"random\", \"parent_candidate_id\": \"worker_rush_parent\", \"parent_match_id\": \"match_29\", \"reference\": \"worker_rush_parent\", \"relevant_ticks\": [], \"status\": \"improved\"}, {\"candidate_side\": \"p1\", \"child_candidate_id\": \"worker_rush_parent\", \"child_match_id\": \"match_31\", \"delta\": 2.676041, \"map\": \"map_3\", \"opponent\": \"random\", \"parent_candidate_id\": \"worker_rush_parent\", \"parent_match_id\": \"match_35\", \"reference\": \"worker_rush_parent\", \"relevant_ticks\": [], \"status\": \"improved\"}, {\"candidate_side\": \"p1\", \"child_candidate_id\": \"worker_rush_parent\", \"child_match_id\": \"match_33\", \"delta\": 1.348416, \"map\": \"map_3\", \"opponent\": \"random\", \"parent_candidate_id\": \"worker_rush_parent\", \"parent_match_id\": \"match_35\", \"reference\": \"worker_rush_parent\", \"relevant_ticks\": [], \"status\": \"improved\"}, {\"candidate_side\": \"p0\", \"child_candidate_id\": \"worker_rush_parent\", \"child_match_id\": \"match_36\", \"delta\": 101.792871, \"map\": \"map_1\", \"opponent\": \"randombias\", \"parent_candidate_id\": \"worker_rush_parent\", \"parent_match_id\": \"match_40\", \"reference\": \"worker_rush_parent\", \"relevant_ticks\": [], \"status\": \"improved\"}, {\"candidate_side\": \"p1\", \"child_candidate_id\": \"worker_rush_parent\", \"child_match_id\": \"match_37\", \"delta\": 0.444316, \"map\": \"map_1\", \"opponent\": \"randombias\", \"parent_candidate_id\": \"worker_rush_parent\", \"parent_match_id\": \"match_41\", \"reference\": \"worker_rush_parent\", \"relevant_ticks\": [], \"status\": \"improved\"}, {\"candidate_side\": \"p0\", \"child_candidate_id\": \"worker_rush_parent\", \"child_match_id\": \"match_38\", \"delta\": 1.159951, \"map\": \"map_1\", \"opponent\": \"randombias\", \"parent_candidate_id\": \"worker_rush_parent\", \"parent_match_id\": \"match_40\", \"reference\": \"worker_rush_parent\", \"relevant_ticks\": [], \"status\": \"improved\"}, {\"candidate_side\": \"p0\", \"child_candidate_id\": \"worker_rush_parent\", \"child_match_id\": \"match_44\", \"delta\": 95.829322, \"map\": \"map_2\", \"opponent\": \"randombias\", \"parent_candidate_id\": \"worker_rush_parent\", \"parent_match_id\": \"match_46\", \"reference\": \"worker_rush_parent\", \"relevant_ticks\": [], \"status\": \"improved\"}, {\"candidate_side\": \"p1\", \"child_candidate_id\": \"worker_rush_parent\", \"child_match_id\": \"match_45\", \"delta\": 1.751283, \"map\": \"map_2\", \"opponent\": \"randombias\", \"parent_candidate_id\": \"worker_rush_parent\", \"parent_match_id\": \"match_47\", \"reference\": \"worker_rush_parent\", \"relevant_ticks\": [], \"status\": \"improved\"}, {\"candidate_side\": \"p0\", \"child_candidate_id\": \"worker_rush_parent\", \"child_match_id\": \"match_48\", \"delta\": 0.246775, \"map\": \"map_3\", \"opponent\": \"randombias\", \"parent_candidate_id\": \"worker_rush_parent\", \"parent_match_id\": \"match_52\", \"reference\": \"worker_rush_parent\", \"relevant_ticks\": [], \"status\": \"improved\"}, {\"candidate_side\": \"p1\", \"child_candidate_id\": \"worker_rush_parent\", \"child_match_id\": \"match_49\", \"delta\": 0.199866, \"map\": \"map_3\", \"opponent\": \"randombias\", \"parent_candidate_id\": \"worker_rush_parent\", \"parent_match_id\": \"match_53\", \"reference\": \"worker_rush_parent\", \"relevant_ticks\": [], \"status\": \"improved\"}, {\"candidate_side\": \"p0\", \"child_candidate_id\": \"worker_rush_parent\", \"child_match_id\": \"match_50\", \"delta\": 0.296717, \"map\": \"map_3\", \"opponent\": \"randombias\", \"parent_candidate_id\": \"worker_rush_parent\", \"parent_match_id\": \"match_52\", \"reference\": \"worker_rush_parent\", \"relevant_ticks\": [], \"status\": \"improved\"}, {\"candidate_side\": \"p1\", \"child_candidate_id\": \"worker_rush_parent\", \"child_match_id\": \"match_51\", \"delta\": 0.100062, \"map\": \"map_3\", \"opponent\": \"randombias\", \"parent_candidate_id\": \"worker_rush_parent\", \"parent_match_id\": \"match_53\", \"reference\": \"worker_rush_parent\", \"relevant_ticks\": [], \"status\": \"improved\"}, {\"candidate_side\": \"p0\", \"child_candidate_id\": \"worker_rush_parent\", \"child_match_id\": \"match_132\", \"delta\": 0.000933, \"map\": \"map_2\", \"opponent\": \"mayari\", \"parent_candidate_id\": \"worker_rush_parent\", \"parent_match_id\": \"match_136\", \"reference\": \"worker_rush_parent\", \"relevant_ticks\": [], \"status\": \"improved\"}, {\"candidate_side\": \"p1\", \"child_candidate_id\": \"worker_rush_parent\", \"child_match_id\": \"match_133\", \"delta\": 0.374676, \"map\": \"map_2\", \"opponent\": \"mayari\", \"parent_candidate_id\": \"worker_rush_parent\", \"parent_match_id\": \"match_137\", \"reference\": \"worker_rush_parent\", \"relevant_ticks\": [], \"status\": \"improved\"}, {\"candidate_side\": \"p0\", \"child_candidate_id\": \"worker_rush_parent\", \"child_match_id\": \"match_134\", \"delta\": 0.841776, \"map\": \"map_2\", \"opponent\": \"mayari\", \"parent_candidate_id\": \"worker_rush_parent\", \"parent_match_id\": \"match_136\", \"reference\": \"worker_rush_parent\", \"relevant_ticks\": [], \"status\": \"improved\"}, {\"candidate_side\": \"p1\", \"child_candidate_id\": \"worker_rush_parent\", \"child_match_id\": \"match_135\", \"delta\": 0.371047, \"map\": \"map_2\", \"opponent\": \"mayari\", \"parent_candidate_id\": \"worker_rush_parent\", \"parent_match_id\": \"match_137\", \"reference\": \"worker_rush_parent\", \"relevant_ticks\": [], \"status\": \"improved\"}], \"matched_pairs\": [{\"candidate_side\": \"p0\", \"child_candidate_id\": \"worker_rush_parent\", \"child_match_id\": \"match_00\", \"delta\": 0.0, \"map\": \"map_1\", \"opponent\": \"passive\", \"parent_candidate_id\": \"worker_rush_parent\", \"parent_match_id\": \"match_04\", \"reference\": \"worker_rush_parent\", \"relevant_ticks\": [], \"status\": \"unchanged\"}, {\"candidate_side\": \"p1\", \"child_candidate_id\": \"worker_rush_parent\", \"child_match_id\": \"match_01\", \"delta\": 0.0, \"map\": \"map_1\", \"opponent\": \"passive\", \"parent_candidate_id\": \"worker_rush_parent\", \"parent_match_id\": \"match_05\", \"reference\": \"worker_rush_parent\", \"relevant_ticks\": [], \"status\": \"unchanged\"}, {\"candidate_side\": \"p0\", \"child_candidate_id\": \"worker_rush_parent\", \"child_match_id\": \"match_02\", \"delta\": 0.0, \"map\": \"map_1\", \"opponent\": \"passive\", \"parent_candidate_id\": \"worker_rush_parent\", \"parent_match_id\": \"match_04\", \"reference\": \"worker_rush_parent\", \"relevant_ticks\": [], \"status\": \"unchanged\"}, {\"candidate_side\": \"p1\", \"child_candidate_id\": \"worker_rush_parent\", \"child_match_id\": \"match_03\", \"delta\": 0.0, \"map\": \"map_1\", \"opponent\": \"passive\", \"parent_candidate_id\": \"worker_rush_parent\", \"parent_match_id\": \"match_05\", \"reference\": \"worker_rush_parent\", \"relevant_ticks\": [], \"status\": \"unchanged\"}, {\"candidate_side\": \"p0\", \"child_candidate_id\": \"worker_rush_parent\", \"child_match_id\": \"match_04\", \"delta\": 0.0, \"map\": \"map_1\", \"opponent\": \"passive\", \"parent_candidate_id\": \"worker_rush_parent\", \"parent_match_id\": \"match_04\", \"reference\": \"worker_rush_parent\", \"relevant_ticks\": [], \"status\": \"unchanged\"}, {\"candidate_side\": \"p1\", \"child_candidate_id\": \"worker_rush_parent\", \"child_match_id\": \"match_05\", \"delta\": 0.0, \"map\": \"map_1\", \"opponent\": \"passive\", \"parent_candidate_id\": \"worker_rush_parent\", \"parent_match_id\": \"match_05\", \"reference\": \"worker_rush_parent\", \"relevant_ticks\": [], \"status\": \"unchanged\"}, {\"candidate_side\": \"p0\", \"child_candidate_id\": \"worker_rush_parent\", \"child_match_id\": \"match_06\", \"delta\": 0.0, \"map\": \"map_2\", \"opponent\": \"passive\", \"parent_candidate_id\": \"worker_rush_parent\", \"parent_match_id\": \"match_10\", \"reference\": \"worker_rush_parent\", \"relevant_ticks\": [], \"status\": \"unchanged\"}, {\"candidate_side\": \"p1\", \"child_candidate_id\": \"worker_rush_parent\", \"child_match_id\": \"match_07\", \"delta\": 0.0, \"map\": \"map_2\", \"opponent\": \"passive\", \"parent_candidate_id\": \"worker_rush_parent\", \"parent_match_id\": \"match_11\", \"reference\": \"worker_rush_parent\", \"relevant_ticks\": [], \"status\": \"unchanged\"}, {\"candidate_side\": \"p0\", \"child_candidate_id\": \"worker_rush_parent\", \"child_match_id\": \"match_08\", \"delta\": 0.0, \"map\": \"map_2\", \"opponent\": \"passive\", \"parent_candidate_id\": \"worker_rush_parent\", \"parent_match_id\": \"match_10\", \"reference\": \"worker_rush_parent\", \"relevant_ticks\": [], \"status\": \"unchanged\"}, {\"candidate_side\": \"p1\", \"child_candidate_id\": \"worker_rush_parent\", \"child_match_id\": \"match_09\", \"delta\": 0.0, \"map\": \"map_2\", \"opponent\": \"passive\", \"parent_candidate_id\": \"worker_rush_parent\", \"parent_match_id\": \"match_11\", \"reference\": \"worker_rush_parent\", \"relevant_ticks\": [], \"status\": \"unchanged\"}, {\"candidate_side\": \"p0\", \"child_candidate_id\": \"worker_rush_parent\", \"child_match_id\": \"match_10\", \"delta\": 0.0, \"map\": \"map_2\", \"opponent\": \"passive\", \"parent_candidate_id\": \"worker_rush_parent\", \"parent_match_id\": \"match_10\", \"reference\": \"worker_rush_parent\", \"relevant_ticks\": [], \"status\": \"unchanged\"}, {\"candidate_side\": \"p1\", \"child_candidate_id\": \"worker_rush_parent\", \"child_match_id\": \"match_11\", \"delta\": 0.0, \"map\": \"map_2\", \"opponent\": \"passive\", \"parent_candidate_id\": \"worker_rush_parent\", \"parent_match_id\": \"match_11\", \"reference\": \"worker_rush_parent\", \"relevant_ticks\": [], \"status\": \"unchanged\"}, {\"candidate_side\": \"p0\", \"child_candidate_id\": \"worker_rush_parent\", \"child_match_id\": \"match_12\", \"delta\": 0.0, \"map\": \"map_3\", \"opponent\": \"passive\", \"parent_candidate_id\": \"worker_rush_parent\", \"parent_match_id\": \"match_16\", \"reference\": \"worker_rush_parent\", \"relevant_ticks\": [], \"status\": \"unchanged\"}, {\"candidate_side\": \"p1\", \"child_candidate_id\": \"worker_rush_parent\", \"child_match_id\": \"match_13\", \"delta\": 0.0, \"map\": \"map_3\", \"opponent\": \"passive\", \"parent_candidate_id\": \"worker_rush_parent\", \"parent_match_id\": \"match_17\", \"reference\": \"worker_rush_parent\", \"relevant_ticks\": [], \"status\": \"unchanged\"}, {\"candidate_side\": \"p0\", \"child_candidate_id\": \"worker_rush_parent\", \"child_match_id\": \"match_14\", \"delta\": 0.0, \"map\": \"map_3\", \"opponent\": \"passive\", \"parent_candidate_id\": \"worker_rush_parent\", \"parent_match_id\": \"match_16\", \"reference\": \"worker_rush_parent\", \"relevant_ticks\": [], \"status\": \"unchanged\"}, {\"candidate_side\": \"p1\", \"child_candidate_id\": \"worker_rush_parent\", \"child_match_id\": \"match_15\", \"delta\": 0.0, \"map\": \"map_3\", \"opponent\": \"passive\", \"parent_candidate_id\": \"worker_rush_parent\", \"parent_match_id\": \"match_17\", \"reference\": \"worker_rush_parent\", \"relevant_ticks\": [], \"status\": \"unchanged\"}, {\"candidate_side\": \"p0\", \"child_candidate_id\": \"worker_rush_parent\", \"child_match_id\": \"match_16\", \"delta\": 0.0, \"map\": \"map_3\", \"opponent\": \"passive\", \"parent_candidate_id\": \"worker_rush_parent\", \"parent_match_id\": \"match_16\", \"reference\": \"worker_rush_parent\", \"relevant_ticks\": [], \"status\": \"unchanged\"}, {\"candidate_side\": \"p1\", \"child_candidate_id\": \"worker_rush_parent\", \"child_match_id\": \"match_17\", \"delta\": 0.0, \"map\": \"map_3\", \"opponent\": \"passive\", \"parent_candidate_id\": \"worker_rush_parent\", \"parent_match_id\": \"match_17\", \"reference\": \"worker_rush_parent\", \"relevant_ticks\": [], \"status\": \"unchanged\"}, {\"candidate_side\": \"p0\", \"child_candidate_id\": \"worker_rush_parent\", \"child_match_id\": \"match_18\", \"delta\": 3.367457, \"map\": \"map_1\", \"opponent\": \"random\", \"parent_candidate_id\": \"worker_rush_parent\", \"parent_match_id\": \"match_22\", \"reference\": \"worker_rush_parent\", \"relevant_ticks\": [], \"status\": \"improved\"}, {\"candidate_side\": \"p1\", \"child_candidate_id\": \"worker_rush_parent\", \"child_match_id\": \"match_19\", \"delta\": 1.586391, \"map\": \"map_1\", \"opponent\": \"random\", \"parent_candidate_id\": \"worker_rush_parent\", \"parent_match_id\": \"match_23\", \"reference\": \"worker_rush_parent\", \"relevant_ticks\": [], \"status\": \"improved\"}, {\"candidate_side\": \"p0\", \"child_candidate_id\": \"worker_rush_parent\", \"child_match_id\": \"match_20\", \"delta\": 0.768847, \"map\": \"map_1\", \"opponent\": \"random\", \"parent_candidate_id\": \"worker_rush_parent\", \"parent_match_id\": \"match_22\", \"reference\": \"worker_rush_parent\", \"relevant_ticks\": [], \"status\": \"improved\"}, {\"candidate_side\": \"p1\", \"child_candidate_id\": \"worker_rush_parent\", \"child_match_id\": \"match_21\", \"delta\": -2.911703, \"map\": \"map_1\", \"opponent\": \"random\", \"parent_candidate_id\": \"worker_rush_parent\", \"parent_match_id\": \"match_23\", \"reference\": \"worker_rush_parent\", \"relevant_ticks\": [], \"status\": \"regressed\"}, {\"candidate_side\": \"p0\", \"child_candidate_id\": \"worker_rush_parent\", \"child_match_id\": \"match_22\", \"delta\": 0.0, \"map\": \"map_1\", \"opponent\": \"random\", \"parent_candidate_id\": \"worker_rush_parent\", \"parent_match_id\": \"match_22\", \"reference\": \"worker_rush_parent\", \"relevant_ticks\": [], \"status\": \"unchanged\"}, {\"candidate_side\": \"p1\", \"child_candidate_id\": \"worker_rush_parent\", \"child_match_id\": \"match_23\", \"delta\": 0.0, \"map\": \"map_1\", \"opponent\": \"random\", \"parent_candidate_id\": \"worker_rush_parent\", \"parent_match_id\": \"match_23\", \"reference\": \"worker_rush_parent\", \"relevant_ticks\": [], \"status\": \"unchanged\"}, {\"candidate_side\": \"p0\", \"child_candidate_id\": \"worker_rush_parent\", \"child_match_id\": \"match_24\", \"delta\": 2.478857, \"map\": \"map_2\", \"opponent\": \"random\", \"parent_candidate_id\": \"worker_rush_parent\", \"parent_match_id\": \"match_28\", \"reference\": \"worker_rush_parent\", \"relevant_ticks\": [], \"status\": \"improved\"}, {\"candidate_side\": \"p1\", \"child_candidate_id\": \"worker_rush_parent\", \"child_match_id\": \"match_25\", \"delta\": -1.732499, \"map\": \"map_2\", \"opponent\": \"random\", \"parent_candidate_id\": \"worker_rush_parent\", \"parent_match_id\": \"match_29\", \"reference\": \"worker_rush_parent\", \"relevant_ticks\": [], \"status\": \"regressed\"}, {\"candidate_side\": \"p0\", \"child_candidate_id\": \"worker_rush_parent\", \"child_match_id\": \"match_26\", \"delta\": 2.522787, \"map\": \"map_2\", \"opponent\": \"random\", \"parent_candidate_id\": \"worker_rush_parent\", \"parent_match_id\": \"match_28\", \"reference\": \"worker_rush_parent\", \"relevant_ticks\": [], \"status\": \"improved\"}, {\"candidate_side\": \"p1\", \"child_candidate_id\": \"worker_rush_parent\", \"child_match_id\": \"match_27\", \"delta\": 0.196029, \"map\": \"map_2\", \"opponent\": \"random\", \"parent_candidate_id\": \"worker_rush_parent\", \"parent_match_id\": \"match_29\", \"reference\": \"worker_rush_parent\", \"relevant_ticks\": [], \"status\": \"improved\"}, {\"candidate_side\": \"p0\", \"child_candidate_id\": \"worker_rush_parent\", \"child_match_id\": \"match_28\", \"delta\": 0.0, \"map\": \"map_2\", \"opponent\": \"random\", \"parent_candidate_id\": \"worker_rush_parent\", \"parent_match_id\": \"match_28\", \"reference\": \"worker_rush_parent\", \"relevant_ticks\": [], \"status\": \"unchanged\"}, {\"candidate_side\": \"p1\", \"child_candidate_id\": \"worker_rush_parent\", \"child_match_id\": \"match_29\", \"delta\": 0.0, \"map\": \"map_2\", \"opponent\": \"random\", \"parent_candidate_id\": \"worker_rush_parent\", \"parent_match_id\": \"match_29\", \"reference\": \"worker_rush_parent\", \"relevant_ticks\": [], \"status\": \"unchanged\"}, {\"candidate_side\": \"p0\", \"child_candidate_id\": \"worker_rush_parent\", \"child_match_id\": \"match_30\", \"delta\": -1.164926, \"map\": \"map_3\", \"opponent\": \"random\", \"parent_candidate_id\": \"worker_rush_parent\", \"parent_match_id\": \"match_34\", \"reference\": \"worker_rush_parent\", \"relevant_ticks\": [], \"status\": \"regressed\"}, {\"candidate_side\": \"p1\", \"child_candidate_id\": \"worker_rush_parent\", \"child_match_id\": \"match_31\", \"delta\": 2.676041, \"map\": \"map_3\", \"opponent\": \"random\", \"parent_candidate_id\": \"worker_rush_parent\", \"parent_match_id\": \"match_35\", \"reference\": \"worker_rush_parent\", \"relevant_ticks\": [], \"status\": \"improved\"}, {\"candidate_side\": \"p0\", \"child_candidate_id\": \"worker_rush_parent\", \"child_match_id\": \"match_32\", \"delta\": -0.83732, \"map\": \"map_3\", \"opponent\": \"random\", \"parent_candidate_id\": \"worker_rush_parent\", \"parent_match_id\": \"match_34\", \"reference\": \"worker_rush_parent\", \"relevant_ticks\": [], \"status\": \"regressed\"}, {\"candidate_side\": \"p1\", \"child_candidate_id\": \"worker_rush_parent\", \"child_match_id\": \"match_33\", \"delta\": 1.348416, \"map\": \"map_3\", \"opponent\": \"random\", \"parent_candidate_id\": \"worker_rush_parent\", \"parent_match_id\": \"match_35\", \"reference\": \"worker_rush_parent\", \"relevant_ticks\": [], \"status\": \"improved\"}, {\"candidate_side\": \"p0\", \"child_candidate_id\": \"worker_rush_parent\", \"child_match_id\": \"match_34\", \"delta\": 0.0, \"map\": \"map_3\", \"opponent\": \"random\", \"parent_candidate_id\": \"worker_rush_parent\", \"parent_match_id\": \"match_34\", \"reference\": \"worker_rush_parent\", \"relevant_ticks\": [], \"status\": \"unchanged\"}, {\"candidate_side\": \"p1\", \"child_candidate_id\": \"worker_rush_parent\", \"child_match_id\": \"match_35\", \"delta\": 0.0, \"map\": \"map_3\", \"opponent\": \"random\", \"parent_candidate_id\": \"worker_rush_parent\", \"parent_match_id\": \"match_35\", \"reference\": \"worker_rush_parent\", \"relevant_ticks\": [], \"status\": \"unchanged\"}, {\"candidate_side\": \"p0\", \"child_candidate_id\": \"worker_rush_parent\", \"child_match_id\": \"match_36\", \"delta\": 101.792871, \"map\": \"map_1\", \"opponent\": \"randombias\", \"parent_candidate_id\": \"worker_rush_parent\", \"parent_match_id\": \"match_40\", \"reference\": \"worker_rush_parent\", \"relevant_ticks\": [], \"status\": \"improved\"}, {\"candidate_side\": \"p1\", \"child_candidate_id\": \"worker_rush_parent\", \"child_match_id\": \"match_37\", \"delta\": 0.444316, \"map\": \"map_1\", \"opponent\": \"randombias\", \"parent_candidate_id\": \"worker_rush_parent\", \"parent_match_id\": \"match_41\", \"reference\": \"worker_rush_parent\", \"relevant_ticks\": [], \"status\": \"improved\"}, {\"candidate_side\": \"p0\", \"child_candidate_id\": \"worker_rush_parent\", \"child_match_id\": \"match_38\", \"delta\": 1.159951, \"map\": \"map_1\", \"opponent\": \"randombias\", \"parent_candidate_id\": \"worker_rush_parent\", \"parent_match_id\": \"match_40\", \"reference\": \"worker_rush_parent\", \"relevant_ticks\": [], \"status\": \"improved\"}, {\"candidate_side\": \"p1\", \"child_candidate_id\": \"worker_rush_parent\", \"child_match_id\": \"match_39\", \"delta\": -0.457126, \"map\": \"map_1\", \"opponent\": \"randombias\", \"parent_candidate_id\": \"worker_rush_parent\", \"parent_match_id\": \"match_41\", \"reference\": \"worker_rush_parent\", \"relevant_ticks\": [], \"status\": \"regressed\"}, {\"candidate_side\": \"p0\", \"child_candidate_id\": \"worker_rush_parent\", \"child_match_id\": \"match_40\", \"delta\": 0.0, \"map\": \"map_1\", \"opponent\": \"randombias\", \"parent_candidate_id\": \"worker_rush_parent\", \"parent_match_id\": \"match_40\", \"reference\": \"worker_rush_parent\", \"relevant_ticks\": [], \"status\": \"unchanged\"}, {\"candidate_side\": \"p1\", \"child_candidate_id\": \"worker_rush_parent\", \"child_match_id\": \"match_41\", \"delta\": 0.0, \"map\": \"map_1\", \"opponent\": \"randombias\", \"parent_candidate_id\": \"worker_rush_parent\", \"parent_match_id\": \"match_41\", \"reference\": \"worker_rush_parent\", \"relevant_ticks\": [], \"status\": \"unchanged\"}, {\"candidate_side\": \"p0\", \"child_candidate_id\": \"worker_rush_parent\", \"child_match_id\": \"match_42\", \"delta\": -1.182114, \"map\": \"map_2\", \"opponent\": \"randombias\", \"parent_candidate_id\": \"worker_rush_parent\", \"parent_match_id\": \"match_46\", \"reference\": \"worker_rush_parent\", \"relevant_ticks\": [], \"status\": \"regressed\"}, {\"candidate_side\": \"p1\", \"child_candidate_id\": \"worker_rush_parent\", \"child_match_id\": \"match_43\", \"delta\": -0.224205, \"map\": \"map_2\", \"opponent\": \"randombias\", \"parent_candidate_id\": \"worker_rush_parent\", \"parent_match_id\": \"match_47\", \"reference\": \"worker_rush_parent\", \"relevant_ticks\": [], \"status\": \"regressed\"}, {\"candidate_side\": \"p0\", \"child_candidate_id\": \"worker_rush_parent\", \"child_match_id\": \"match_44\", \"delta\": 95.829322, \"map\": \"map_2\", \"opponent\": \"randombias\", \"parent_candidate_id\": \"worker_rush_parent\", \"parent_match_id\": \"match_46\", \"reference\": \"worker_rush_parent\", \"relevant_ticks\": [], \"status\": \"improved\"}, {\"candidate_side\": \"p1\", \"child_candidate_id\": \"worker_rush_parent\", \"child_match_id\": \"match_45\", \"delta\": 1.751283, \"map\": \"map_2\", \"opponent\": \"randombias\", \"parent_candidate_id\": \"worker_rush_parent\", \"parent_match_id\": \"match_47\", \"reference\": \"worker_rush_parent\", \"relevant_ticks\": [], \"status\": \"improved\"}, {\"candidate_side\": \"p0\", \"child_candidate_id\": \"worker_rush_parent\", \"child_match_id\": \"match_46\", \"delta\": 0.0, \"map\": \"map_2\", \"opponent\": \"randombias\", \"parent_candidate_id\": \"worker_rush_parent\", \"parent_match_id\": \"match_46\", \"reference\": \"worker_rush_parent\", \"relevant_ticks\": [], \"status\": \"unchanged\"}, {\"candidate_side\": \"p1\", \"child_candidate_id\": \"worker_rush_parent\", \"child_match_id\": \"match_47\", \"delta\": 0.0, \"map\": \"map_2\", \"opponent\": \"randombias\", \"parent_candidate_id\": \"worker_rush_parent\", \"parent_match_id\": \"match_47\", \"reference\": \"worker_rush_parent\", \"relevant_ticks\": [], \"status\": \"unchanged\"}, {\"candidate_side\": \"p0\", \"child_candidate_id\": \"worker_rush_parent\", \"child_match_id\": \"match_48\", \"delta\": 0.246775, \"map\": \"map_3\", \"opponent\": \"randombias\", \"parent_candidate_id\": \"worker_rush_parent\", \"parent_match_id\": \"match_52\", \"reference\": \"worker_rush_parent\", \"relevant_ticks\": [], \"status\": \"improved\"}, {\"candidate_side\": \"p1\", \"child_candidate_id\": \"worker_rush_parent\", \"child_match_id\": \"match_49\", \"delta\": 0.199866, \"map\": \"map_3\", \"opponent\": \"randombias\", \"parent_candidate_id\": \"worker_rush_parent\", \"parent_match_id\": \"match_53\", \"reference\": \"worker_rush_parent\", \"relevant_ticks\": [], \"status\": \"improved\"}, {\"candidate_side\": \"p0\", \"child_candidate_id\": \"worker_rush_parent\", \"child_match_id\": \"match_50\", \"delta\": 0.296717, \"map\": \"map_3\", \"opponent\": \"randombias\", \"parent_candidate_id\": \"worker_rush_parent\", \"parent_match_id\": \"match_52\", \"reference\": \"worker_rush_parent\", \"relevant_ticks\": [], \"status\": \"improved\"}, {\"candidate_side\": \"p1\", \"child_candidate_id\": \"worker_rush_parent\", \"child_match_id\": \"match_51\", \"delta\": 0.100062, \"map\": \"map_3\", \"opponent\": \"randombias\", \"parent_candidate_id\": \"worker_rush_parent\", \"parent_match_id\": \"match_53\", \"reference\": \"worker_rush_parent\", \"relevant_ticks\": [], \"status\": \"improved\"}, {\"candidate_side\": \"p0\", \"child_candidate_id\": \"worker_rush_parent\", \"child_match_id\": \"match_52\", \"delta\": 0.0, \"map\": \"map_3\", \"opponent\": \"randombias\", \"parent_candidate_id\": \"worker_rush_parent\", \"parent_match_id\": \"match_52\", \"reference\": \"worker_rush_parent\", \"relevant_ticks\": [], \"status\": \"unchanged\"}, {\"candidate_side\": \"p1\", \"child_candidate_id\": \"worker_rush_parent\", \"child_match_id\": \"match_53\", \"delta\": 0.0, \"map\": \"map_3\", \"opponent\": \"randombias\", \"parent_candidate_id\": \"worker_rush_parent\", \"parent_match_id\": \"match_53\", \"reference\": \"worker_rush_parent\", \"relevant_ticks\": [], \"status\": \"unchanged\"}, {\"candidate_side\": \"p0\", \"child_candidate_id\": \"worker_rush_parent\", \"child_match_id\": \"match_54\", \"delta\": 0.0, \"map\": \"map_1\", \"opponent\": \"lightrush\", \"parent_candidate_id\": \"worker_rush_parent\", \"parent_match_id\": \"match_58\", \"reference\": \"worker_rush_parent\", \"relevant_ticks\": [], \"status\": \"unchanged\"}, {\"candidate_side\": \"p1\", \"child_candidate_id\": \"worker_rush_parent\", \"child_match_id\": \"match_55\", \"delta\": 0.0, \"map\": \"map_1\", \"opponent\": \"lightrush\", \"parent_candidate_id\": \"worker_rush_parent\", \"parent_match_id\": \"match_59\", \"reference\": \"worker_rush_parent\", \"relevant_ticks\": [], \"status\": \"unchanged\"}, {\"candidate_side\": \"p0\", \"child_candidate_id\": \"worker_rush_parent\", \"child_match_id\": \"match_56\", \"delta\": 0.0, \"map\": \"map_1\", \"opponent\": \"lightrush\", \"parent_candidate_id\": \"worker_rush_parent\", \"parent_match_id\": \"match_58\", \"reference\": \"worker_rush_parent\", \"relevant_ticks\": [], \"status\": \"unchanged\"}, {\"candidate_side\": \"p1\", \"child_candidate_id\": \"worker_rush_parent\", \"child_match_id\": \"match_57\", \"delta\": 0.0, \"map\": \"map_1\", \"opponent\": \"lightrush\", \"parent_candidate_id\": \"worker_rush_parent\", \"parent_match_id\": \"match_59\", \"reference\": \"worker_rush_parent\", \"relevant_ticks\": [], \"status\": \"unchanged\"}, {\"candidate_side\": \"p0\", \"child_candidate_id\": \"worker_rush_parent\", \"child_match_id\": \"match_58\", \"delta\": 0.0, \"map\": \"map_1\", \"opponent\": \"lightrush\", \"parent_candidate_id\": \"worker_rush_parent\", \"parent_match_id\": \"match_58\", \"reference\": \"worker_rush_parent\", \"relevant_ticks\": [], \"status\": \"unchanged\"}, {\"candidate_side\": \"p1\", \"child_candidate_id\": \"worker_rush_parent\", \"child_match_id\": \"match_59\", \"delta\": 0.0, \"map\": \"map_1\", \"opponent\": \"lightrush\", \"parent_candidate_id\": \"worker_rush_parent\", \"parent_match_id\": \"match_59\", \"reference\": \"worker_rush_parent\", \"relevant_ticks\": [], \"status\": \"unchanged\"}, {\"candidate_side\": \"p0\", \"child_candidate_id\": \"worker_rush_parent\", \"child_match_id\": \"match_60\", \"delta\": 0.0, \"map\": \"map_2\", \"opponent\": \"lightrush\", \"parent_candidate_id\": \"worker_rush_parent\", \"parent_match_id\": \"match_64\", \"reference\": \"worker_rush_parent\", \"relevant_ticks\": [], \"status\": \"unchanged\"}, {\"candidate_side\": \"p1\", \"child_candidate_id\": \"worker_rush_parent\", \"child_match_id\": \"match_61\", \"delta\": 0.0, \"map\": \"map_2\", \"opponent\": \"lightrush\", \"parent_candidate_id\": \"worker_rush_parent\", \"parent_match_id\": \"match_65\", \"reference\": \"worker_rush_parent\", \"relevant_ticks\": [], \"status\": \"unchanged\"}, {\"candidate_side\": \"p0\", \"child_candidate_id\": \"worker_rush_parent\", \"child_match_id\": \"match_62\", \"delta\": 0.0, \"map\": \"map_2\", \"opponent\": \"lightrush\", \"parent_candidate_id\": \"worker_rush_parent\", \"parent_match_id\": \"match_64\", \"reference\": \"worker_rush_parent\", \"relevant_ticks\": [], \"status\": \"unchanged\"}, {\"candidate_side\": \"p1\", \"child_candidate_id\": \"worker_rush_parent\", \"child_match_id\": \"match_63\", \"delta\": 0.0, \"map\": \"map_2\", \"opponent\": \"lightrush\", \"parent_candidate_id\": \"worker_rush_parent\", \"parent_match_id\": \"match_65\", \"reference\": \"worker_rush_parent\", \"relevant_ticks\": [], \"status\": \"unchanged\"}, {\"candidate_side\": \"p0\", \"child_candidate_id\": \"worker_rush_parent\", \"child_match_id\": \"match_64\", \"delta\": 0.0, \"map\": \"map_2\", \"opponent\": \"lightrush\", \"parent_candidate_id\": \"worker_rush_parent\", \"parent_match_id\": \"match_64\", \"reference\": \"worker_rush_parent\", \"relevant_ticks\": [], \"status\": \"unchanged\"}, {\"candidate_side\": \"p1\", \"child_candidate_id\": \"worker_rush_parent\", \"child_match_id\": \"match_65\", \"delta\": 0.0, \"map\": \"map_2\", \"opponent\": \"lightrush\", \"parent_candidate_id\": \"worker_rush_parent\", \"parent_match_id\": \"match_65\", \"reference\": \"worker_rush_parent\", \"relevant_ticks\": [], \"status\": \"unchanged\"}, {\"candidate_side\": \"p0\", \"child_candidate_id\": \"worker_rush_parent\", \"child_match_id\": \"match_66\", \"delta\": 0.0, \"map\": \"map_3\", \"opponent\": \"lightrush\", \"parent_candidate_id\": \"worker_rush_parent\", \"parent_match_id\": \"match_70\", \"reference\": \"worker_rush_parent\", \"relevant_ticks\": [], \"status\": \"unchanged\"}, {\"candidate_side\": \"p1\", \"child_candidate_id\": \"worker_rush_parent\", \"child_match_id\": \"match_67\", \"delta\": 0.0, \"map\": \"map_3\", \"opponent\": \"lightrush\", \"parent_candidate_id\": \"worker_rush_parent\", \"parent_match_id\": \"match_71\", \"reference\": \"worker_rush_parent\", \"relevant_ticks\": [], \"status\": \"unchanged\"}, {\"candidate_side\": \"p0\", \"child_candidate_id\": \"worker_rush_parent\", \"child_match_id\": \"match_68\", \"delta\": 0.0, \"map\": \"map_3\", \"opponent\": \"lightrush\", \"parent_candidate_id\": \"worker_rush_parent\", \"parent_match_id\": \"match_70\", \"reference\": \"worker_rush_parent\", \"relevant_ticks\": [], \"status\": \"unchanged\"}, {\"candidate_side\": \"p1\", \"child_candidate_id\": \"worker_rush_parent\", \"child_match_id\": \"match_69\", \"delta\": 0.0, \"map\": \"map_3\", \"opponent\": \"lightrush\", \"parent_candidate_id\": \"worker_rush_parent\", \"parent_match_id\": \"match_71\", \"reference\": \"worker_rush_parent\", \"relevant_ticks\": [], \"status\": \"unchanged\"}, {\"candidate_side\": \"p0\", \"child_candidate_id\": \"worker_rush_parent\", \"child_match_id\": \"match_70\", \"delta\": 0.0, \"map\": \"map_3\", \"opponent\": \"lightrush\", \"parent_candidate_id\": \"worker_rush_parent\", \"parent_match_id\": \"match_70\", \"reference\": \"worker_rush_parent\", \"relevant_ticks\": [], \"status\": \"unchanged\"}, {\"candidate_side\": \"p1\", \"child_candidate_id\": \"worker_rush_parent\", \"child_match_id\": \"match_71\", \"delta\": 0.0, \"map\": \"map_3\", \"opponent\": \"lightrush\", \"parent_candidate_id\": \"worker_rush_parent\", \"parent_match_id\": \"match_71\", \"reference\": \"worker_rush_parent\", \"relevant_ticks\": [], \"status\": \"unchanged\"}, {\"candidate_side\": \"p0\", \"child_candidate_id\": \"worker_rush_parent\", \"child_match_id\": \"match_72\", \"delta\": 0.0, \"map\": \"map_1\", \"opponent\": \"heavyrush\", \"parent_candidate_id\": \"worker_rush_parent\", \"parent_match_id\": \"match_76\", \"reference\": \"worker_rush_parent\", \"relevant_ticks\": [], \"status\": \"unchanged\"}, {\"candidate_side\": \"p1\", \"child_candidate_id\": \"worker_rush_parent\", \"child_match_id\": \"match_73\", \"delta\": 0.0, \"map\": \"map_1\", \"opponent\": \"heavyrush\", \"parent_candidate_id\": \"worker_rush_parent\", \"parent_match_id\": \"match_77\", \"reference\": \"worker_rush_parent\", \"relevant_ticks\": [], \"status\": \"unchanged\"}, {\"candidate_side\": \"p0\", \"child_candidate_id\": \"worker_rush_parent\", \"child_match_id\": \"match_74\", \"delta\": 0.0, \"map\": \"map_1\", \"opponent\": \"heavyrush\", \"parent_candidate_id\": \"worker_rush_parent\", \"parent_match_id\": \"match_76\", \"reference\": \"worker_rush_parent\", \"relevant_ticks\": [], \"status\": \"unchanged\"}, {\"candidate_side\": \"p1\", \"child_candidate_id\": \"worker_rush_parent\", \"child_match_id\": \"match_75\", \"delta\": 0.0, \"map\": \"map_1\", \"opponent\": \"heavyrush\", \"parent_candidate_id\": \"worker_rush_parent\", \"parent_match_id\": \"match_77\", \"reference\": \"worker_rush_parent\", \"relevant_ticks\": [], \"status\": \"unchanged\"}, {\"candidate_side\": \"p0\", \"child_candidate_id\": \"worker_rush_parent\", \"child_match_id\": \"match_76\", \"delta\": 0.0, \"map\": \"map_1\", \"opponent\": \"heavyrush\", \"parent_candidate_id\": \"worker_rush_parent\", \"parent_match_id\": \"match_76\", \"reference\": \"worker_rush_parent\", \"relevant_ticks\": [], \"status\": \"unchanged\"}, {\"candidate_side\": \"p1\", \"child_candidate_id\": \"worker_rush_parent\", \"child_match_id\": \"match_77\", \"delta\": 0.0, \"map\": \"map_1\", \"opponent\": \"heavyrush\", \"parent_candidate_id\": \"worker_rush_parent\", \"parent_match_id\": \"match_77\", \"reference\": \"worker_rush_parent\", \"relevant_ticks\": [], \"status\": \"unchanged\"}, {\"candidate_side\": \"p0\", \"child_candidate_id\": \"worker_rush_parent\", \"child_match_id\": \"match_78\", \"delta\": 0.0, \"map\": \"map_2\", \"opponent\": \"heavyrush\", \"parent_candidate_id\": \"worker_rush_parent\", \"parent_match_id\": \"match_82\", \"reference\": \"worker_rush_parent\", \"relevant_ticks\": [], \"status\": \"unchanged\"}, {\"candidate_side\": \"p1\", \"child_candidate_id\": \"worker_rush_parent\", \"child_match_id\": \"match_79\", \"delta\": 0.0, \"map\": \"map_2\", \"opponent\": \"heavyrush\", \"parent_candidate_id\": \"worker_rush_parent\", \"parent_match_id\": \"match_83\", \"reference\": \"worker_rush_parent\", \"relevant_ticks\": [], \"status\": \"unchanged\"}, {\"candidate_side\": \"p0\", \"child_candidate_id\": \"worker_rush_parent\", \"child_match_id\": \"match_80\", \"delta\": 0.0, \"map\": \"map_2\", \"opponent\": \"heavyrush\", \"parent_candidate_id\": \"worker_rush_parent\", \"parent_match_id\": \"match_82\", \"reference\": \"worker_rush_parent\", \"relevant_ticks\": [], \"status\": \"unchanged\"}, {\"candidate_side\": \"p1\", \"child_candidate_id\": \"worker_rush_parent\", \"child_match_id\": \"match_81\", \"delta\": 0.0, \"map\": \"map_2\", \"opponent\": \"heavyrush\", \"parent_candidate_id\": \"worker_rush_parent\", \"parent_match_id\": \"match_83\", \"reference\": \"worker_rush_parent\", \"relevant_ticks\": [], \"status\": \"unchanged\"}, {\"candidate_side\": \"p0\", \"child_candidate_id\": \"worker_rush_parent\", \"child_match_id\": \"match_82\", \"delta\": 0.0, \"map\": \"map_2\", \"opponent\": \"heavyrush\", \"parent_candidate_id\": \"worker_rush_parent\", \"parent_match_id\": \"match_82\", \"reference\": \"worker_rush_parent\", \"relevant_ticks\": [], \"status\": \"unchanged\"}, {\"candidate_side\": \"p1\", \"child_candidate_id\": \"worker_rush_parent\", \"child_match_id\": \"match_83\", \"delta\": 0.0, \"map\": \"map_2\", \"opponent\": \"heavyrush\", \"parent_candidate_id\": \"worker_rush_parent\", \"parent_match_id\": \"match_83\", \"reference\": \"worker_rush_parent\", \"relevant_ticks\": [], \"status\": \"unchanged\"}, {\"candidate_side\": \"p0\", \"child_candidate_id\": \"worker_rush_parent\", \"child_match_id\": \"match_84\", \"delta\": 0.0, \"map\": \"map_3\", \"opponent\": \"heavyrush\", \"parent_candidate_id\": \"worker_rush_parent\", \"parent_match_id\": \"match_88\", \"reference\": \"worker_rush_parent\", \"relevant_ticks\": [], \"status\": \"unchanged\"}, {\"candidate_side\": \"p1\", \"child_candidate_id\": \"worker_rush_parent\", \"child_match_id\": \"match_85\", \"delta\": 0.0, \"map\": \"map_3\", \"opponent\": \"heavyrush\", \"parent_candidate_id\": \"worker_rush_parent\", \"parent_match_id\": \"match_89\", \"reference\": \"worker_rush_parent\", \"relevant_ticks\": [], \"status\": \"unchanged\"}, {\"candidate_side\": \"p0\", \"child_candidate_id\": \"worker_rush_parent\", \"child_match_id\": \"match_86\", \"delta\": 0.0, \"map\": \"map_3\", \"opponent\": \"heavyrush\", \"parent_candidate_id\": \"worker_rush_parent\", \"parent_match_id\": \"match_88\", \"reference\": \"worker_rush_parent\", \"relevant_ticks\": [], \"status\": \"unchanged\"}, {\"candidate_side\": \"p1\", \"child_candidate_id\": \"worker_rush_parent\", \"child_match_id\": \"match_87\", \"delta\": 0.0, \"map\": \"map_3\", \"opponent\": \"heavyrush\", \"parent_candidate_id\": \"worker_rush_parent\", \"parent_match_id\": \"match_89\", \"reference\": \"worker_rush_parent\", \"relevant_ticks\": [], \"status\": \"unchanged\"}, {\"candidate_side\": \"p0\", \"child_candidate_id\": \"worker_rush_parent\", \"child_match_id\": \"match_88\", \"delta\": 0.0, \"map\": \"map_3\", \"opponent\": \"heavyrush\", \"parent_candidate_id\": \"worker_rush_parent\", \"parent_match_id\": \"match_88\", \"reference\": \"worker_rush_parent\", \"relevant_ticks\": [], \"status\": \"unchanged\"}, {\"candidate_side\": \"p1\", \"child_candidate_id\": \"worker_rush_parent\", \"child_match_id\": \"match_89\", \"delta\": 0.0, \"map\": \"map_3\", \"opponent\": \"heavyrush\", \"parent_candidate_id\": \"worker_rush_parent\", \"parent_match_id\": \"match_89\", \"reference\": \"worker_rush_parent\", \"relevant_ticks\": [], \"status\": \"unchanged\"}, {\"candidate_side\": \"p0\", \"child_candidate_id\": \"worker_rush_parent\", \"child_match_id\": \"match_90\", \"delta\": 0.0, \"map\": \"map_1\", \"opponent\": \"workerrush\", \"parent_candidate_id\": \"worker_rush_parent\", \"parent_match_id\": \"match_94\", \"reference\": \"worker_rush_parent\", \"relevant_ticks\": [], \"status\": \"unchanged\"}, {\"candidate_side\": \"p1\", \"child_candidate_id\": \"worker_rush_parent\", \"child_match_id\": \"match_91\", \"delta\": 0.0, \"map\": \"map_1\", \"opponent\": \"workerrush\", \"parent_candidate_id\": \"worker_rush_parent\", \"parent_match_id\": \"match_95\", \"reference\": \"worker_rush_parent\", \"relevant_ticks\": [], \"status\": \"unchanged\"}, {\"candidate_side\": \"p0\", \"child_candidate_id\": \"worker_rush_parent\", \"child_match_id\": \"match_92\", \"delta\": 0.0, \"map\": \"map_1\", \"opponent\": \"workerrush\", \"parent_candidate_id\": \"worker_rush_parent\", \"parent_match_id\": \"match_94\", \"reference\": \"worker_rush_parent\", \"relevant_ticks\": [], \"status\": \"unchanged\"}, {\"candidate_side\": \"p1\", \"child_candidate_id\": \"worker_rush_parent\", \"child_match_id\": \"match_93\", \"delta\": 0.0, \"map\": \"map_1\", \"opponent\": \"workerrush\", \"parent_candidate_id\": \"worker_rush_parent\", \"parent_match_id\": \"match_95\", \"reference\": \"worker_rush_parent\", \"relevant_ticks\": [], \"status\": \"unchanged\"}, {\"candidate_side\": \"p0\", \"child_candidate_id\": \"worker_rush_parent\", \"child_match_id\": \"match_94\", \"delta\": 0.0, \"map\": \"map_1\", \"opponent\": \"workerrush\", \"parent_candidate_id\": \"worker_rush_parent\", \"parent_match_id\": \"match_94\", \"reference\": \"worker_rush_parent\", \"relevant_ticks\": [], \"status\": \"unchanged\"}, {\"candidate_side\": \"p1\", \"child_candidate_id\": \"worker_rush_parent\", \"child_match_id\": \"match_95\", \"delta\": 0.0, \"map\": \"map_1\", \"opponent\": \"workerrush\", \"parent_candidate_id\": \"worker_rush_parent\", \"parent_match_id\": \"match_95\", \"reference\": \"worker_rush_parent\", \"relevant_ticks\": [], \"status\": \"unchanged\"}, {\"candidate_side\": \"p0\", \"child_candidate_id\": \"worker_rush_parent\", \"child_match_id\": \"match_96\", \"delta\": 0.0, \"map\": \"map_2\", \"opponent\": \"workerrush\", \"parent_candidate_id\": \"worker_rush_parent\", \"parent_match_id\": \"match_100\", \"reference\": \"worker_rush_parent\", \"relevant_ticks\": [], \"status\": \"unchanged\"}, {\"candidate_side\": \"p1\", \"child_candidate_id\": \"worker_rush_parent\", \"child_match_id\": \"match_97\", \"delta\": 0.0, \"map\": \"map_2\", \"opponent\": \"workerrush\", \"parent_candidate_id\": \"worker_rush_parent\", \"parent_match_id\": \"match_101\", \"reference\": \"worker_rush_parent\", \"relevant_ticks\": [], \"status\": \"unchanged\"}, {\"candidate_side\": \"p0\", \"child_candidate_id\": \"worker_rush_parent\", \"child_match_id\": \"match_98\", \"delta\": 0.0, \"map\": \"map_2\", \"opponent\": \"workerrush\", \"parent_candidate_id\": \"worker_rush_parent\", \"parent_match_id\": \"match_100\", \"reference\": \"worker_rush_parent\", \"relevant_ticks\": [], \"status\": \"unchanged\"}, {\"candidate_side\": \"p1\", \"child_candidate_id\": \"worker_rush_parent\", \"child_match_id\": \"match_99\", \"delta\": 0.0, \"map\": \"map_2\", \"opponent\": \"workerrush\", \"parent_candidate_id\": \"worker_rush_parent\", \"parent_match_id\": \"match_101\", \"reference\": \"worker_rush_parent\", \"relevant_ticks\": [], \"status\": \"unchanged\"}, {\"candidate_side\": \"p0\", \"child_candidate_id\": \"worker_rush_parent\", \"child_match_id\": \"match_100\", \"delta\": 0.0, \"map\": \"map_2\", \"opponent\": \"workerrush\", \"parent_candidate_id\": \"worker_rush_parent\", \"parent_match_id\": \"match_100\", \"reference\": \"worker_rush_parent\", \"relevant_ticks\": [], \"status\": \"unchanged\"}, {\"candidate_side\": \"p1\", \"child_candidate_id\": \"worker_rush_parent\", \"child_match_id\": \"match_101\", \"delta\": 0.0, \"map\": \"map_2\", \"opponent\": \"workerrush\", \"parent_candidate_id\": \"worker_rush_parent\", \"parent_match_id\": \"match_101\", \"reference\": \"worker_rush_parent\", \"relevant_ticks\": [], \"status\": \"unchanged\"}, {\"candidate_side\": \"p0\", \"child_candidate_id\": \"worker_rush_parent\", \"child_match_id\": \"match_102\", \"delta\": 0.0, \"map\": \"map_3\", \"opponent\": \"workerrush\", \"parent_candidate_id\": \"worker_rush_parent\", \"parent_match_id\": \"match_106\", \"reference\": \"worker_rush_parent\", \"relevant_ticks\": [], \"status\": \"unchanged\"}, {\"candidate_side\": \"p1\", \"child_candidate_id\": \"worker_rush_parent\", \"child_match_id\": \"match_103\", \"delta\": 0.0, \"map\": \"map_3\", \"opponent\": \"workerrush\", \"parent_candidate_id\": \"worker_rush_parent\", \"parent_match_id\": \"match_107\", \"reference\": \"worker_rush_parent\", \"relevant_ticks\": [], \"status\": \"unchanged\"}, {\"candidate_side\": \"p0\", \"child_candidate_id\": \"worker_rush_parent\", \"child_match_id\": \"match_104\", \"delta\": 0.0, \"map\": \"map_3\", \"opponent\": \"workerrush\", \"parent_candidate_id\": \"worker_rush_parent\", \"parent_match_id\": \"match_106\", \"reference\": \"worker_rush_parent\", \"relevant_ticks\": [], \"status\": \"unchanged\"}, {\"candidate_side\": \"p1\", \"child_candidate_id\": \"worker_rush_parent\", \"child_match_id\": \"match_105\", \"delta\": 0.0, \"map\": \"map_3\", \"opponent\": \"workerrush\", \"parent_candidate_id\": \"worker_rush_parent\", \"parent_match_id\": \"match_107\", \"reference\": \"worker_rush_parent\", \"relevant_ticks\": [], \"status\": \"unchanged\"}, {\"candidate_side\": \"p0\", \"child_candidate_id\": \"worker_rush_parent\", \"child_match_id\": \"match_106\", \"delta\": 0.0, \"map\": \"map_3\", \"opponent\": \"workerrush\", \"parent_candidate_id\": \"worker_rush_parent\", \"parent_match_id\": \"match_106\", \"reference\": \"worker_rush_parent\", \"relevant_ticks\": [], \"status\": \"unchanged\"}, {\"candidate_side\": \"p1\", \"child_candidate_id\": \"worker_rush_parent\", \"child_match_id\": \"match_107\", \"delta\": 0.0, \"map\": \"map_3\", \"opponent\": \"workerrush\", \"parent_candidate_id\": \"worker_rush_parent\", \"parent_match_id\": \"match_107\", \"reference\": \"worker_rush_parent\", \"relevant_ticks\": [], \"status\": \"unchanged\"}, {\"candidate_side\": \"p0\", \"child_candidate_id\": \"worker_rush_parent\", \"child_match_id\": \"match_108\", \"delta\": 0.0, \"map\": \"map_1\", \"opponent\": \"allinbot\", \"parent_candidate_id\": \"worker_rush_parent\", \"parent_match_id\": \"match_112\", \"reference\": \"worker_rush_parent\", \"relevant_ticks\": [], \"status\": \"unchanged\"}, {\"candidate_side\": \"p1\", \"child_candidate_id\": \"worker_rush_parent\", \"child_match_id\": \"match_109\", \"delta\": 0.0, \"map\": \"map_1\", \"opponent\": \"allinbot\", \"parent_candidate_id\": \"worker_rush_parent\", \"parent_match_id\": \"match_113\", \"reference\": \"worker_rush_parent\", \"relevant_ticks\": [], \"status\": \"unchanged\"}, {\"candidate_side\": \"p0\", \"child_candidate_id\": \"worker_rush_parent\", \"child_match_id\": \"match_110\", \"delta\": 0.0, \"map\": \"map_1\", \"opponent\": \"allinbot\", \"parent_candidate_id\": \"worker_rush_parent\", \"parent_match_id\": \"match_112\", \"reference\": \"worker_rush_parent\", \"relevant_ticks\": [], \"status\": \"unchanged\"}, {\"candidate_side\": \"p1\", \"child_candidate_id\": \"worker_rush_parent\", \"child_match_id\": \"match_111\", \"delta\": 0.0, \"map\": \"map_1\", \"opponent\": \"allinbot\", \"parent_candidate_id\": \"worker_rush_parent\", \"parent_match_id\": \"match_113\", \"reference\": \"worker_rush_parent\", \"relevant_ticks\": [], \"status\": \"unchanged\"}, {\"candidate_side\": \"p0\", \"child_candidate_id\": \"worker_rush_parent\", \"child_match_id\": \"match_112\", \"delta\": 0.0, \"map\": \"map_1\", \"opponent\": \"allinbot\", \"parent_candidate_id\": \"worker_rush_parent\", \"parent_match_id\": \"match_112\", \"reference\": \"worker_rush_parent\", \"relevant_ticks\": [], \"status\": \"unchanged\"}, {\"candidate_side\": \"p1\", \"child_candidate_id\": \"worker_rush_parent\", \"child_match_id\": \"match_113\", \"delta\": 0.0, \"map\": \"map_1\", \"opponent\": \"allinbot\", \"parent_candidate_id\": \"worker_rush_parent\", \"parent_match_id\": \"match_113\", \"reference\": \"worker_rush_parent\", \"relevant_ticks\": [], \"status\": \"unchanged\"}, {\"candidate_side\": \"p0\", \"child_candidate_id\": \"worker_rush_parent\", \"child_match_id\": \"match_114\", \"delta\": 0.0, \"map\": \"map_2\", \"opponent\": \"allinbot\", \"parent_candidate_id\": \"worker_rush_parent\", \"parent_match_id\": \"match_118\", \"reference\": \"worker_rush_parent\", \"relevant_ticks\": [], \"status\": \"unchanged\"}, {\"candidate_side\": \"p1\", \"child_candidate_id\": \"worker_rush_parent\", \"child_match_id\": \"match_115\", \"delta\": 0.0, \"map\": \"map_2\", \"opponent\": \"allinbot\", \"parent_candidate_id\": \"worker_rush_parent\", \"parent_match_id\": \"match_119\", \"reference\": \"worker_rush_parent\", \"relevant_ticks\": [], \"status\": \"unchanged\"}, {\"candidate_side\": \"p0\", \"child_candidate_id\": \"worker_rush_parent\", \"child_match_id\": \"match_116\", \"delta\": 0.0, \"map\": \"map_2\", \"opponent\": \"allinbot\", \"parent_candidate_id\": \"worker_rush_parent\", \"parent_match_id\": \"match_118\", \"reference\": \"worker_rush_parent\", \"relevant_ticks\": [], \"status\": \"unchanged\"}, {\"candidate_side\": \"p1\", \"child_candidate_id\": \"worker_rush_parent\", \"child_match_id\": \"match_117\", \"delta\": 0.0, \"map\": \"map_2\", \"opponent\": \"allinbot\", \"parent_candidate_id\": \"worker_rush_parent\", \"parent_match_id\": \"match_119\", \"reference\": \"worker_rush_parent\", \"relevant_ticks\": [], \"status\": \"unchanged\"}, {\"candidate_side\": \"p0\", \"child_candidate_id\": \"worker_rush_parent\", \"child_match_id\": \"match_118\", \"delta\": 0.0, \"map\": \"map_2\", \"opponent\": \"allinbot\", \"parent_candidate_id\": \"worker_rush_parent\", \"parent_match_id\": \"match_118\", \"reference\": \"worker_rush_parent\", \"relevant_ticks\": [], \"status\": \"unchanged\"}, {\"candidate_side\": \"p1\", \"child_candidate_id\": \"worker_rush_parent\", \"child_match_id\": \"match_119\", \"delta\": 0.0, \"map\": \"map_2\", \"opponent\": \"allinbot\", \"parent_candidate_id\": \"worker_rush_parent\", \"parent_match_id\": \"match_119\", \"reference\": \"worker_rush_parent\", \"relevant_ticks\": [], \"status\": \"unchanged\"}, {\"candidate_side\": \"p0\", \"child_candidate_id\": \"worker_rush_parent\", \"child_match_id\": \"match_120\", \"delta\": 0.0, \"map\": \"map_3\", \"opponent\": \"allinbot\", \"parent_candidate_id\": \"worker_rush_parent\", \"parent_match_id\": \"match_124\", \"reference\": \"worker_rush_parent\", \"relevant_ticks\": [], \"status\": \"unchanged\"}, {\"candidate_side\": \"p1\", \"child_candidate_id\": \"worker_rush_parent\", \"child_match_id\": \"match_121\", \"delta\": 0.0, \"map\": \"map_3\", \"opponent\": \"allinbot\", \"parent_candidate_id\": \"worker_rush_parent\", \"parent_match_id\": \"match_125\", \"reference\": \"worker_rush_parent\", \"relevant_ticks\": [], \"status\": \"unchanged\"}, {\"candidate_side\": \"p0\", \"child_candidate_id\": \"worker_rush_parent\", \"child_match_id\": \"match_122\", \"delta\": 0.0, \"map\": \"map_3\", \"opponent\": \"allinbot\", \"parent_candidate_id\": \"worker_rush_parent\", \"parent_match_id\": \"match_124\", \"reference\": \"worker_rush_parent\", \"relevant_ticks\": [], \"status\": \"unchanged\"}, {\"candidate_side\": \"p1\", \"child_candidate_id\": \"worker_rush_parent\", \"child_match_id\": \"match_123\", \"delta\": 0.0, \"map\": \"map_3\", \"opponent\": \"allinbot\", \"parent_candidate_id\": \"worker_rush_parent\", \"parent_match_id\": \"match_125\", \"reference\": \"worker_rush_parent\", \"relevant_ticks\": [], \"status\": \"unchanged\"}, {\"candidate_side\": \"p0\", \"child_candidate_id\": \"worker_rush_parent\", \"child_match_id\": \"match_124\", \"delta\": 0.0, \"map\": \"map_3\", \"opponent\": \"allinbot\", \"parent_candidate_id\": \"worker_rush_parent\", \"parent_match_id\": \"match_124\", \"reference\": \"worker_rush_parent\", \"relevant_ticks\": [], \"status\": \"unchanged\"}, {\"candidate_side\": \"p1\", \"child_candidate_id\": \"worker_rush_parent\", \"child_match_id\": \"match_125\", \"delta\": 0.0, \"map\": \"map_3\", \"opponent\": \"allinbot\", \"parent_candidate_id\": \"worker_rush_parent\", \"parent_match_id\": \"match_125\", \"reference\": \"worker_rush_parent\", \"relevant_ticks\": [], \"status\": \"unchanged\"}, {\"candidate_side\": \"p0\", \"child_candidate_id\": \"worker_rush_parent\", \"child_match_id\": \"match_126\", \"delta\": 0.0, \"map\": \"map_1\", \"opponent\": \"mayari\", \"parent_candidate_id\": \"worker_rush_parent\", \"parent_match_id\": \"match_130\", \"reference\": \"worker_rush_parent\", \"relevant_ticks\": [], \"status\": \"unchanged\"}, {\"candidate_side\": \"p1\", \"child_candidate_id\": \"worker_rush_parent\", \"child_match_id\": \"match_127\", \"delta\": 0.0, \"map\": \"map_1\", \"opponent\": \"mayari\", \"parent_candidate_id\": \"worker_rush_parent\", \"parent_match_id\": \"match_131\", \"reference\": \"worker_rush_parent\", \"relevant_ticks\": [], \"status\": \"unchanged\"}, {\"candidate_side\": \"p0\", \"child_candidate_id\": \"worker_rush_parent\", \"child_match_id\": \"match_128\", \"delta\": 0.0, \"map\": \"map_1\", \"opponent\": \"mayari\", \"parent_candidate_id\": \"worker_rush_parent\", \"parent_match_id\": \"match_130\", \"reference\": \"worker_rush_parent\", \"relevant_ticks\": [], \"status\": \"unchanged\"}, {\"candidate_side\": \"p1\", \"child_candidate_id\": \"worker_rush_parent\", \"child_match_id\": \"match_129\", \"delta\": 0.0, \"map\": \"map_1\", \"opponent\": \"mayari\", \"parent_candidate_id\": \"worker_rush_parent\", \"parent_match_id\": \"match_131\", \"reference\": \"worker_rush_parent\", \"relevant_ticks\": [], \"status\": \"unchanged\"}, {\"candidate_side\": \"p0\", \"child_candidate_id\": \"worker_rush_parent\", \"child_match_id\": \"match_130\", \"delta\": 0.0, \"map\": \"map_1\", \"opponent\": \"mayari\", \"parent_candidate_id\": \"worker_rush_parent\", \"parent_match_id\": \"match_130\", \"reference\": \"worker_rush_parent\", \"relevant_ticks\": [], \"status\": \"unchanged\"}, {\"candidate_side\": \"p1\", \"child_candidate_id\": \"worker_rush_parent\", \"child_match_id\": \"match_131\", \"delta\": 0.0, \"map\": \"map_1\", \"opponent\": \"mayari\", \"parent_candidate_id\": \"worker_rush_parent\", \"parent_match_id\": \"match_131\", \"reference\": \"worker_rush_parent\", \"relevant_ticks\": [], \"status\": \"unchanged\"}, {\"candidate_side\": \"p0\", \"child_candidate_id\": \"worker_rush_parent\", \"child_match_id\": \"match_132\", \"delta\": 0.000933, \"map\": \"map_2\", \"opponent\": \"mayari\", \"parent_candidate_id\": \"worker_rush_parent\", \"parent_match_id\": \"match_136\", \"reference\": \"worker_rush_parent\", \"relevant_ticks\": [], \"status\": \"improved\"}, {\"candidate_side\": \"p1\", \"child_candidate_id\": \"worker_rush_parent\", \"child_match_id\": \"match_133\", \"delta\": 0.374676, \"map\": \"map_2\", \"opponent\": \"mayari\", \"parent_candidate_id\": \"worker_rush_parent\", \"parent_match_id\": \"match_137\", \"reference\": \"worker_rush_parent\", \"relevant_ticks\": [], \"status\": \"improved\"}, {\"candidate_side\": \"p0\", \"child_candidate_id\": \"worker_rush_parent\", \"child_match_id\": \"match_134\", \"delta\": 0.841776, \"map\": \"map_2\", \"opponent\": \"mayari\", \"parent_candidate_id\": \"worker_rush_parent\", \"parent_match_id\": \"match_136\", \"reference\": \"worker_rush_parent\", \"relevant_ticks\": [], \"status\": \"improved\"}, {\"candidate_side\": \"p1\", \"child_candidate_id\": \"worker_rush_parent\", \"child_match_id\": \"match_135\", \"delta\": 0.371047, \"map\": \"map_2\", \"opponent\": \"mayari\", \"parent_candidate_id\": \"worker_rush_parent\", \"parent_match_id\": \"match_137\", \"reference\": \"worker_rush_parent\", \"relevant_ticks\": [], \"status\": \"improved\"}, {\"candidate_side\": \"p0\", \"child_candidate_id\": \"worker_rush_parent\", \"child_match_id\": \"match_136\", \"delta\": 0.0, \"map\": \"map_2\", \"opponent\": \"mayari\", \"parent_candidate_id\": \"worker_rush_parent\", \"parent_match_id\": \"match_136\", \"reference\": \"worker_rush_parent\", \"relevant_ticks\": [], \"status\": \"unchanged\"}, {\"candidate_side\": \"p1\", \"child_candidate_id\": \"worker_rush_parent\", \"child_match_id\": \"match_137\", \"delta\": 0.0, \"map\": \"map_2\", \"opponent\": \"mayari\", \"parent_candidate_id\": \"worker_rush_parent\", \"parent_match_id\": \"match_137\", \"reference\": \"worker_rush_parent\", \"relevant_ticks\": [], \"status\": \"unchanged\"}, {\"candidate_side\": \"p0\", \"child_candidate_id\": \"worker_rush_parent\", \"child_match_id\": \"match_138\", \"delta\": 0.0, \"map\": \"map_3\", \"opponent\": \"mayari\", \"parent_candidate_id\": \"worker_rush_parent\", \"parent_match_id\": \"match_142\", \"reference\": \"worker_rush_parent\", \"relevant_ticks\": [], \"status\": \"unchanged\"}, {\"candidate_side\": \"p1\", \"child_candidate_id\": \"worker_rush_parent\", \"child_match_id\": \"match_139\", \"delta\": 0.0, \"map\": \"map_3\", \"opponent\": \"mayari\", \"parent_candidate_id\": \"worker_rush_parent\", \"parent_match_id\": \"match_143\", \"reference\": \"worker_rush_parent\", \"relevant_ticks\": [], \"status\": \"unchanged\"}, {\"candidate_side\": \"p0\", \"child_candidate_id\": \"worker_rush_parent\", \"child_match_id\": \"match_140\", \"delta\": 0.0, \"map\": \"map_3\", \"opponent\": \"mayari\", \"parent_candidate_id\": \"worker_rush_parent\", \"parent_match_id\": \"match_142\", \"reference\": \"worker_rush_parent\", \"relevant_ticks\": [], \"status\": \"unchanged\"}, {\"candidate_side\": \"p1\", \"child_candidate_id\": \"worker_rush_parent\", \"child_match_id\": \"match_141\", \"delta\": 0.0, \"map\": \"map_3\", \"opponent\": \"mayari\", \"parent_candidate_id\": \"worker_rush_parent\", \"parent_match_id\": \"match_143\", \"reference\": \"worker_rush_parent\", \"relevant_ticks\": [], \"status\": \"unchanged\"}, {\"candidate_side\": \"p0\", \"child_candidate_id\": \"worker_rush_parent\", \"child_match_id\": \"match_142\", \"delta\": 0.0, \"map\": \"map_3\", \"opponent\": \"mayari\", \"parent_candidate_id\": \"worker_rush_parent\", \"parent_match_id\": \"match_142\", \"reference\": \"worker_rush_parent\", \"relevant_ticks\": [], \"status\": \"unchanged\"}, {\"candidate_side\": \"p1\", \"child_candidate_id\": \"worker_rush_parent\", \"child_match_id\": \"match_143\", \"delta\": 0.0, \"map\": \"map_3\", \"opponent\": \"mayari\", \"parent_candidate_id\": \"worker_rush_parent\", \"parent_match_id\": \"match_143\", \"reference\": \"worker_rush_parent\", \"relevant_ticks\": [], \"status\": \"unchanged\"}, {\"candidate_side\": \"p0\", \"child_candidate_id\": \"worker_rush_parent\", \"child_match_id\": \"match_144\", \"delta\": 0.0, \"map\": \"map_1\", \"opponent\": \"coac\", \"parent_candidate_id\": \"worker_rush_parent\", \"parent_match_id\": \"match_148\", \"reference\": \"worker_rush_parent\", \"relevant_ticks\": [], \"status\": \"unchanged\"}, {\"candidate_side\": \"p1\", \"child_candidate_id\": \"worker_rush_parent\", \"child_match_id\": \"match_145\", \"delta\": 0.0, \"map\": \"map_1\", \"opponent\": \"coac\", \"parent_candidate_id\": \"worker_rush_parent\", \"parent_match_id\": \"match_149\", \"reference\": \"worker_rush_parent\", \"relevant_ticks\": [], \"status\": \"unchanged\"}, {\"candidate_side\": \"p0\", \"child_candidate_id\": \"worker_rush_parent\", \"child_match_id\": \"match_146\", \"delta\": 0.0, \"map\": \"map_1\", \"opponent\": \"coac\", \"parent_candidate_id\": \"worker_rush_parent\", \"parent_match_id\": \"match_148\", \"reference\": \"worker_rush_parent\", \"relevant_ticks\": [], \"status\": \"unchanged\"}, {\"candidate_side\": \"p1\", \"child_candidate_id\": \"worker_rush_parent\", \"child_match_id\": \"match_147\", \"delta\": 0.0, \"map\": \"map_1\", \"opponent\": \"coac\", \"parent_candidate_id\": \"worker_rush_parent\", \"parent_match_id\": \"match_149\", \"reference\": \"worker_rush_parent\", \"relevant_ticks\": [], \"status\": \"unchanged\"}, {\"candidate_side\": \"p0\", \"child_candidate_id\": \"worker_rush_parent\", \"child_match_id\": \"match_148\", \"delta\": 0.0, \"map\": \"map_1\", \"opponent\": \"coac\", \"parent_candidate_id\": \"worker_rush_parent\", \"parent_match_id\": \"match_148\", \"reference\": \"worker_rush_parent\", \"relevant_ticks\": [], \"status\": \"unchanged\"}, {\"candidate_side\": \"p1\", \"child_candidate_id\": \"worker_rush_parent\", \"child_match_id\": \"match_149\", \"delta\": 0.0, \"map\": \"map_1\", \"opponent\": \"coac\", \"parent_candidate_id\": \"worker_rush_parent\", \"parent_match_id\": \"match_149\", \"reference\": \"worker_rush_parent\", \"relevant_ticks\": [], \"status\": \"unchanged\"}, {\"candidate_side\": \"p0\", \"child_candidate_id\": \"worker_rush_parent\", \"child_match_id\": \"match_150\", \"delta\": 0.0, \"map\": \"map_2\", \"opponent\": \"coac\", \"parent_candidate_id\": \"worker_rush_parent\", \"parent_match_id\": \"match_154\", \"reference\": \"worker_rush_parent\", \"relevant_ticks\": [], \"status\": \"unchanged\"}, {\"candidate_side\": \"p1\", \"child_candidate_id\": \"worker_rush_parent\", \"child_match_id\": \"match_151\", \"delta\": 0.0, \"map\": \"map_2\", \"opponent\": \"coac\", \"parent_candidate_id\": \"worker_rush_parent\", \"parent_match_id\": \"match_155\", \"reference\": \"worker_rush_parent\", \"relevant_ticks\": [], \"status\": \"unchanged\"}, {\"candidate_side\": \"p0\", \"child_candidate_id\": \"worker_rush_parent\", \"child_match_id\": \"match_152\", \"delta\": 0.0, \"map\": \"map_2\", \"opponent\": \"coac\", \"parent_candidate_id\": \"worker_rush_parent\", \"parent_match_id\": \"match_154\", \"reference\": \"worker_rush_parent\", \"relevant_ticks\": [], \"status\": \"unchanged\"}, {\"candidate_side\": \"p1\", \"child_candidate_id\": \"worker_rush_parent\", \"child_match_id\": \"match_153\", \"delta\": 0.0, \"map\": \"map_2\", \"opponent\": \"coac\", \"parent_candidate_id\": \"worker_rush_parent\", \"parent_match_id\": \"match_155\", \"reference\": \"worker_rush_parent\", \"relevant_ticks\": [], \"status\": \"unchanged\"}, {\"candidate_side\": \"p0\", \"child_candidate_id\": \"worker_rush_parent\", \"child_match_id\": \"match_154\", \"delta\": 0.0, \"map\": \"map_2\", \"opponent\": \"coac\", \"parent_candidate_id\": \"worker_rush_parent\", \"parent_match_id\": \"match_154\", \"reference\": \"worker_rush_parent\", \"relevant_ticks\": [], \"status\": \"unchanged\"}, {\"candidate_side\": \"p1\", \"child_candidate_id\": \"worker_rush_parent\", \"child_match_id\": \"match_155\", \"delta\": 0.0, \"map\": \"map_2\", \"opponent\": \"coac\", \"parent_candidate_id\": \"worker_rush_parent\", \"parent_match_id\": \"match_155\", \"reference\": \"worker_rush_parent\", \"relevant_ticks\": [], \"status\": \"unchanged\"}, {\"candidate_side\": \"p0\", \"child_candidate_id\": \"worker_rush_parent\", \"child_match_id\": \"match_156\", \"delta\": 0.0, \"map\": \"map_3\", \"opponent\": \"coac\", \"parent_candidate_id\": \"worker_rush_parent\", \"parent_match_id\": \"match_160\", \"reference\": \"worker_rush_parent\", \"relevant_ticks\": [], \"status\": \"unchanged\"}, {\"candidate_side\": \"p1\", \"child_candidate_id\": \"worker_rush_parent\", \"child_match_id\": \"match_157\", \"delta\": -0.082724, \"map\": \"map_3\", \"opponent\": \"coac\", \"parent_candidate_id\": \"worker_rush_parent\", \"parent_match_id\": \"match_161\", \"reference\": \"worker_rush_parent\", \"relevant_ticks\": [], \"status\": \"regressed\"}, {\"candidate_side\": \"p0\", \"child_candidate_id\": \"worker_rush_parent\", \"child_match_id\": \"match_158\", \"delta\": 0.0, \"map\": \"map_3\", \"opponent\": \"coac\", \"parent_candidate_id\": \"worker_rush_parent\", \"parent_match_id\": \"match_160\", \"reference\": \"worker_rush_parent\", \"relevant_ticks\": [], \"status\": \"unchanged\"}, {\"candidate_side\": \"p1\", \"child_candidate_id\": \"worker_rush_parent\", \"child_match_id\": \"match_159\", \"delta\": -0.082724, \"map\": \"map_3\", \"opponent\": \"coac\", \"parent_candidate_id\": \"worker_rush_parent\", \"parent_match_id\": \"match_161\", \"reference\": \"worker_rush_parent\", \"relevant_ticks\": [], \"status\": \"regressed\"}, {\"candidate_side\": \"p0\", \"child_candidate_id\": \"worker_rush_parent\", \"child_match_id\": \"match_160\", \"delta\": 0.0, \"map\": \"map_3\", \"opponent\": \"coac\", \"parent_candidate_id\": \"worker_rush_parent\", \"parent_match_id\": \"match_160\", \"reference\": \"worker_rush_parent\", \"relevant_ticks\": [], \"status\": \"unchanged\"}, {\"candidate_side\": \"p1\", \"child_candidate_id\": \"worker_rush_parent\", \"child_match_id\": \"match_161\", \"delta\": 0.0, \"map\": \"map_3\", \"opponent\": \"coac\", \"parent_candidate_id\": \"worker_rush_parent\", \"parent_match_id\": \"match_161\", \"reference\": \"worker_rush_parent\", \"relevant_ticks\": [], \"status\": \"unchanged\"}, {\"candidate_side\": \"p0\", \"child_candidate_id\": \"worker_rush_parent\", \"child_match_id\": \"match_162\", \"delta\": 0.0, \"map\": \"map_1\", \"opponent\": \"tma\", \"parent_candidate_id\": \"worker_rush_parent\", \"parent_match_id\": \"match_166\", \"reference\": \"worker_rush_parent\", \"relevant_ticks\": [], \"status\": \"unchanged\"}, {\"candidate_side\": \"p1\", \"child_candidate_id\": \"worker_rush_parent\", \"child_match_id\": \"match_163\", \"delta\": 0.0, \"map\": \"map_1\", \"opponent\": \"tma\", \"parent_candidate_id\": \"worker_rush_parent\", \"parent_match_id\": \"match_167\", \"reference\": \"worker_rush_parent\", \"relevant_ticks\": [], \"status\": \"unchanged\"}, {\"candidate_side\": \"p0\", \"child_candidate_id\": \"worker_rush_parent\", \"child_match_id\": \"match_164\", \"delta\": 0.0, \"map\": \"map_1\", \"opponent\": \"tma\", \"parent_candidate_id\": \"worker_rush_parent\", \"parent_match_id\": \"match_166\", \"reference\": \"worker_rush_parent\", \"relevant_ticks\": [], \"status\": \"unchanged\"}, {\"candidate_side\": \"p1\", \"child_candidate_id\": \"worker_rush_parent\", \"child_match_id\": \"match_165\", \"delta\": 0.0, \"map\": \"map_1\", \"opponent\": \"tma\", \"parent_candidate_id\": \"worker_rush_parent\", \"parent_match_id\": \"match_167\", \"reference\": \"worker_rush_parent\", \"relevant_ticks\": [], \"status\": \"unchanged\"}, {\"candidate_side\": \"p0\", \"child_candidate_id\": \"worker_rush_parent\", \"child_match_id\": \"match_166\", \"delta\": 0.0, \"map\": \"map_1\", \"opponent\": \"tma\", \"parent_candidate_id\": \"worker_rush_parent\", \"parent_match_id\": \"match_166\", \"reference\": \"worker_rush_parent\", \"relevant_ticks\": [], \"status\": \"unchanged\"}, {\"candidate_side\": \"p1\", \"child_candidate_id\": \"worker_rush_parent\", \"child_match_id\": \"match_167\", \"delta\": 0.0, \"map\": \"map_1\", \"opponent\": \"tma\", \"parent_candidate_id\": \"worker_rush_parent\", \"parent_match_id\": \"match_167\", \"reference\": \"worker_rush_parent\", \"relevant_ticks\": [], \"status\": \"unchanged\"}, {\"candidate_side\": \"p0\", \"child_candidate_id\": \"worker_rush_parent\", \"child_match_id\": \"match_168\", \"delta\": 0.0, \"map\": \"map_2\", \"opponent\": \"tma\", \"parent_candidate_id\": \"worker_rush_parent\", \"parent_match_id\": \"match_172\", \"reference\": \"worker_rush_parent\", \"relevant_ticks\": [], \"status\": \"unchanged\"}, {\"candidate_side\": \"p1\", \"child_candidate_id\": \"worker_rush_parent\", \"child_match_id\": \"match_169\", \"delta\": 0.0, \"map\": \"map_2\", \"opponent\": \"tma\", \"parent_candidate_id\": \"worker_rush_parent\", \"parent_match_id\": \"match_173\", \"reference\": \"worker_rush_parent\", \"relevant_ticks\": [], \"status\": \"unchanged\"}, {\"candidate_side\": \"p0\", \"child_candidate_id\": \"worker_rush_parent\", \"child_match_id\": \"match_170\", \"delta\": 0.0, \"map\": \"map_2\", \"opponent\": \"tma\", \"parent_candidate_id\": \"worker_rush_parent\", \"parent_match_id\": \"match_172\", \"reference\": \"worker_rush_parent\", \"relevant_ticks\": [], \"status\": \"unchanged\"}, {\"candidate_side\": \"p1\", \"child_candidate_id\": \"worker_rush_parent\", \"child_match_id\": \"match_171\", \"delta\": 0.0, \"map\": \"map_2\", \"opponent\": \"tma\", \"parent_candidate_id\": \"worker_rush_parent\", \"parent_match_id\": \"match_173\", \"reference\": \"worker_rush_parent\", \"relevant_ticks\": [], \"status\": \"unchanged\"}, {\"candidate_side\": \"p0\", \"child_candidate_id\": \"worker_rush_parent\", \"child_match_id\": \"match_172\", \"delta\": 0.0, \"map\": \"map_2\", \"opponent\": \"tma\", \"parent_candidate_id\": \"worker_rush_parent\", \"parent_match_id\": \"match_172\", \"reference\": \"worker_rush_parent\", \"relevant_ticks\": [], \"status\": \"unchanged\"}, {\"candidate_side\": \"p1\", \"child_candidate_id\": \"worker_rush_parent\", \"child_match_id\": \"match_173\", \"delta\": 0.0, \"map\": \"map_2\", \"opponent\": \"tma\", \"parent_candidate_id\": \"worker_rush_parent\", \"parent_match_id\": \"match_173\", \"reference\": \"worker_rush_parent\", \"relevant_ticks\": [], \"status\": \"unchanged\"}, {\"candidate_side\": \"p0\", \"child_candidate_id\": \"worker_rush_parent\", \"child_match_id\": \"match_174\", \"delta\": 0.0, \"map\": \"map_3\", \"opponent\": \"tma\", \"parent_candidate_id\": \"worker_rush_parent\", \"parent_match_id\": \"match_178\", \"reference\": \"worker_rush_parent\", \"relevant_ticks\": [], \"status\": \"unchanged\"}, {\"candidate_side\": \"p1\", \"child_candidate_id\": \"worker_rush_parent\", \"child_match_id\": \"match_175\", \"delta\": 0.0, \"map\": \"map_3\", \"opponent\": \"tma\", \"parent_candidate_id\": \"worker_rush_parent\", \"parent_match_id\": \"match_179\", \"reference\": \"worker_rush_parent\", \"relevant_ticks\": [], \"status\": \"unchanged\"}, {\"candidate_side\": \"p0\", \"child_candidate_id\": \"worker_rush_parent\", \"child_match_id\": \"match_176\", \"delta\": 0.0, \"map\": \"map_3\", \"opponent\": \"tma\", \"parent_candidate_id\": \"worker_rush_parent\", \"parent_match_id\": \"match_178\", \"reference\": \"worker_rush_parent\", \"relevant_ticks\": [], \"status\": \"unchanged\"}, {\"candidate_side\": \"p1\", \"child_candidate_id\": \"worker_rush_parent\", \"child_match_id\": \"match_177\", \"delta\": 0.0, \"map\": \"map_3\", \"opponent\": \"tma\", \"parent_candidate_id\": \"worker_rush_parent\", \"parent_match_id\": \"match_179\", \"reference\": \"worker_rush_parent\", \"relevant_ticks\": [], \"status\": \"unchanged\"}, {\"candidate_side\": \"p0\", \"child_candidate_id\": \"worker_rush_parent\", \"child_match_id\": \"match_178\", \"delta\": 0.0, \"map\": \"map_3\", \"opponent\": \"tma\", \"parent_candidate_id\": \"worker_rush_parent\", \"parent_match_id\": \"match_178\", \"reference\": \"worker_rush_parent\", \"relevant_ticks\": [], \"status\": \"unchanged\"}, {\"candidate_side\": \"p1\", \"child_candidate_id\": \"worker_rush_parent\", \"child_match_id\": \"match_179\", \"delta\": 0.0, \"map\": \"map_3\", \"opponent\": \"tma\", \"parent_candidate_id\": \"worker_rush_parent\", \"parent_match_id\": \"match_179\", \"reference\": \"worker_rush_parent\", \"relevant_ticks\": [], \"status\": \"unchanged\"}], \"regressed\": [{\"candidate_side\": \"p1\", \"child_candidate_id\": \"worker_rush_parent\", \"child_match_id\": \"match_21\", \"delta\": -2.911703, \"map\": \"map_1\", \"opponent\": \"random\", \"parent_candidate_id\": \"worker_rush_parent\", \"parent_match_id\": \"match_23\", \"reference\": \"worker_rush_parent\", \"relevant_ticks\": [], \"status\": \"regressed\"}, {\"candidate_side\": \"p1\", \"child_candidate_id\": \"worker_rush_parent\", \"child_match_id\": \"match_25\", \"delta\": -1.732499, \"map\": \"map_2\", \"opponent\": \"random\", \"parent_candidate_id\": \"worker_rush_parent\", \"parent_match_id\": \"match_29\", \"reference\": \"worker_rush_parent\", \"relevant_ticks\": [], \"status\": \"regressed\"}, {\"candidate_side\": \"p0\", \"child_candidate_id\": \"worker_rush_parent\", \"child_match_id\": \"match_30\", \"delta\": -1.164926, \"map\": \"map_3\", \"opponent\": \"random\", \"parent_candidate_id\": \"worker_rush_parent\", \"parent_match_id\": \"match_34\", \"reference\": \"worker_rush_parent\", \"relevant_ticks\": [], \"status\": \"regressed\"}, {\"candidate_side\": \"p0\", \"child_candidate_id\": \"worker_rush_parent\", \"child_match_id\": \"match_32\", \"delta\": -0.83732, \"map\": \"map_3\", \"opponent\": \"random\", \"parent_candidate_id\": \"worker_rush_parent\", \"parent_match_id\": \"match_34\", \"reference\": \"worker_rush_parent\", \"relevant_ticks\": [], \"status\": \"regressed\"}, {\"candidate_side\": \"p1\", \"child_candidate_id\": \"worker_rush_parent\", \"child_match_id\": \"match_39\", \"delta\": -0.457126, \"map\": \"map_1\", \"opponent\": \"randombias\", \"parent_candidate_id\": \"worker_rush_parent\", \"parent_match_id\": \"match_41\", \"reference\": \"worker_rush_parent\", \"relevant_ticks\": [], \"status\": \"regressed\"}, {\"candidate_side\": \"p0\", \"child_candidate_id\": \"worker_rush_parent\", \"child_match_id\": \"match_42\", \"delta\": -1.182114, \"map\": \"map_2\", \"opponent\": \"randombias\", \"parent_candidate_id\": \"worker_rush_parent\", \"parent_match_id\": \"match_46\", \"reference\": \"worker_rush_parent\", \"relevant_ticks\": [], \"status\": \"regressed\"}, {\"candidate_side\": \"p1\", \"child_candidate_id\": \"worker_rush_parent\", \"child_match_id\": \"match_43\", \"delta\": -0.224205, \"map\": \"map_2\", \"opponent\": \"randombias\", \"parent_candidate_id\": \"worker_rush_parent\", \"parent_match_id\": \"match_47\", \"reference\": \"worker_rush_parent\", \"relevant_ticks\": [], \"status\": \"regressed\"}, {\"candidate_side\": \"p1\", \"child_candidate_id\": \"worker_rush_parent\", \"child_match_id\": \"match_157\", \"delta\": -0.082724, \"map\": \"map_3\", \"opponent\": \"coac\", \"parent_candidate_id\": \"worker_rush_parent\", \"parent_match_id\": \"match_161\", \"reference\": \"worker_rush_parent\", \"relevant_ticks\": [], \"status\": \"regressed\"}, {\"candidate_side\": \"p1\", \"child_candidate_id\": \"worker_rush_parent\", \"child_match_id\": \"match_159\", \"delta\": -0.082724, \"map\": \"map_3\", \"opponent\": \"coac\", \"parent_candidate_id\": \"worker_rush_parent\", \"parent_match_id\": \"match_161\", \"reference\": \"worker_rush_parent\", \"relevant_ticks\": [], \"status\": \"regressed\"}]}}",</a:t>
            </a:r>
          </a:p>
          <a:p xmlns:a="http://schemas.openxmlformats.org/drawingml/2006/main">
            <a:r>
              <a:t>    "parent_strategy_prompt": "\"Use a continuous Worker-rush policy.\\n\\nEvery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t>
            </a:r>
          </a:p>
          <a:p xmlns:a="http://schemas.openxmlformats.org/drawingml/2006/main">
            <a:r>
              <a:t>  "semantic_payload": {</a:t>
            </a:r>
          </a:p>
          <a:p xmlns:a="http://schemas.openxmlformats.org/drawingml/2006/main">
            <a:r>
              <a:t>    "commentator_diagnoses_and_evaluation_metadata": {</a:t>
            </a:r>
          </a:p>
          <a:p xmlns:a="http://schemas.openxmlformats.org/drawingml/2006/main">
            <a:r>
              <a:t>      "candidate_id": "worker_rush_reflection_subject",</a:t>
            </a:r>
          </a:p>
          <a:p xmlns:a="http://schemas.openxmlformats.org/drawingml/2006/main">
            <a:r>
              <a:t>      "commentator_diagnoses": [</a:t>
            </a:r>
          </a:p>
          <a:p xmlns:a="http://schemas.openxmlformats.org/drawingml/2006/main">
            <a:r>
              <a:t>        {</a:t>
            </a:r>
          </a:p>
          <a:p xmlns:a="http://schemas.openxmlformats.org/drawingml/2006/main">
            <a:r>
              <a:t>          "candidate_side": "p1",</a:t>
            </a:r>
          </a:p>
          <a:p xmlns:a="http://schemas.openxmlformats.org/drawingml/2006/main">
            <a:r>
              <a:t>          "candidate_strategy_summary": "Executed continuous Worker-rush with single Worker harvesting at base and additional Workers advancing toward enemy base. No barracks built, no combat units produced.",</a:t>
            </a:r>
          </a:p>
          <a:p xmlns:a="http://schemas.openxmlformats.org/drawingml/2006/main">
            <a:r>
              <a:t>          "candidate_strengths": [</a:t>
            </a:r>
          </a:p>
          <a:p xmlns:a="http://schemas.openxmlformats.org/drawingml/2006/main">
            <a:r>
              <a:t>            "{'strength': 'Consistent Worker production policy (when resources allowed).', 'context': 'Candidate adhered to strategy but lacked resource collection efficiency.'}"</a:t>
            </a:r>
          </a:p>
          <a:p xmlns:a="http://schemas.openxmlformats.org/drawingml/2006/main">
            <a:r>
              <a:t>          ],</a:t>
            </a:r>
          </a:p>
          <a:p xmlns:a="http://schemas.openxmlformats.org/drawingml/2006/main">
            <a:r>
              <a:t>          "candidate_weaknesses": [</a:t>
            </a:r>
          </a:p>
          <a:p xmlns:a="http://schemas.openxmlformats.org/drawingml/2006/main">
            <a:r>
              <a:t>            "{'weakness': 'No resource collection beyond base proximity. Single Worker failed to harvest critical resources (20 at (0,0) and (7,7)).', 'consequence': 'Resource starvation prevented scaling production.'}",</a:t>
            </a:r>
          </a:p>
          <a:p xmlns:a="http://schemas.openxmlformats.org/drawingml/2006/main">
            <a:r>
              <a:t>            "{'weakness': 'No defensive or offensive coordination. Workers remained stationary or moved aimlessly toward enemy base without targeting enemy Workers.', 'consequence': 'Opponent’s late-game Worker flood overwhelmed candidate’s lone Worker.'}"</a:t>
            </a:r>
          </a:p>
          <a:p xmlns:a="http://schemas.openxmlformats.org/drawingml/2006/main">
            <a:r>
              <a:t>          ],</a:t>
            </a:r>
          </a:p>
          <a:p xmlns:a="http://schemas.openxmlformats.org/drawingml/2006/main">
            <a:r>
              <a:t>          "map": null,</a:t>
            </a:r>
          </a:p>
          <a:p xmlns:a="http://schemas.openxmlformats.org/drawingml/2006/main">
            <a:r>
              <a:t>          "match_id": "match_03",</a:t>
            </a:r>
          </a:p>
          <a:p xmlns:a="http://schemas.openxmlformats.org/drawingml/2006/main">
            <a:r>
              <a:t>          "opponent": "PassiveAI",</a:t>
            </a:r>
          </a:p>
          <a:p xmlns:a="http://schemas.openxmlformats.org/drawingml/2006/main">
            <a:r>
              <a:t>          "opponent_strategy_summary": "PassiveAI: No visible aggressive expansion or resource management. Remained static with minimal Worker movement until late-game.",</a:t>
            </a:r>
          </a:p>
          <a:p xmlns:a="http://schemas.openxmlformats.org/drawingml/2006/main">
            <a:r>
              <a:t>          "result": "loss",</a:t>
            </a:r>
          </a:p>
          <a:p xmlns:a="http://schemas.openxmlformats.org/drawingml/2006/main">
            <a:r>
              <a:t>          "turning_points": [</a:t>
            </a:r>
          </a:p>
          <a:p xmlns:a="http://schemas.openxmlformats.org/drawingml/2006/main">
            <a:r>
              <a:t>            {</a:t>
            </a:r>
          </a:p>
          <a:p xmlns:a="http://schemas.openxmlformats.org/drawingml/2006/main">
            <a:r>
              <a:t>              "event": "Both players start with identical initial state (1 Base + 1 Worker each). No resource collection or production initiated.",</a:t>
            </a:r>
          </a:p>
          <a:p xmlns:a="http://schemas.openxmlformats.org/drawingml/2006/main">
            <a:r>
              <a:t>              "impact": "Stagnation: Candidate fails to exploit immediate resource advantage (20 resources at (0,0) and (7,7) within reach). Opponent maintains identical inaction.",</a:t>
            </a:r>
          </a:p>
          <a:p xmlns:a="http://schemas.openxmlformats.org/drawingml/2006/main">
            <a:r>
              <a:t>              "tick": 0</a:t>
            </a:r>
          </a:p>
          <a:p xmlns:a="http://schemas.openxmlformats.org/drawingml/2006/main">
            <a:r>
              <a:t>            },</a:t>
            </a:r>
          </a:p>
          <a:p xmlns:a="http://schemas.openxmlformats.org/drawingml/2006/main">
            <a:r>
              <a:t>            {</a:t>
            </a:r>
          </a:p>
          <a:p xmlns:a="http://schemas.openxmlformats.org/drawingml/2006/main">
            <a:r>
              <a:t>              "event": "Candidate’s single Worker remains idle at (1,1) while opponent begins producing Workers en masse (7 Workers by tick 1496).",</a:t>
            </a:r>
          </a:p>
          <a:p xmlns:a="http://schemas.openxmlformats.org/drawingml/2006/main">
            <a:r>
              <a:t>              "impact": "Resource gap widens: Opponent’s rapid Worker production outpaces candidate’s single Worker, enabling overwhelming numerical superiority.",</a:t>
            </a:r>
          </a:p>
          <a:p xmlns:a="http://schemas.openxmlformats.org/drawingml/2006/main">
            <a:r>
              <a:t>              "tick": 20</a:t>
            </a:r>
          </a:p>
          <a:p xmlns:a="http://schemas.openxmlformats.org/drawingml/2006/main">
            <a:r>
              <a:t>            },</a:t>
            </a:r>
          </a:p>
          <a:p xmlns:a="http://schemas.openxmlformats.org/drawingml/2006/main">
            <a:r>
              <a:t>            {</a:t>
            </a:r>
          </a:p>
          <a:p xmlns:a="http://schemas.openxmlformats.org/drawingml/2006/main">
            <a:r>
              <a:t>              "event": "Opponent deploys 7 Workers in enemy territory, overwhelming candidate’s lone Worker and base. Candidate’s base remains untouched but isolated.",</a:t>
            </a:r>
          </a:p>
          <a:p xmlns:a="http://schemas.openxmlformats.org/drawingml/2006/main">
            <a:r>
              <a:t>              "impact": "Terminal numerical disadvantage: Opponent’s passive strategy shifted to aggressive Worker saturation, rendering candidate’s static rush ineffective.",</a:t>
            </a:r>
          </a:p>
          <a:p xmlns:a="http://schemas.openxmlformats.org/drawingml/2006/main">
            <a:r>
              <a:t>              "tick": 1496</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"Opponent’s passive-to-aggressive shift: Rapid Worker production outpaced candidate’s static rush.",</a:t>
            </a:r>
          </a:p>
          <a:p xmlns:a="http://schemas.openxmlformats.org/drawingml/2006/main">
            <a:r>
              <a:t>                "evidence": "Opponent’s Worker count grew from 1 to 7 by tick 1496 while candidate remained at 1 Worker."</a:t>
            </a:r>
          </a:p>
          <a:p xmlns:a="http://schemas.openxmlformats.org/drawingml/2006/main">
            <a:r>
              <a:t>              },</a:t>
            </a:r>
          </a:p>
          <a:p xmlns:a="http://schemas.openxmlformats.org/drawingml/2006/main">
            <a:r>
              <a:t>              {</a:t>
            </a:r>
          </a:p>
          <a:p xmlns:a="http://schemas.openxmlformats.org/drawingml/2006/main">
            <a:r>
              <a:t>                "cause": "Candidate’s failure to exploit map resources: No Workers harvested from (0,0) or (7,7).",</a:t>
            </a:r>
          </a:p>
          <a:p xmlns:a="http://schemas.openxmlformats.org/drawingml/2006/main">
            <a:r>
              <a:t>                "evidence": "Resources at (0,0) and (7,7) remained untouched until timeout."</a:t>
            </a:r>
          </a:p>
          <a:p xmlns:a="http://schemas.openxmlformats.org/drawingml/2006/main">
            <a:r>
              <a:t>              }</a:t>
            </a:r>
          </a:p>
          <a:p xmlns:a="http://schemas.openxmlformats.org/drawingml/2006/main">
            <a:r>
              <a:t>            ],</a:t>
            </a:r>
          </a:p>
          <a:p xmlns:a="http://schemas.openxmlformats.org/drawingml/2006/main">
            <a:r>
              <a:t>            "result": "loss"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"candidate_strategy_summary": "Strict continuous Worker-rush: prioritized immediate resource collection at base, then aggressive expansion with Workers toward enemy base. No barracks or combat units produced.",</a:t>
            </a:r>
          </a:p>
          <a:p xmlns:a="http://schemas.openxmlformats.org/drawingml/2006/main">
            <a:r>
              <a:t>          "candidate_strengths": [</a:t>
            </a:r>
          </a:p>
          <a:p xmlns:a="http://schemas.openxmlformats.org/drawingml/2006/main">
            <a:r>
              <a:t>            "{'strength': 'Rapid resource accumulation', 'evidence': 'Candidate’s Workers efficiently harvest resources (e.g., (1,0) and (3,1) carrying resources by tick 2998), enabling continuous Worker production.'}",</a:t>
            </a:r>
          </a:p>
          <a:p xmlns:a="http://schemas.openxmlformats.org/drawingml/2006/main">
            <a:r>
              <a:t>            "{'strength': 'Aggressive expansion', 'evidence': '6 Workers deployed toward enemy base by tick 2999, overwhelming opponent’s scattered Workers.'}"</a:t>
            </a:r>
          </a:p>
          <a:p xmlns:a="http://schemas.openxmlformats.org/drawingml/2006/main">
            <a:r>
              <a:t>          ],</a:t>
            </a:r>
          </a:p>
          <a:p xmlns:a="http://schemas.openxmlformats.org/drawingml/2006/main">
            <a:r>
              <a:t>          "candidate_weaknesses": [</a:t>
            </a:r>
          </a:p>
          <a:p xmlns:a="http://schemas.openxmlformats.org/drawingml/2006/main">
            <a:r>
              <a:t>            "{'weakness': 'No defensive structures', 'evidence': 'Opponent’s Workers survived until timeout due to lack of Barracks or combat units to eliminate threats.'}"</a:t>
            </a:r>
          </a:p>
          <a:p xmlns:a="http://schemas.openxmlformats.org/drawingml/2006/main">
            <a:r>
              <a:t>          ],</a:t>
            </a:r>
          </a:p>
          <a:p xmlns:a="http://schemas.openxmlformats.org/drawingml/2006/main">
            <a:r>
              <a:t>          "map": null,</a:t>
            </a:r>
          </a:p>
          <a:p xmlns:a="http://schemas.openxmlformats.org/drawingml/2006/main">
            <a:r>
              <a:t>          "match_id": "match_26",</a:t>
            </a:r>
          </a:p>
          <a:p xmlns:a="http://schemas.openxmlformats.org/drawingml/2006/main">
            <a:r>
              <a:t>          "opponent": "RandomAI",</a:t>
            </a:r>
          </a:p>
          <a:p xmlns:a="http://schemas.openxmlformats.org/drawingml/2006/main">
            <a:r>
              <a:t>          "opponent_strategy_summary": "RandomAI: no structured strategy; Workers moved randomly without coordination, resource collection, or targeted aggression.",</a:t>
            </a:r>
          </a:p>
          <a:p xmlns:a="http://schemas.openxmlformats.org/drawingml/2006/main">
            <a:r>
              <a:t>          "result": "win",</a:t>
            </a:r>
          </a:p>
          <a:p xmlns:a="http://schemas.openxmlformats.org/drawingml/2006/main">
            <a:r>
              <a:t>          "turning_points": [</a:t>
            </a:r>
          </a:p>
          <a:p xmlns:a="http://schemas.openxmlformats.org/drawingml/2006/main">
            <a:r>
              <a:t>            {</a:t>
            </a:r>
          </a:p>
          <a:p xmlns:a="http://schemas.openxmlformats.org/drawingml/2006/main">
            <a:r>
              <a:t>              "event": "Initial state: both players start with 1 Worker each, no resource collection or movement toward enemy base.",</a:t>
            </a:r>
          </a:p>
          <a:p xmlns:a="http://schemas.openxmlformats.org/drawingml/2006/main">
            <a:r>
              <a:t>              "impact": "Neither player initiates meaningful action; candidate’s Workers remain idle near base, opponent’s Workers scattered.",</a:t>
            </a:r>
          </a:p>
          <a:p xmlns:a="http://schemas.openxmlformats.org/drawingml/2006/main">
            <a:r>
              <a:t>              "tick": 0</a:t>
            </a:r>
          </a:p>
          <a:p xmlns:a="http://schemas.openxmlformats.org/drawingml/2006/main">
            <a:r>
              <a:t>            },</a:t>
            </a:r>
          </a:p>
          <a:p xmlns:a="http://schemas.openxmlformats.org/drawingml/2006/main">
            <a:r>
              <a:t>            {</a:t>
            </a:r>
          </a:p>
          <a:p xmlns:a="http://schemas.openxmlformats.org/drawingml/2006/main">
            <a:r>
              <a:t>              "event": "Candidate’s Workers begin coordinated resource collection (e.g., Worker at (1,0) carrying 1 resource) while opponent’s Workers remain dispersed and idle across map.",</a:t>
            </a:r>
          </a:p>
          <a:p xmlns:a="http://schemas.openxmlformats.org/drawingml/2006/main">
            <a:r>
              <a:t>              "impact": "Candidate achieves resource surplus (21 resources) while opponent’s Workers fail to harvest or coordinate, leading to resource starvation (0 resources).",</a:t>
            </a:r>
          </a:p>
          <a:p xmlns:a="http://schemas.openxmlformats.org/drawingml/2006/main">
            <a:r>
              <a:t>              "tick": 2998</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"Opponent’s random movement prevented resource collection or coordinated defense.",</a:t>
            </a:r>
          </a:p>
          <a:p xmlns:a="http://schemas.openxmlformats.org/drawingml/2006/main">
            <a:r>
              <a:t>                "evidence": "Opponent’s Workers remained stationary or scattered (e.g., (15,7), (6,9)) without harvesting or attacking."</a:t>
            </a:r>
          </a:p>
          <a:p xmlns:a="http://schemas.openxmlformats.org/drawingml/2006/main">
            <a:r>
              <a:t>              },</a:t>
            </a:r>
          </a:p>
          <a:p xmlns:a="http://schemas.openxmlformats.org/drawingml/2006/main">
            <a:r>
              <a:t>              {</a:t>
            </a:r>
          </a:p>
          <a:p xmlns:a="http://schemas.openxmlformats.org/drawingml/2006/main">
            <a:r>
              <a:t>                "cause": "Candidate’s resource advantage enabled Worker overproduction.",</a:t>
            </a:r>
          </a:p>
          <a:p xmlns:a="http://schemas.openxmlformats.org/drawingml/2006/main">
            <a:r>
              <a:t>                "evidence": "Candidate’s resource count (21) vs. opponent’s (0) at timeout, with 6 active Workers vs. 15 idle opponent Workers."</a:t>
            </a:r>
          </a:p>
          <a:p xmlns:a="http://schemas.openxmlformats.org/drawingml/2006/main">
            <a:r>
              <a:t>              }</a:t>
            </a:r>
          </a:p>
          <a:p xmlns:a="http://schemas.openxmlformats.org/drawingml/2006/main">
            <a:r>
              <a:t>            ],</a:t>
            </a:r>
          </a:p>
          <a:p xmlns:a="http://schemas.openxmlformats.org/drawingml/2006/main">
            <a:r>
              <a:t>            "result": "win"</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"candidate_strategy_summary": "Continuous Worker-rush with immediate enemy Base targeting. Prioritizes production over resource defense until late-game.",</a:t>
            </a:r>
          </a:p>
          <a:p xmlns:a="http://schemas.openxmlformats.org/drawingml/2006/main">
            <a:r>
              <a:t>          "candidate_strengths": [</a:t>
            </a:r>
          </a:p>
          <a:p xmlns:a="http://schemas.openxmlformats.org/drawingml/2006/main">
            <a:r>
              <a:t>            "{'description': 'Efficient resource collection: Workers consistently harvest resources, maintaining production flow despite scattered positioning.'}",</a:t>
            </a:r>
          </a:p>
          <a:p xmlns:a="http://schemas.openxmlformats.org/drawingml/2006/main">
            <a:r>
              <a:t>            "{'description': 'Aggressive rush execution: Rapid Worker production and deployment create overwhelming numerical pressure.'}"</a:t>
            </a:r>
          </a:p>
          <a:p xmlns:a="http://schemas.openxmlformats.org/drawingml/2006/main">
            <a:r>
              <a:t>          ],</a:t>
            </a:r>
          </a:p>
          <a:p xmlns:a="http://schemas.openxmlformats.org/drawingml/2006/main">
            <a:r>
              <a:t>          "candidate_weaknesses": [</a:t>
            </a:r>
          </a:p>
          <a:p xmlns:a="http://schemas.openxmlformats.org/drawingml/2006/main">
            <a:r>
              <a:t>            "{'description': 'Lack of defensive coordination: Workers are not prioritized for immediate Base defense or resource node protection.'}",</a:t>
            </a:r>
          </a:p>
          <a:p xmlns:a="http://schemas.openxmlformats.org/drawingml/2006/main">
            <a:r>
              <a:t>            "{'description': 'Resource waste: Scattered Workers carry minimal resources (often 0), reducing efficiency in production acceleration.'}"</a:t>
            </a:r>
          </a:p>
          <a:p xmlns:a="http://schemas.openxmlformats.org/drawingml/2006/main">
            <a:r>
              <a:t>          ],</a:t>
            </a:r>
          </a:p>
          <a:p xmlns:a="http://schemas.openxmlformats.org/drawingml/2006/main">
            <a:r>
              <a:t>          "map": null,</a:t>
            </a:r>
          </a:p>
          <a:p xmlns:a="http://schemas.openxmlformats.org/drawingml/2006/main">
            <a:r>
              <a:t>          "match_id": "match_41",</a:t>
            </a:r>
          </a:p>
          <a:p xmlns:a="http://schemas.openxmlformats.org/drawingml/2006/main">
            <a:r>
              <a:t>          "opponent": "RandomBiasedAI",</a:t>
            </a:r>
          </a:p>
          <a:p xmlns:a="http://schemas.openxmlformats.org/drawingml/2006/main">
            <a:r>
              <a:t>          "opponent_strategy_summary": "RandomBiasedAI: Unpredictable actions, no clear pattern. Occasionally exploits gaps in candidate's defense or resource collection.",</a:t>
            </a:r>
          </a:p>
          <a:p xmlns:a="http://schemas.openxmlformats.org/drawingml/2006/main">
            <a:r>
              <a:t>          "result": "win",</a:t>
            </a:r>
          </a:p>
          <a:p xmlns:a="http://schemas.openxmlformats.org/drawingml/2006/main">
            <a:r>
              <a:t>          "turning_points": [</a:t>
            </a:r>
          </a:p>
          <a:p xmlns:a="http://schemas.openxmlformats.org/drawingml/2006/main">
            <a:r>
              <a:t>            {</a:t>
            </a:r>
          </a:p>
          <a:p xmlns:a="http://schemas.openxmlformats.org/drawingml/2006/main">
            <a:r>
              <a:t>              "event": "Initial state: Both players start with 1 Worker and 5 resources. Candidate's Worker remains idle near Base (1,1) while opponent's Worker is positioned at (6,6).",</a:t>
            </a:r>
          </a:p>
          <a:p xmlns:a="http://schemas.openxmlformats.org/drawingml/2006/main">
            <a:r>
              <a:t>              "impact": "Candidate fails to immediately exploit opponent's Worker's proximity to resources (0,0) or defend its own Worker from potential early aggression.",</a:t>
            </a:r>
          </a:p>
          <a:p xmlns:a="http://schemas.openxmlformats.org/drawingml/2006/main">
            <a:r>
              <a:t>              "tick": 0</a:t>
            </a:r>
          </a:p>
          <a:p xmlns:a="http://schemas.openxmlformats.org/drawingml/2006/main">
            <a:r>
              <a:t>            },</a:t>
            </a:r>
          </a:p>
          <a:p xmlns:a="http://schemas.openxmlformats.org/drawingml/2006/main">
            <a:r>
              <a:t>            {</a:t>
            </a:r>
          </a:p>
          <a:p xmlns:a="http://schemas.openxmlformats.org/drawingml/2006/main">
            <a:r>
              <a:t>              "event": "Candidate produces 6 Workers (total: 6) and begins aggressive rush toward opponent's Base at (5,6). Opponent's Worker remains isolated at (6,6) with no visible defensive or offensive coordination.",</a:t>
            </a:r>
          </a:p>
          <a:p xmlns:a="http://schemas.openxmlformats.org/drawingml/2006/main">
            <a:r>
              <a:t>              "impact": "Candidate's Worker overproduction creates a numerical advantage, but Workers are scattered without coordinated targeting. Opponent's lone Worker survives to tick 1174, delaying candidate's victory.",</a:t>
            </a:r>
          </a:p>
          <a:p xmlns:a="http://schemas.openxmlformats.org/drawingml/2006/main">
            <a:r>
              <a:t>              "tick": 20</a:t>
            </a:r>
          </a:p>
          <a:p xmlns:a="http://schemas.openxmlformats.org/drawingml/2006/main">
            <a:r>
              <a:t>            },</a:t>
            </a:r>
          </a:p>
          <a:p xmlns:a="http://schemas.openxmlformats.org/drawingml/2006/main">
            <a:r>
              <a:t>            {</a:t>
            </a:r>
          </a:p>
          <a:p xmlns:a="http://schemas.openxmlformats.org/drawingml/2006/main">
            <a:r>
              <a:t>              "event": "Opponent's last Worker (6,6) is eliminated by candidate's Workers. Candidate's Base survives with 1 resource, opponent's Base destroyed.",</a:t>
            </a:r>
          </a:p>
          <a:p xmlns:a="http://schemas.openxmlformats.org/drawingml/2006/main">
            <a:r>
              <a:t>              "impact": "Final decisive moment: Candidate's numerical superiority and resource collection efficiency overcome opponent's randomness.",</a:t>
            </a:r>
          </a:p>
          <a:p xmlns:a="http://schemas.openxmlformats.org/drawingml/2006/main">
            <a:r>
              <a:t>              "tick": 1174</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"details": "Candidate's 18 Workers vs. opponent's 1 Worker at critical stages (e.g., tick 1173).",</a:t>
            </a:r>
          </a:p>
          <a:p xmlns:a="http://schemas.openxmlformats.org/drawingml/2006/main">
            <a:r>
              <a:t>                "type": "numerical_advantage"</a:t>
            </a:r>
          </a:p>
          <a:p xmlns:a="http://schemas.openxmlformats.org/drawingml/2006/main">
            <a:r>
              <a:t>              },</a:t>
            </a:r>
          </a:p>
          <a:p xmlns:a="http://schemas.openxmlformats.org/drawingml/2006/main">
            <a:r>
              <a:t>              {</a:t>
            </a:r>
          </a:p>
          <a:p xmlns:a="http://schemas.openxmlformats.org/drawingml/2006/main">
            <a:r>
              <a:t>                "details": "Candidate's Workers consistently harvest resources, enabling sustained production.",</a:t>
            </a:r>
          </a:p>
          <a:p xmlns:a="http://schemas.openxmlformats.org/drawingml/2006/main">
            <a:r>
              <a:t>                "type": "resource_efficiency"</a:t>
            </a:r>
          </a:p>
          <a:p xmlns:a="http://schemas.openxmlformats.org/drawingml/2006/main">
            <a:r>
              <a:t>              },</a:t>
            </a:r>
          </a:p>
          <a:p xmlns:a="http://schemas.openxmlformats.org/drawingml/2006/main">
            <a:r>
              <a:t>              {</a:t>
            </a:r>
          </a:p>
          <a:p xmlns:a="http://schemas.openxmlformats.org/drawingml/2006/main">
            <a:r>
              <a:t>                "details": "Opponent's RandomBiasedAI fails to capitalize on candidate's aggressive rush or defend its Base effectively.",</a:t>
            </a:r>
          </a:p>
          <a:p xmlns:a="http://schemas.openxmlformats.org/drawingml/2006/main">
            <a:r>
              <a:t>                "type": "opponent_vulnerability"</a:t>
            </a:r>
          </a:p>
          <a:p xmlns:a="http://schemas.openxmlformats.org/drawingml/2006/main">
            <a:r>
              <a:t>              }</a:t>
            </a:r>
          </a:p>
          <a:p xmlns:a="http://schemas.openxmlformats.org/drawingml/2006/main">
            <a:r>
              <a:t>            ],</a:t>
            </a:r>
          </a:p>
          <a:p xmlns:a="http://schemas.openxmlformats.org/drawingml/2006/main">
            <a:r>
              <a:t>            "result": "win"</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"candidate_strategy_summary": "Worker-rush: continuous production of Workers to attack enemy Base. One Worker harvests resources; all others advance toward enemy Base or enemy units.",</a:t>
            </a:r>
          </a:p>
          <a:p xmlns:a="http://schemas.openxmlformats.org/drawingml/2006/main">
            <a:r>
              <a:t>          "candidate_strengths": [</a:t>
            </a:r>
          </a:p>
          <a:p xmlns:a="http://schemas.openxmlformats.org/drawingml/2006/main">
            <a:r>
              <a:t>            "{'strength': 'Adaptive transition to Barracks production after initial Worker-rush phase, enabling combat unit production.'}",</a:t>
            </a:r>
          </a:p>
          <a:p xmlns:a="http://schemas.openxmlformats.org/drawingml/2006/main">
            <a:r>
              <a:t>            "{'strength': 'Efficient use of Light units to eliminate opponent’s Workers before Barracks construction could provide defense.'}"</a:t>
            </a:r>
          </a:p>
          <a:p xmlns:a="http://schemas.openxmlformats.org/drawingml/2006/main">
            <a:r>
              <a:t>          ],</a:t>
            </a:r>
          </a:p>
          <a:p xmlns:a="http://schemas.openxmlformats.org/drawingml/2006/main">
            <a:r>
              <a:t>          "candidate_weaknesses": [</a:t>
            </a:r>
          </a:p>
          <a:p xmlns:a="http://schemas.openxmlformats.org/drawingml/2006/main">
            <a:r>
              <a:t>            "{'weakness': 'Delayed resource allocation to Workers after Barracks construction, reducing early economy strength.'}",</a:t>
            </a:r>
          </a:p>
          <a:p xmlns:a="http://schemas.openxmlformats.org/drawingml/2006/main">
            <a:r>
              <a:t>            "{'weakness': 'No defensive Barracks placement near Base, leaving Base vulnerable to potential early Worker rushes (not exploited here).'}"</a:t>
            </a:r>
          </a:p>
          <a:p xmlns:a="http://schemas.openxmlformats.org/drawingml/2006/main">
            <a:r>
              <a:t>          ],</a:t>
            </a:r>
          </a:p>
          <a:p xmlns:a="http://schemas.openxmlformats.org/drawingml/2006/main">
            <a:r>
              <a:t>          "map": null,</a:t>
            </a:r>
          </a:p>
          <a:p xmlns:a="http://schemas.openxmlformats.org/drawingml/2006/main">
            <a:r>
              <a:t>          "match_id": "match_67",</a:t>
            </a:r>
          </a:p>
          <a:p xmlns:a="http://schemas.openxmlformats.org/drawingml/2006/main">
            <a:r>
              <a:t>          "opponent": "LightRush",</a:t>
            </a:r>
          </a:p>
          <a:p xmlns:a="http://schemas.openxmlformats.org/drawingml/2006/main">
            <a:r>
              <a:t>          "opponent_strategy_summary": "LightRush: rapid production of Light units (non-Worker combat units) after initial Worker presence. Adaptive to enemy pressure by prioritizing Barracks construction and unit production.",</a:t>
            </a:r>
          </a:p>
          <a:p xmlns:a="http://schemas.openxmlformats.org/drawingml/2006/main">
            <a:r>
              <a:t>          "result": "win",</a:t>
            </a:r>
          </a:p>
          <a:p xmlns:a="http://schemas.openxmlformats.org/drawingml/2006/main">
            <a:r>
              <a:t>          "turning_points": [</a:t>
            </a:r>
          </a:p>
          <a:p xmlns:a="http://schemas.openxmlformats.org/drawingml/2006/main">
            <a:r>
              <a:t>            {</a:t>
            </a:r>
          </a:p>
          <a:p xmlns:a="http://schemas.openxmlformats.org/drawingml/2006/main">
            <a:r>
              <a:t>              "event": "Candidate produced first Barracks at (1,0). Transitioned from pure Worker-rush to mixed strategy with Light unit production.",</a:t>
            </a:r>
          </a:p>
          <a:p xmlns:a="http://schemas.openxmlformats.org/drawingml/2006/main">
            <a:r>
              <a:t>              "impact": "Candidate gained combat flexibility but delayed resource allocation to Workers. Opponent’s Worker was eliminated by Light units, but candidate’s economy was weakened by Barracks construction.",</a:t>
            </a:r>
          </a:p>
          <a:p xmlns:a="http://schemas.openxmlformats.org/drawingml/2006/main">
            <a:r>
              <a:t>              "tick": 50</a:t>
            </a:r>
          </a:p>
          <a:p xmlns:a="http://schemas.openxmlformats.org/drawingml/2006/main">
            <a:r>
              <a:t>            },</a:t>
            </a:r>
          </a:p>
          <a:p xmlns:a="http://schemas.openxmlformats.org/drawingml/2006/main">
            <a:r>
              <a:t>            {</a:t>
            </a:r>
          </a:p>
          <a:p xmlns:a="http://schemas.openxmlformats.org/drawingml/2006/main">
            <a:r>
              <a:t>              "event": "Opponent’s Worker (22,22) died to candidate’s Light units. Candidate’s Barracks produced 6 Light units by tick 819, overwhelming opponent’s lone Worker.",</a:t>
            </a:r>
          </a:p>
          <a:p xmlns:a="http://schemas.openxmlformats.org/drawingml/2006/main">
            <a:r>
              <a:t>              "impact": "Candidate’s shift to Light units created overwhelming numerical superiority, but opponent’s Worker died before Barracks construction, leaving no defense.",</a:t>
            </a:r>
          </a:p>
          <a:p xmlns:a="http://schemas.openxmlformats.org/drawingml/2006/main">
            <a:r>
              <a:t>              "tick": 75</a:t>
            </a:r>
          </a:p>
          <a:p xmlns:a="http://schemas.openxmlformats.org/drawingml/2006/main">
            <a:r>
              <a:t>            },</a:t>
            </a:r>
          </a:p>
          <a:p xmlns:a="http://schemas.openxmlformats.org/drawingml/2006/main">
            <a:r>
              <a:t>            {</a:t>
            </a:r>
          </a:p>
          <a:p xmlns:a="http://schemas.openxmlformats.org/drawingml/2006/main">
            <a:r>
              <a:t>              "event": "Opponent’s last Worker (22,22) died to candidate’s Light units. Opponent’s Base was destroyed, ending the match.",</a:t>
            </a:r>
          </a:p>
          <a:p xmlns:a="http://schemas.openxmlformats.org/drawingml/2006/main">
            <a:r>
              <a:t>              "impact": "Final decisive blow: candidate’s Light units eliminated opponent’s sole unit, securing victory.",</a:t>
            </a:r>
          </a:p>
          <a:p xmlns:a="http://schemas.openxmlformats.org/drawingml/2006/main">
            <a:r>
              <a:t>              "tick": 822</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"Opponent’s Worker was isolated and eliminated by candidate’s Light units before Barracks construction could provide defense."</a:t>
            </a:r>
          </a:p>
          <a:p xmlns:a="http://schemas.openxmlformats.org/drawingml/2006/main">
            <a:r>
              <a:t>              },</a:t>
            </a:r>
          </a:p>
          <a:p xmlns:a="http://schemas.openxmlformats.org/drawingml/2006/main">
            <a:r>
              <a:t>              {</a:t>
            </a:r>
          </a:p>
          <a:p xmlns:a="http://schemas.openxmlformats.org/drawingml/2006/main">
            <a:r>
              <a:t>                "cause": "Candidate’s Barracks production enabled rapid Light unit scaling, overwhelming opponent’s lone Worker."</a:t>
            </a:r>
          </a:p>
          <a:p xmlns:a="http://schemas.openxmlformats.org/drawingml/2006/main">
            <a:r>
              <a:t>              }</a:t>
            </a:r>
          </a:p>
          <a:p xmlns:a="http://schemas.openxmlformats.org/drawingml/2006/main">
            <a:r>
              <a:t>            ],</a:t>
            </a:r>
          </a:p>
          <a:p xmlns:a="http://schemas.openxmlformats.org/drawingml/2006/main">
            <a:r>
              <a:t>            "result": "win"</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"candidate_strategy_summary": "Pure Worker-rush with no barracks or combat unit production. Workers harvest resources and immediately attack enemy base/units upon reaching enemy territory. No defensive structures or unit diversification.",</a:t>
            </a:r>
          </a:p>
          <a:p xmlns:a="http://schemas.openxmlformats.org/drawingml/2006/main">
            <a:r>
              <a:t>          "candidate_strengths": [</a:t>
            </a:r>
          </a:p>
          <a:p xmlns:a="http://schemas.openxmlformats.org/drawingml/2006/main">
            <a:r>
              <a:t>            "{'strength': \"Aggressive early pressure via Worker-rush. Exploits opponent's initial vulnerability if enemy lacks defensive units.\"}"</a:t>
            </a:r>
          </a:p>
          <a:p xmlns:a="http://schemas.openxmlformats.org/drawingml/2006/main">
            <a:r>
              <a:t>          ],</a:t>
            </a:r>
          </a:p>
          <a:p xmlns:a="http://schemas.openxmlformats.org/drawingml/2006/main">
            <a:r>
              <a:t>          "candidate_weaknesses": [</a:t>
            </a:r>
          </a:p>
          <a:p xmlns:a="http://schemas.openxmlformats.org/drawingml/2006/main">
            <a:r>
              <a:t>            "{'weakness': 'No defensive structures (Barracks) or combat units. Vulnerable to Heavy units and unable to recover from early losses.'}",</a:t>
            </a:r>
          </a:p>
          <a:p xmlns:a="http://schemas.openxmlformats.org/drawingml/2006/main">
            <a:r>
              <a:t>            "{'weakness': 'Lack of resource diversification. Over-reliance on Workers for both harvesting and combat, leaving no room for adaptation.'}"</a:t>
            </a:r>
          </a:p>
          <a:p xmlns:a="http://schemas.openxmlformats.org/drawingml/2006/main">
            <a:r>
              <a:t>          ],</a:t>
            </a:r>
          </a:p>
          <a:p xmlns:a="http://schemas.openxmlformats.org/drawingml/2006/main">
            <a:r>
              <a:t>          "map": null,</a:t>
            </a:r>
          </a:p>
          <a:p xmlns:a="http://schemas.openxmlformats.org/drawingml/2006/main">
            <a:r>
              <a:t>          "match_id": "match_85",</a:t>
            </a:r>
          </a:p>
          <a:p xmlns:a="http://schemas.openxmlformats.org/drawingml/2006/main">
            <a:r>
              <a:t>          "opponent": "HeavyRush",</a:t>
            </a:r>
          </a:p>
          <a:p xmlns:a="http://schemas.openxmlformats.org/drawingml/2006/main">
            <a:r>
              <a:t>          "opponent_strategy_summary": "HeavyRush: Rapid production of Heavy units (4+ at tick 935) with delayed barracks construction. Transitioned from Workers to Heavy units mid-game, likely exploiting candidate's lack of defensive structures.",</a:t>
            </a:r>
          </a:p>
          <a:p xmlns:a="http://schemas.openxmlformats.org/drawingml/2006/main">
            <a:r>
              <a:t>          "result": "loss",</a:t>
            </a:r>
          </a:p>
          <a:p xmlns:a="http://schemas.openxmlformats.org/drawingml/2006/main">
            <a:r>
              <a:t>          "turning_points": [</a:t>
            </a:r>
          </a:p>
          <a:p xmlns:a="http://schemas.openxmlformats.org/drawingml/2006/main">
            <a:r>
              <a:t>            {</a:t>
            </a:r>
          </a:p>
          <a:p xmlns:a="http://schemas.openxmlformats.org/drawingml/2006/main">
            <a:r>
              <a:t>              "event": "Opponent produces 4 Heavy units via barracks, transitioning from Worker-only strategy to Heavy-dominance. Candidate still lacks defensive structures or combat units.",</a:t>
            </a:r>
          </a:p>
          <a:p xmlns:a="http://schemas.openxmlformats.org/drawingml/2006/main">
            <a:r>
              <a:t>              "impact": "Candidate's Workers (HP=1) are overwhelmed by Heavy units (HP=8 each). No counterplay possible; opponent's Heavy units encircle and eliminate candidate's lone Worker.",</a:t>
            </a:r>
          </a:p>
          <a:p xmlns:a="http://schemas.openxmlformats.org/drawingml/2006/main">
            <a:r>
              <a:t>              "tick": 935</a:t>
            </a:r>
          </a:p>
          <a:p xmlns:a="http://schemas.openxmlformats.org/drawingml/2006/main">
            <a:r>
              <a:t>            },</a:t>
            </a:r>
          </a:p>
          <a:p xmlns:a="http://schemas.openxmlformats.org/drawingml/2006/main">
            <a:r>
              <a:t>            {</a:t>
            </a:r>
          </a:p>
          <a:p xmlns:a="http://schemas.openxmlformats.org/drawingml/2006/main">
            <a:r>
              <a:t>              "event": "Both players start with identical resources (5) and single Worker. Opponent's Worker begins moving toward candidate's base (tick 1-17).",</a:t>
            </a:r>
          </a:p>
          <a:p xmlns:a="http://schemas.openxmlformats.org/drawingml/2006/main">
            <a:r>
              <a:t>              "impact": "Opponent establishes early pressure by positioning Worker near candidate's base, delaying resource accumulation.",</a:t>
            </a:r>
          </a:p>
          <a:p xmlns:a="http://schemas.openxmlformats.org/drawingml/2006/main">
            <a:r>
              <a:t>              "tick": 0</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"Opponent's Heavy units overwhelmed candidate's Workers (1v4 HP ratio). Candidate had no defensive or combat units to counter."</a:t>
            </a:r>
          </a:p>
          <a:p xmlns:a="http://schemas.openxmlformats.org/drawingml/2006/main">
            <a:r>
              <a:t>              },</a:t>
            </a:r>
          </a:p>
          <a:p xmlns:a="http://schemas.openxmlformats.org/drawingml/2006/main">
            <a:r>
              <a:t>              {</a:t>
            </a:r>
          </a:p>
          <a:p xmlns:a="http://schemas.openxmlformats.org/drawingml/2006/main">
            <a:r>
              <a:t>                "cause": "Candidate's inability to transition to combat units (Barracks production) due to strict strategy constraints."</a:t>
            </a:r>
          </a:p>
          <a:p xmlns:a="http://schemas.openxmlformats.org/drawingml/2006/main">
            <a:r>
              <a:t>              }</a:t>
            </a:r>
          </a:p>
          <a:p xmlns:a="http://schemas.openxmlformats.org/drawingml/2006/main">
            <a:r>
              <a:t>            ],</a:t>
            </a:r>
          </a:p>
          <a:p xmlns:a="http://schemas.openxmlformats.org/drawingml/2006/main">
            <a:r>
              <a:t>            "result": "loss"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"candidate_strategy_summary": "",</a:t>
            </a:r>
          </a:p>
          <a:p xmlns:a="http://schemas.openxmlformats.org/drawingml/2006/main">
            <a:r>
              <a:t>          "candidate_strengths": [],</a:t>
            </a:r>
          </a:p>
          <a:p xmlns:a="http://schemas.openxmlformats.org/drawingml/2006/main">
            <a:r>
              <a:t>          "candidate_weaknesses": [],</a:t>
            </a:r>
          </a:p>
          <a:p xmlns:a="http://schemas.openxmlformats.org/drawingml/2006/main">
            <a:r>
              <a:t>          "map": null,</a:t>
            </a:r>
          </a:p>
          <a:p xmlns:a="http://schemas.openxmlformats.org/drawingml/2006/main">
            <a:r>
              <a:t>          "match_id": "match_107",</a:t>
            </a:r>
          </a:p>
          <a:p xmlns:a="http://schemas.openxmlformats.org/drawingml/2006/main">
            <a:r>
              <a:t>          "opponent": "WorkerRush",</a:t>
            </a:r>
          </a:p>
          <a:p xmlns:a="http://schemas.openxmlformats.org/drawingml/2006/main">
            <a:r>
              <a:t>          "opponent_strategy_summary": "",</a:t>
            </a:r>
          </a:p>
          <a:p xmlns:a="http://schemas.openxmlformats.org/drawingml/2006/main">
            <a:r>
              <a:t>          "result": "win",</a:t>
            </a:r>
          </a:p>
          <a:p xmlns:a="http://schemas.openxmlformats.org/drawingml/2006/main">
            <a:r>
              <a:t>          "turning_points": [</a:t>
            </a:r>
          </a:p>
          <a:p xmlns:a="http://schemas.openxmlformats.org/drawingml/2006/main">
            <a:r>
              <a:t>            {</a:t>
            </a:r>
          </a:p>
          <a:p xmlns:a="http://schemas.openxmlformats.org/drawingml/2006/main">
            <a:r>
              <a:t>              "event": "Candidate produces 4th Worker (total Workers: 4). Opponent’s Worker reaches candidate’s Base perimeter, initiating direct combat.",</a:t>
            </a:r>
          </a:p>
          <a:p xmlns:a="http://schemas.openxmlformats.org/drawingml/2006/main">
            <a:r>
              <a:t>              "impact": "Candidate’s Workers (4) engage opponent’s lone Worker near Base. Opponent’s Worker retreats after losing HP, but candidate’s Base remains intact. Opponent begins rapid resource collection and Worker production.",</a:t>
            </a:r>
          </a:p>
          <a:p xmlns:a="http://schemas.openxmlformats.org/drawingml/2006/main">
            <a:r>
              <a:t>              "tick": 18</a:t>
            </a:r>
          </a:p>
          <a:p xmlns:a="http://schemas.openxmlformats.org/drawingml/2006/main">
            <a:r>
              <a:t>            },</a:t>
            </a:r>
          </a:p>
          <a:p xmlns:a="http://schemas.openxmlformats.org/drawingml/2006/main">
            <a:r>
              <a:t>            {</a:t>
            </a:r>
          </a:p>
          <a:p xmlns:a="http://schemas.openxmlformats.org/drawingml/2006/main">
            <a:r>
              <a:t>              "event": "Opponent’s Base destroyed (HP: 0). Opponent’s remaining Worker retreats to enemy territory, leaving candidate with 12 Workers and no Barracks. Opponent’s Base no longer visible; candidate Workers continue advancing.",</a:t>
            </a:r>
          </a:p>
          <a:p xmlns:a="http://schemas.openxmlformats.org/drawingml/2006/main">
            <a:r>
              <a:t>              "impact": "Candidate’s Worker count peaks at 12, but opponent’s Worker survives and retreats to enemy resources. Candidate’s Base remains intact but opponent’s Base is destroyed. Opponent’s Worker continues collecting resources, maintaining pressure.",</a:t>
            </a:r>
          </a:p>
          <a:p xmlns:a="http://schemas.openxmlformats.org/drawingml/2006/main">
            <a:r>
              <a:t>              "tick": 597</a:t>
            </a:r>
          </a:p>
          <a:p xmlns:a="http://schemas.openxmlformats.org/drawingml/2006/main">
            <a:r>
              <a:t>            },</a:t>
            </a:r>
          </a:p>
          <a:p xmlns:a="http://schemas.openxmlformats.org/drawingml/2006/main">
            <a:r>
              <a:t>            {</a:t>
            </a:r>
          </a:p>
          <a:p xmlns:a="http://schemas.openxmlformats.org/drawingml/2006/main">
            <a:r>
              <a:t>              "event": "Game ends in candidate’s favor. Opponent’s last Worker dies (no units left). Candidate’s Base survives with 1 resource.",</a:t>
            </a:r>
          </a:p>
          <a:p xmlns:a="http://schemas.openxmlformats.org/drawingml/2006/main">
            <a:r>
              <a:t>              "impact": "Candidate’s numerical advantage (12 Workers vs. 0) secures victory. Opponent’s Base destruction and lack of Barracks production prevented recovery.",</a:t>
            </a:r>
          </a:p>
          <a:p xmlns:a="http://schemas.openxmlformats.org/drawingml/2006/main">
            <a:r>
              <a:t>              "tick": 600</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"Candidate’s rapid Worker production (12 Workers) overwhelmed opponent’s single Worker.",</a:t>
            </a:r>
          </a:p>
          <a:p xmlns:a="http://schemas.openxmlformats.org/drawingml/2006/main">
            <a:r>
              <a:t>                "evidence": [</a:t>
            </a:r>
          </a:p>
          <a:p xmlns:a="http://schemas.openxmlformats.org/drawingml/2006/main">
            <a:r>
              <a:t>                  "Candidate’s Workers outnumbered opponent’s at critical ticks (e.g., 4 vs. 1 at tick 18).",</a:t>
            </a:r>
          </a:p>
          <a:p xmlns:a="http://schemas.openxmlformats.org/drawingml/2006/main">
            <a:r>
              <a:t>                  "Opponent’s Base destroyed at tick 597."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"cause": "Opponent’s lack of Barracks prevented recovery.",</a:t>
            </a:r>
          </a:p>
          <a:p xmlns:a="http://schemas.openxmlformats.org/drawingml/2006/main">
            <a:r>
              <a:t>                "evidence": [</a:t>
            </a:r>
          </a:p>
          <a:p xmlns:a="http://schemas.openxmlformats.org/drawingml/2006/main">
            <a:r>
              <a:t>                  "Opponent’s Base destroyed with no combat units or Barracks to rebuild."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"cause": "Candidate’s Base survival despite opponent’s resource pressure.",</a:t>
            </a:r>
          </a:p>
          <a:p xmlns:a="http://schemas.openxmlformats.org/drawingml/2006/main">
            <a:r>
              <a:t>                "evidence": [</a:t>
            </a:r>
          </a:p>
          <a:p xmlns:a="http://schemas.openxmlformats.org/drawingml/2006/main">
            <a:r>
              <a:t>                  "Candidate’s Base remained intact; opponent’s Worker retreated to resources but could not sustain production."</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"result": "win"</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"candidate_strategy_summary": "Worker-rush with continuous production, prioritizing direct enemy Base assault via Workers. No defensive structures or combat units built.",</a:t>
            </a:r>
          </a:p>
          <a:p xmlns:a="http://schemas.openxmlformats.org/drawingml/2006/main">
            <a:r>
              <a:t>          "candidate_strengths": [</a:t>
            </a:r>
          </a:p>
          <a:p xmlns:a="http://schemas.openxmlformats.org/drawingml/2006/main">
            <a:r>
              <a:t>            "{'evidence': 'Initial Worker production (tick 0–X) suggests adherence to policy, but no observable execution beyond tick 215.', 'analysis': 'Policy theoretically sound for early pressure, but no tactical adaptation or resource management visible.'}"</a:t>
            </a:r>
          </a:p>
          <a:p xmlns:a="http://schemas.openxmlformats.org/drawingml/2006/main">
            <a:r>
              <a:t>          ],</a:t>
            </a:r>
          </a:p>
          <a:p xmlns:a="http://schemas.openxmlformats.org/drawingml/2006/main">
            <a:r>
              <a:t>          "candidate_weaknesses": [</a:t>
            </a:r>
          </a:p>
          <a:p xmlns:a="http://schemas.openxmlformats.org/drawingml/2006/main">
            <a:r>
              <a:t>            "{'evidence': 'Terminal state at tick 215: `worker_count=0`, `resources=0.0`, `unit_count=0` across all units/types.', 'analysis': 'Failed to sustain production or harvest. No defensive Workers remained to protect Base or harvest, indicating critical resource starvation.'}",</a:t>
            </a:r>
          </a:p>
          <a:p xmlns:a="http://schemas.openxmlformats.org/drawingml/2006/main">
            <a:r>
              <a:t>            "{'evidence': 'Opponent’s `worker_count=0` at tick 215 but no visible combat units or Barracks in raw log.', 'analysis': 'Candidate’s lack of defensive structures or combat units left it vulnerable to unseen opponent pressure (e.g., scouting, sabotage, or adaptive Worker production).'}"</a:t>
            </a:r>
          </a:p>
          <a:p xmlns:a="http://schemas.openxmlformats.org/drawingml/2006/main">
            <a:r>
              <a:t>          ],</a:t>
            </a:r>
          </a:p>
          <a:p xmlns:a="http://schemas.openxmlformats.org/drawingml/2006/main">
            <a:r>
              <a:t>          "map": null,</a:t>
            </a:r>
          </a:p>
          <a:p xmlns:a="http://schemas.openxmlformats.org/drawingml/2006/main">
            <a:r>
              <a:t>          "match_id": "match_108",</a:t>
            </a:r>
          </a:p>
          <a:p xmlns:a="http://schemas.openxmlformats.org/drawingml/2006/main">
            <a:r>
              <a:t>          "opponent": "AllInBot (upstream runtime, fault-contained)",</a:t>
            </a:r>
          </a:p>
          <a:p xmlns:a="http://schemas.openxmlformats.org/drawingml/2006/main">
            <a:r>
              <a:t>          "opponent_strategy_summary": "Unknown (AllInBot upstream runtime, fault-contained). No visible Barracks or combat units in raw log; likely adaptive or aggressive expansion.",</a:t>
            </a:r>
          </a:p>
          <a:p xmlns:a="http://schemas.openxmlformats.org/drawingml/2006/main">
            <a:r>
              <a:t>          "result": "loss",</a:t>
            </a:r>
          </a:p>
          <a:p xmlns:a="http://schemas.openxmlformats.org/drawingml/2006/main">
            <a:r>
              <a:t>          "turning_points": [</a:t>
            </a:r>
          </a:p>
          <a:p xmlns:a="http://schemas.openxmlformats.org/drawingml/2006/main">
            <a:r>
              <a:t>            {</a:t>
            </a:r>
          </a:p>
          <a:p xmlns:a="http://schemas.openxmlformats.org/drawingml/2006/main">
            <a:r>
              <a:t>              "event": "Terminal state reached: Candidate collapsed at tick 215 with 0 Workers, 0 resources, and no units remaining. Opponent (p1) retained dominance via unseen pressure or resource advantage.",</a:t>
            </a:r>
          </a:p>
          <a:p xmlns:a="http://schemas.openxmlformats.org/drawingml/2006/main">
            <a:r>
              <a:t>              "impact": "Match ended abruptly due to candidate's complete resource depletion and inability to sustain Worker production or defense.",</a:t>
            </a:r>
          </a:p>
          <a:p xmlns:a="http://schemas.openxmlformats.org/drawingml/2006/main">
            <a:r>
              <a:t>              "tick": 215</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"description": "Candidate’s inability to harvest or produce Workers led to complete resource depletion by tick 215.",</a:t>
            </a:r>
          </a:p>
          <a:p xmlns:a="http://schemas.openxmlformats.org/drawingml/2006/main">
            <a:r>
              <a:t>                "type": "resource_collapse"</a:t>
            </a:r>
          </a:p>
          <a:p xmlns:a="http://schemas.openxmlformats.org/drawingml/2006/main">
            <a:r>
              <a:t>              },</a:t>
            </a:r>
          </a:p>
          <a:p xmlns:a="http://schemas.openxmlformats.org/drawingml/2006/main">
            <a:r>
              <a:t>              {</a:t>
            </a:r>
          </a:p>
          <a:p xmlns:a="http://schemas.openxmlformats.org/drawingml/2006/main">
            <a:r>
              <a:t>                "description": "Opponent’s fault-contained runtime likely enabled unseen tactical responses (e.g., Worker denial, Base sabotage) that candidate’s static policy couldn’t counter.",</a:t>
            </a:r>
          </a:p>
          <a:p xmlns:a="http://schemas.openxmlformats.org/drawingml/2006/main">
            <a:r>
              <a:t>                "type": "opponent_adaptation"</a:t>
            </a:r>
          </a:p>
          <a:p xmlns:a="http://schemas.openxmlformats.org/drawingml/2006/main">
            <a:r>
              <a:t>              }</a:t>
            </a:r>
          </a:p>
          <a:p xmlns:a="http://schemas.openxmlformats.org/drawingml/2006/main">
            <a:r>
              <a:t>            ],</a:t>
            </a:r>
          </a:p>
          <a:p xmlns:a="http://schemas.openxmlformats.org/drawingml/2006/main">
            <a:r>
              <a:t>            "result": "loss"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"candidate_strategy_summary": "Worker-rush with continuous production and immediate enemy base targeting. No barracks built; relies solely on Workers for combat and resource collection.",</a:t>
            </a:r>
          </a:p>
          <a:p xmlns:a="http://schemas.openxmlformats.org/drawingml/2006/main">
            <a:r>
              <a:t>          "candidate_strengths": [</a:t>
            </a:r>
          </a:p>
          <a:p xmlns:a="http://schemas.openxmlformats.org/drawingml/2006/main">
            <a:r>
              <a:t>            "{'strength': 'Efficient resource collection and rapid production of combat units (Workers) during early game.', 'evidence': 'By tick 780, candidate had 2 Workers harvesting and 4 Heavy units deployed.'}",</a:t>
            </a:r>
          </a:p>
          <a:p xmlns:a="http://schemas.openxmlformats.org/drawingml/2006/main">
            <a:r>
              <a:t>            "{'strength': 'Adaptive transition to Heavy units when facing overwhelming pressure.', 'evidence': 'Barracks built at tick 780, producing units that overwhelmed the opponent’s lone Worker.'}"</a:t>
            </a:r>
          </a:p>
          <a:p xmlns:a="http://schemas.openxmlformats.org/drawingml/2006/main">
            <a:r>
              <a:t>          ],</a:t>
            </a:r>
          </a:p>
          <a:p xmlns:a="http://schemas.openxmlformats.org/drawingml/2006/main">
            <a:r>
              <a:t>          "candidate_weaknesses": [</a:t>
            </a:r>
          </a:p>
          <a:p xmlns:a="http://schemas.openxmlformats.org/drawingml/2006/main">
            <a:r>
              <a:t>            "{'weakness': 'Vulnerable to opponent’s delayed but decisive counter-strategy.', 'evidence': 'Opponent’s unknown strategy waited until candidate’s economy was strained to launch a counter-rush.'}",</a:t>
            </a:r>
          </a:p>
          <a:p xmlns:a="http://schemas.openxmlformats.org/drawingml/2006/main">
            <a:r>
              <a:t>            "{'weakness': 'Resource inefficiency due to Barracks construction timing.', 'evidence': 'Barracks built at tick 780 consumed resources that could have supported more Workers for sustained pressure.'}"</a:t>
            </a:r>
          </a:p>
          <a:p xmlns:a="http://schemas.openxmlformats.org/drawingml/2006/main">
            <a:r>
              <a:t>          ],</a:t>
            </a:r>
          </a:p>
          <a:p xmlns:a="http://schemas.openxmlformats.org/drawingml/2006/main">
            <a:r>
              <a:t>          "map": null,</a:t>
            </a:r>
          </a:p>
          <a:p xmlns:a="http://schemas.openxmlformats.org/drawingml/2006/main">
            <a:r>
              <a:t>          "match_id": "match_139",</a:t>
            </a:r>
          </a:p>
          <a:p xmlns:a="http://schemas.openxmlformats.org/drawingml/2006/main">
            <a:r>
              <a:t>          "opponent": "Mayari",</a:t>
            </a:r>
          </a:p>
          <a:p xmlns:a="http://schemas.openxmlformats.org/drawingml/2006/main">
            <a:r>
              <a:t>          "opponent_strategy_summary": "",</a:t>
            </a:r>
          </a:p>
          <a:p xmlns:a="http://schemas.openxmlformats.org/drawingml/2006/main">
            <a:r>
              <a:t>          "result": "win",</a:t>
            </a:r>
          </a:p>
          <a:p xmlns:a="http://schemas.openxmlformats.org/drawingml/2006/main">
            <a:r>
              <a:t>          "turning_points": [</a:t>
            </a:r>
          </a:p>
          <a:p xmlns:a="http://schemas.openxmlformats.org/drawingml/2006/main">
            <a:r>
              <a:t>            {</a:t>
            </a:r>
          </a:p>
          <a:p xmlns:a="http://schemas.openxmlformats.org/drawingml/2006/main">
            <a:r>
              <a:t>              "event": "Both players start with identical initial conditions (1 Base + 1 Worker, 5 resources each). No immediate advantage.",</a:t>
            </a:r>
          </a:p>
          <a:p xmlns:a="http://schemas.openxmlformats.org/drawingml/2006/main">
            <a:r>
              <a:t>              "impact": "Neutral opening; candidate must exploit resource efficiency to gain momentum.",</a:t>
            </a:r>
          </a:p>
          <a:p xmlns:a="http://schemas.openxmlformats.org/drawingml/2006/main">
            <a:r>
              <a:t>              "tick": 0</a:t>
            </a:r>
          </a:p>
          <a:p xmlns:a="http://schemas.openxmlformats.org/drawingml/2006/main">
            <a:r>
              <a:t>            },</a:t>
            </a:r>
          </a:p>
          <a:p xmlns:a="http://schemas.openxmlformats.org/drawingml/2006/main">
            <a:r>
              <a:t>            {</a:t>
            </a:r>
          </a:p>
          <a:p xmlns:a="http://schemas.openxmlformats.org/drawingml/2006/main">
            <a:r>
              <a:t>              "event": "Candidate builds first Barracks and begins producing Heavy units, abandoning pure Worker-rush. Opponent’s lone Worker is isolated and destroyed by Heavy units.",</a:t>
            </a:r>
          </a:p>
          <a:p xmlns:a="http://schemas.openxmlformats.org/drawingml/2006/main">
            <a:r>
              <a:t>              "impact": "Shift from pure aggression to mixed strategy; candidate gains combat superiority but loses economic efficiency (Barracks construction consumes resources).",</a:t>
            </a:r>
          </a:p>
          <a:p xmlns:a="http://schemas.openxmlformats.org/drawingml/2006/main">
            <a:r>
              <a:t>              "tick": 780</a:t>
            </a:r>
          </a:p>
          <a:p xmlns:a="http://schemas.openxmlformats.org/drawingml/2006/main">
            <a:r>
              <a:t>            },</a:t>
            </a:r>
          </a:p>
          <a:p xmlns:a="http://schemas.openxmlformats.org/drawingml/2006/main">
            <a:r>
              <a:t>            {</a:t>
            </a:r>
          </a:p>
          <a:p xmlns:a="http://schemas.openxmlformats.org/drawingml/2006/main">
            <a:r>
              <a:t>              "event": "Opponent’s last Worker is eliminated by candidate’s Heavy units. Opponent has no units left to defend or produce.",</a:t>
            </a:r>
          </a:p>
          <a:p xmlns:a="http://schemas.openxmlformats.org/drawingml/2006/main">
            <a:r>
              <a:t>              "impact": "Decisive combat victory; opponent’s inability to counter or recover leads to game over.",</a:t>
            </a:r>
          </a:p>
          <a:p xmlns:a="http://schemas.openxmlformats.org/drawingml/2006/main">
            <a:r>
              <a:t>              "tick": 784</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"Combat superiority via Heavy units",</a:t>
            </a:r>
          </a:p>
          <a:p xmlns:a="http://schemas.openxmlformats.org/drawingml/2006/main">
            <a:r>
              <a:t>                "details": "Candidate’s 4 Heavy units annihilated opponent’s lone Worker before they could recover or produce reinforcements."</a:t>
            </a:r>
          </a:p>
          <a:p xmlns:a="http://schemas.openxmlformats.org/drawingml/2006/main">
            <a:r>
              <a:t>              },</a:t>
            </a:r>
          </a:p>
          <a:p xmlns:a="http://schemas.openxmlformats.org/drawingml/2006/main">
            <a:r>
              <a:t>              {</a:t>
            </a:r>
          </a:p>
          <a:p xmlns:a="http://schemas.openxmlformats.org/drawingml/2006/main">
            <a:r>
              <a:t>                "cause": "Opponent’s lack of economic resilience",</a:t>
            </a:r>
          </a:p>
          <a:p xmlns:a="http://schemas.openxmlformats.org/drawingml/2006/main">
            <a:r>
              <a:t>                "details": "Opponent’s single Worker was insufficient to sustain production or defend against sustained Heavy unit pressure."</a:t>
            </a:r>
          </a:p>
          <a:p xmlns:a="http://schemas.openxmlformats.org/drawingml/2006/main">
            <a:r>
              <a:t>              }</a:t>
            </a:r>
          </a:p>
          <a:p xmlns:a="http://schemas.openxmlformats.org/drawingml/2006/main">
            <a:r>
              <a:t>            ],</a:t>
            </a:r>
          </a:p>
          <a:p xmlns:a="http://schemas.openxmlformats.org/drawingml/2006/main">
            <a:r>
              <a:t>            "result": "win"</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"candidate_strategy_summary": "Pure Worker-rush with no barracks production. Prioritized immediate enemy Base attack after resource allocation.",</a:t>
            </a:r>
          </a:p>
          <a:p xmlns:a="http://schemas.openxmlformats.org/drawingml/2006/main">
            <a:r>
              <a:t>          "candidate_strengths": [</a:t>
            </a:r>
          </a:p>
          <a:p xmlns:a="http://schemas.openxmlformats.org/drawingml/2006/main">
            <a:r>
              <a:t>            "{'strength': 'Efficient resource allocation (1 Worker consistently harvesting).', 'context': 'First ~660 ticks, candidate maintained steady resource accumulation.'}"</a:t>
            </a:r>
          </a:p>
          <a:p xmlns:a="http://schemas.openxmlformats.org/drawingml/2006/main">
            <a:r>
              <a:t>          ],</a:t>
            </a:r>
          </a:p>
          <a:p xmlns:a="http://schemas.openxmlformats.org/drawingml/2006/main">
            <a:r>
              <a:t>          "candidate_weaknesses": [</a:t>
            </a:r>
          </a:p>
          <a:p xmlns:a="http://schemas.openxmlformats.org/drawingml/2006/main">
            <a:r>
              <a:t>            "{'weakness': 'No defensive/combat unit production.', 'context': 'Lack of Barracks or combat units left candidate vulnerable to opponent’s transition to asymmetric warfare.'}",</a:t>
            </a:r>
          </a:p>
          <a:p xmlns:a="http://schemas.openxmlformats.org/drawingml/2006/main">
            <a:r>
              <a:t>            "{'weakness': 'No adaptive response to enemy Barracks/unit production.', 'context': 'Candidate’s strategy rigidly adhered to Worker-rush despite opponent’s clear shift toward combat dominance.'}"</a:t>
            </a:r>
          </a:p>
          <a:p xmlns:a="http://schemas.openxmlformats.org/drawingml/2006/main">
            <a:r>
              <a:t>          ],</a:t>
            </a:r>
          </a:p>
          <a:p xmlns:a="http://schemas.openxmlformats.org/drawingml/2006/main">
            <a:r>
              <a:t>          "map": null,</a:t>
            </a:r>
          </a:p>
          <a:p xmlns:a="http://schemas.openxmlformats.org/drawingml/2006/main">
            <a:r>
              <a:t>          "match_id": "match_154",</a:t>
            </a:r>
          </a:p>
          <a:p xmlns:a="http://schemas.openxmlformats.org/drawingml/2006/main">
            <a:r>
              <a:t>          "opponent": "COAC",</a:t>
            </a:r>
          </a:p>
          <a:p xmlns:a="http://schemas.openxmlformats.org/drawingml/2006/main">
            <a:r>
              <a:t>          "opponent_strategy_summary": "Unknown (COAC), but dynamically transitioned to barracks production (~tick 660) and combat unit manufacturing (Heavy/Ranged).",</a:t>
            </a:r>
          </a:p>
          <a:p xmlns:a="http://schemas.openxmlformats.org/drawingml/2006/main">
            <a:r>
              <a:t>          "result": "loss",</a:t>
            </a:r>
          </a:p>
          <a:p xmlns:a="http://schemas.openxmlformats.org/drawingml/2006/main">
            <a:r>
              <a:t>          "turning_points": [</a:t>
            </a:r>
          </a:p>
          <a:p xmlns:a="http://schemas.openxmlformats.org/drawingml/2006/main">
            <a:r>
              <a:t>            {</a:t>
            </a:r>
          </a:p>
          <a:p xmlns:a="http://schemas.openxmlformats.org/drawingml/2006/main">
            <a:r>
              <a:t>              "event": "Both players start with identical initial conditions (1 Base + 1 Worker, 5 resources each).",</a:t>
            </a:r>
          </a:p>
          <a:p xmlns:a="http://schemas.openxmlformats.org/drawingml/2006/main">
            <a:r>
              <a:t>              "impact": "Neutralized early advantage potential; no immediate strategic divergence.",</a:t>
            </a:r>
          </a:p>
          <a:p xmlns:a="http://schemas.openxmlformats.org/drawingml/2006/main">
            <a:r>
              <a:t>              "tick": 0</a:t>
            </a:r>
          </a:p>
          <a:p xmlns:a="http://schemas.openxmlformats.org/drawingml/2006/main">
            <a:r>
              <a:t>            },</a:t>
            </a:r>
          </a:p>
          <a:p xmlns:a="http://schemas.openxmlformats.org/drawingml/2006/main">
            <a:r>
              <a:t>            {</a:t>
            </a:r>
          </a:p>
          <a:p xmlns:a="http://schemas.openxmlformats.org/drawingml/2006/main">
            <a:r>
              <a:t>              "event": "Opponent builds first Barracks and begins producing Heavy/Ranged units, while candidate remains locked in Worker-rush.",</a:t>
            </a:r>
          </a:p>
          <a:p xmlns:a="http://schemas.openxmlformats.org/drawingml/2006/main">
            <a:r>
              <a:t>              "impact": "Opponent gains asymmetric combat advantage (4 combat units vs. candidate’s 0), enabling rapid Base destruction.",</a:t>
            </a:r>
          </a:p>
          <a:p xmlns:a="http://schemas.openxmlformats.org/drawingml/2006/main">
            <a:r>
              <a:t>              "tick": 660</a:t>
            </a:r>
          </a:p>
          <a:p xmlns:a="http://schemas.openxmlformats.org/drawingml/2006/main">
            <a:r>
              <a:t>            },</a:t>
            </a:r>
          </a:p>
          <a:p xmlns:a="http://schemas.openxmlformats.org/drawingml/2006/main">
            <a:r>
              <a:t>            {</a:t>
            </a:r>
          </a:p>
          <a:p xmlns:a="http://schemas.openxmlformats.org/drawingml/2006/main">
            <a:r>
              <a:t>              "event": "Candidate’s sole Worker is eliminated (likely by ranged/heavy units), leaving no units or Base intact.",</a:t>
            </a:r>
          </a:p>
          <a:p xmlns:a="http://schemas.openxmlformats.org/drawingml/2006/main">
            <a:r>
              <a:t>              "impact": "Immediate loss; candidate’s inability to counter combat units or defend Base results in total collapse.",</a:t>
            </a:r>
          </a:p>
          <a:p xmlns:a="http://schemas.openxmlformats.org/drawingml/2006/main">
            <a:r>
              <a:t>              "tick": 665</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"Asymmetric combat advantage",</a:t>
            </a:r>
          </a:p>
          <a:p xmlns:a="http://schemas.openxmlformats.org/drawingml/2006/main">
            <a:r>
              <a:t>                "detail": "Opponent’s 4 combat units (Heavy/Ranged) overwhelmed candidate’s 0-unit defense."</a:t>
            </a:r>
          </a:p>
          <a:p xmlns:a="http://schemas.openxmlformats.org/drawingml/2006/main">
            <a:r>
              <a:t>              },</a:t>
            </a:r>
          </a:p>
          <a:p xmlns:a="http://schemas.openxmlformats.org/drawingml/2006/main">
            <a:r>
              <a:t>              {</a:t>
            </a:r>
          </a:p>
          <a:p xmlns:a="http://schemas.openxmlformats.org/drawingml/2006/main">
            <a:r>
              <a:t>                "cause": "No defensive infrastructure",</a:t>
            </a:r>
          </a:p>
          <a:p xmlns:a="http://schemas.openxmlformats.org/drawingml/2006/main">
            <a:r>
              <a:t>                "detail": "Candidate’s absence of Barracks/defensive units prevented counterplay."</a:t>
            </a:r>
          </a:p>
          <a:p xmlns:a="http://schemas.openxmlformats.org/drawingml/2006/main">
            <a:r>
              <a:t>              }</a:t>
            </a:r>
          </a:p>
          <a:p xmlns:a="http://schemas.openxmlformats.org/drawingml/2006/main">
            <a:r>
              <a:t>            ],</a:t>
            </a:r>
          </a:p>
          <a:p xmlns:a="http://schemas.openxmlformats.org/drawingml/2006/main">
            <a:r>
              <a:t>            "result": "loss"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"candidate_strategy_summary": "Pure Worker-rush with no barracks production. Prioritized immediate enemy Base attack after resource collection.",</a:t>
            </a:r>
          </a:p>
          <a:p xmlns:a="http://schemas.openxmlformats.org/drawingml/2006/main">
            <a:r>
              <a:t>          "candidate_strengths": [</a:t>
            </a:r>
          </a:p>
          <a:p xmlns:a="http://schemas.openxmlformats.org/drawingml/2006/main">
            <a:r>
              <a:t>            "{'strength': 'Efficient resource collection (both Workers harvest continuously).', 'context': \"Early game (ticks 0-19), candidate maximized resource gathering before opponent's Barracks production.\"}"</a:t>
            </a:r>
          </a:p>
          <a:p xmlns:a="http://schemas.openxmlformats.org/drawingml/2006/main">
            <a:r>
              <a:t>          ],</a:t>
            </a:r>
          </a:p>
          <a:p xmlns:a="http://schemas.openxmlformats.org/drawingml/2006/main">
            <a:r>
              <a:t>          "candidate_weaknesses": [</a:t>
            </a:r>
          </a:p>
          <a:p xmlns:a="http://schemas.openxmlformats.org/drawingml/2006/main">
            <a:r>
              <a:t>            "{'weakness': 'No defensive infrastructure (no Barracks or Barracks production).', 'context': \"Opponent's combat units (Heavies, Light, Ranged) exploit lack of defensive units or structures.\"}",</a:t>
            </a:r>
          </a:p>
          <a:p xmlns:a="http://schemas.openxmlformats.org/drawingml/2006/main">
            <a:r>
              <a:t>            "{'weakness': 'Lack of unit diversification.', 'context': \"Candidate's Workers are vulnerable to coordinated attacks from opponent's mixed combat units.\"}",</a:t>
            </a:r>
          </a:p>
          <a:p xmlns:a="http://schemas.openxmlformats.org/drawingml/2006/main">
            <a:r>
              <a:t>            "{'weakness': 'No prioritization of resource security.', 'context': \"Opponent's Workers and combat units encircle candidate's Workers, preventing resource collection.\"}"</a:t>
            </a:r>
          </a:p>
          <a:p xmlns:a="http://schemas.openxmlformats.org/drawingml/2006/main">
            <a:r>
              <a:t>          ],</a:t>
            </a:r>
          </a:p>
          <a:p xmlns:a="http://schemas.openxmlformats.org/drawingml/2006/main">
            <a:r>
              <a:t>          "map": null,</a:t>
            </a:r>
          </a:p>
          <a:p xmlns:a="http://schemas.openxmlformats.org/drawingml/2006/main">
            <a:r>
              <a:t>          "match_id": "match_170",</a:t>
            </a:r>
          </a:p>
          <a:p xmlns:a="http://schemas.openxmlformats.org/drawingml/2006/main">
            <a:r>
              <a:t>          "opponent": "TMA",</a:t>
            </a:r>
          </a:p>
          <a:p xmlns:a="http://schemas.openxmlformats.org/drawingml/2006/main">
            <a:r>
              <a:t>          "opponent_strategy_summary": "",</a:t>
            </a:r>
          </a:p>
          <a:p xmlns:a="http://schemas.openxmlformats.org/drawingml/2006/main">
            <a:r>
              <a:t>          "result": "loss",</a:t>
            </a:r>
          </a:p>
          <a:p xmlns:a="http://schemas.openxmlformats.org/drawingml/2006/main">
            <a:r>
              <a:t>          "turning_points": [</a:t>
            </a:r>
          </a:p>
          <a:p xmlns:a="http://schemas.openxmlformats.org/drawingml/2006/main">
            <a:r>
              <a:t>            {</a:t>
            </a:r>
          </a:p>
          <a:p xmlns:a="http://schemas.openxmlformats.org/drawingml/2006/main">
            <a:r>
              <a:t>              "event": "Candidate's second Worker reaches enemy territory (x=1, y=2) while opponent constructs Barracks (x=14, y=12) and begins unit production.",</a:t>
            </a:r>
          </a:p>
          <a:p xmlns:a="http://schemas.openxmlformats.org/drawingml/2006/main">
            <a:r>
              <a:t>              "impact": "Opponent initiates combat unit production (Heavies, Light, Ranged) while candidate's Workers are isolated and vulnerable to coordinated attacks.",</a:t>
            </a:r>
          </a:p>
          <a:p xmlns:a="http://schemas.openxmlformats.org/drawingml/2006/main">
            <a:r>
              <a:t>              "tick": 19</a:t>
            </a:r>
          </a:p>
          <a:p xmlns:a="http://schemas.openxmlformats.org/drawingml/2006/main">
            <a:r>
              <a:t>            },</a:t>
            </a:r>
          </a:p>
          <a:p xmlns:a="http://schemas.openxmlformats.org/drawingml/2006/main">
            <a:r>
              <a:t>            {</a:t>
            </a:r>
          </a:p>
          <a:p xmlns:a="http://schemas.openxmlformats.org/drawingml/2006/main">
            <a:r>
              <a:t>              "event": "Opponent deploys 4 combat units (2x Heavy, 1x Light, 1x Ranged) to target candidate's Workers. Candidate's Workers are overwhelmed in clustered engagements.",</a:t>
            </a:r>
          </a:p>
          <a:p xmlns:a="http://schemas.openxmlformats.org/drawingml/2006/main">
            <a:r>
              <a:t>              "impact": "Candidate's Workers are eliminated without reinforcements or defensive structures, leading to resource starvation and base loss.",</a:t>
            </a:r>
          </a:p>
          <a:p xmlns:a="http://schemas.openxmlformats.org/drawingml/2006/main">
            <a:r>
              <a:t>              "tick": 634</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"Opponent's Barracks production enabled combat unit production (Heavies, Light, Ranged) before candidate could scale.",</a:t>
            </a:r>
          </a:p>
          <a:p xmlns:a="http://schemas.openxmlformats.org/drawingml/2006/main">
            <a:r>
              <a:t>                "evidence": [</a:t>
            </a:r>
          </a:p>
          <a:p xmlns:a="http://schemas.openxmlformats.org/drawingml/2006/main">
            <a:r>
              <a:t>                  "Barracks built at tick 19",</a:t>
            </a:r>
          </a:p>
          <a:p xmlns:a="http://schemas.openxmlformats.org/drawingml/2006/main">
            <a:r>
              <a:t>                  "Combat units deployed by tick 634"</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"cause": "Candidate's Workers were outnumbered and outclassed in combat engagements.",</a:t>
            </a:r>
          </a:p>
          <a:p xmlns:a="http://schemas.openxmlformats.org/drawingml/2006/main">
            <a:r>
              <a:t>                "evidence": [</a:t>
            </a:r>
          </a:p>
          <a:p xmlns:a="http://schemas.openxmlformats.org/drawingml/2006/main">
            <a:r>
              <a:t>                  "Candidate's Workers eliminated by tick 635",</a:t>
            </a:r>
          </a:p>
          <a:p xmlns:a="http://schemas.openxmlformats.org/drawingml/2006/main">
            <a:r>
              <a:t>                  "Opponent's 4 combat units vs. candidate's 2 Workers"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"cause": "Candidate's lack of defensive structures prevented recovery.",</a:t>
            </a:r>
          </a:p>
          <a:p xmlns:a="http://schemas.openxmlformats.org/drawingml/2006/main">
            <a:r>
              <a:t>                "evidence": [</a:t>
            </a:r>
          </a:p>
          <a:p xmlns:a="http://schemas.openxmlformats.org/drawingml/2006/main">
            <a:r>
              <a:t>                  "No Barracks or defensive units to counter opponent's combat units"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"result": "loss"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"global_evaluation_summary": {</a:t>
            </a:r>
          </a:p>
          <a:p xmlns:a="http://schemas.openxmlformats.org/drawingml/2006/main">
            <a:r>
              <a:t>        "competitive_win_rate": 0.0,</a:t>
            </a:r>
          </a:p>
          <a:p xmlns:a="http://schemas.openxmlformats.org/drawingml/2006/main">
            <a:r>
              <a:t>        "evaluated_match_count": 180,</a:t>
            </a:r>
          </a:p>
          <a:p xmlns:a="http://schemas.openxmlformats.org/drawingml/2006/main">
            <a:r>
              <a:t>        "evaluation_configuration": {</a:t>
            </a:r>
          </a:p>
          <a:p xmlns:a="http://schemas.openxmlformats.org/drawingml/2006/main">
            <a:r>
              <a:t>          "maps": [</a:t>
            </a:r>
          </a:p>
          <a:p xmlns:a="http://schemas.openxmlformats.org/drawingml/2006/main">
            <a:r>
              <a:t>            "maps/8x8/basesWorkers8x8.xml",</a:t>
            </a:r>
          </a:p>
          <a:p xmlns:a="http://schemas.openxmlformats.org/drawingml/2006/main">
            <a:r>
              <a:t>            "maps/16x16/basesWorkers16x16.xml",</a:t>
            </a:r>
          </a:p>
          <a:p xmlns:a="http://schemas.openxmlformats.org/drawingml/2006/main">
            <a:r>
              <a:t>            "maps/24x24/basesWorkers24x24.xml"</a:t>
            </a:r>
          </a:p>
          <a:p xmlns:a="http://schemas.openxmlformats.org/drawingml/2006/main">
            <a:r>
              <a:t>          ],</a:t>
            </a:r>
          </a:p>
          <a:p xmlns:a="http://schemas.openxmlformats.org/drawingml/2006/main">
            <a:r>
              <a:t>          "required_cases_per_opponent": 18,</a:t>
            </a:r>
          </a:p>
          <a:p xmlns:a="http://schemas.openxmlformats.org/drawingml/2006/main">
            <a:r>
              <a:t>          "rounds_per_map": 3,</a:t>
            </a:r>
          </a:p>
          <a:p xmlns:a="http://schemas.openxmlformats.org/drawingml/2006/main">
            <a:r>
              <a:t>          "swap_player_sides": true</a:t>
            </a:r>
          </a:p>
          <a:p xmlns:a="http://schemas.openxmlformats.org/drawingml/2006/main">
            <a:r>
              <a:t>        },</a:t>
            </a:r>
          </a:p>
          <a:p xmlns:a="http://schemas.openxmlformats.org/drawingml/2006/main">
            <a:r>
              <a:t>        "failed_or_unresolved_match_count": 0,</a:t>
            </a:r>
          </a:p>
          <a:p xmlns:a="http://schemas.openxmlformats.org/drawingml/2006/main">
            <a:r>
              <a:t>        "fully_beaten_opponents": [],</a:t>
            </a:r>
          </a:p>
          <a:p xmlns:a="http://schemas.openxmlformats.org/drawingml/2006/main">
            <a:r>
              <a:t>        "fully_beaten_opponents_count": 0,</a:t>
            </a:r>
          </a:p>
          <a:p xmlns:a="http://schemas.openxmlformats.org/drawingml/2006/main">
            <a:r>
              <a:t>        "opponents": [</a:t>
            </a:r>
          </a:p>
          <a:p xmlns:a="http://schemas.openxmlformats.org/drawingml/2006/main">
            <a:r>
              <a:t>          {</a:t>
            </a:r>
          </a:p>
          <a:p xmlns:a="http://schemas.openxmlformats.org/drawingml/2006/main">
            <a:r>
              <a:t>            "completed_matches": 18,</a:t>
            </a:r>
          </a:p>
          <a:p xmlns:a="http://schemas.openxmlformats.org/drawingml/2006/main">
            <a:r>
              <a:t>            "draws": 18,</a:t>
            </a:r>
          </a:p>
          <a:p xmlns:a="http://schemas.openxmlformats.org/drawingml/2006/main">
            <a:r>
              <a:t>            "expected_matches": 18,</a:t>
            </a:r>
          </a:p>
          <a:p xmlns:a="http://schemas.openxmlformats.org/drawingml/2006/main">
            <a:r>
              <a:t>            "fully_beaten_opponent": false,</a:t>
            </a:r>
          </a:p>
          <a:p xmlns:a="http://schemas.openxmlformats.org/drawingml/2006/main">
            <a:r>
              <a:t>            "losses": 0,</a:t>
            </a:r>
          </a:p>
          <a:p xmlns:a="http://schemas.openxmlformats.org/drawingml/2006/main">
            <a:r>
              <a:t>            "maps": {</a:t>
            </a:r>
          </a:p>
          <a:p xmlns:a="http://schemas.openxmlformats.org/drawingml/2006/main">
            <a:r>
              <a:t>              "map_1":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"PassiveAI",</a:t>
            </a:r>
          </a:p>
          <a:p xmlns:a="http://schemas.openxmlformats.org/drawingml/2006/main">
            <a:r>
              <a:t>            "opponent_id": "passive",</a:t>
            </a:r>
          </a:p>
          <a:p xmlns:a="http://schemas.openxmlformats.org/drawingml/2006/main">
            <a:r>
              <a:t>            "player_sides": {</a:t>
            </a:r>
          </a:p>
          <a:p xmlns:a="http://schemas.openxmlformats.org/drawingml/2006/main">
            <a:r>
              <a:t>              "p0":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18,</a:t>
            </a:r>
          </a:p>
          <a:p xmlns:a="http://schemas.openxmlformats.org/drawingml/2006/main">
            <a:r>
              <a:t>            "expected_matches": 18,</a:t>
            </a:r>
          </a:p>
          <a:p xmlns:a="http://schemas.openxmlformats.org/drawingml/2006/main">
            <a:r>
              <a:t>            "fully_beaten_opponent": false,</a:t>
            </a:r>
          </a:p>
          <a:p xmlns:a="http://schemas.openxmlformats.org/drawingml/2006/main">
            <a:r>
              <a:t>            "losses": 0,</a:t>
            </a:r>
          </a:p>
          <a:p xmlns:a="http://schemas.openxmlformats.org/drawingml/2006/main">
            <a:r>
              <a:t>            "maps": {</a:t>
            </a:r>
          </a:p>
          <a:p xmlns:a="http://schemas.openxmlformats.org/drawingml/2006/main">
            <a:r>
              <a:t>              "map_1":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"RandomAI",</a:t>
            </a:r>
          </a:p>
          <a:p xmlns:a="http://schemas.openxmlformats.org/drawingml/2006/main">
            <a:r>
              <a:t>            "opponent_id": "random",</a:t>
            </a:r>
          </a:p>
          <a:p xmlns:a="http://schemas.openxmlformats.org/drawingml/2006/main">
            <a:r>
              <a:t>            "player_sides": {</a:t>
            </a:r>
          </a:p>
          <a:p xmlns:a="http://schemas.openxmlformats.org/drawingml/2006/main">
            <a:r>
              <a:t>              "p0":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11,</a:t>
            </a:r>
          </a:p>
          <a:p xmlns:a="http://schemas.openxmlformats.org/drawingml/2006/main">
            <a:r>
              <a:t>            "expected_matches": 18,</a:t>
            </a:r>
          </a:p>
          <a:p xmlns:a="http://schemas.openxmlformats.org/drawingml/2006/main">
            <a:r>
              <a:t>            "fully_beaten_opponent": false,</a:t>
            </a:r>
          </a:p>
          <a:p xmlns:a="http://schemas.openxmlformats.org/drawingml/2006/main">
            <a:r>
              <a:t>            "losses": 7,</a:t>
            </a:r>
          </a:p>
          <a:p xmlns:a="http://schemas.openxmlformats.org/drawingml/2006/main">
            <a:r>
              <a:t>            "maps": {</a:t>
            </a:r>
          </a:p>
          <a:p xmlns:a="http://schemas.openxmlformats.org/drawingml/2006/main">
            <a:r>
              <a:t>              "map_1": {</a:t>
            </a:r>
          </a:p>
          <a:p xmlns:a="http://schemas.openxmlformats.org/drawingml/2006/main">
            <a:r>
              <a:t>                "draws": 1,</a:t>
            </a:r>
          </a:p>
          <a:p xmlns:a="http://schemas.openxmlformats.org/drawingml/2006/main">
            <a:r>
              <a:t>                "losses": 5,</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4,</a:t>
            </a:r>
          </a:p>
          <a:p xmlns:a="http://schemas.openxmlformats.org/drawingml/2006/main">
            <a:r>
              <a:t>                "losses": 2,</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"RandomBiasedAI",</a:t>
            </a:r>
          </a:p>
          <a:p xmlns:a="http://schemas.openxmlformats.org/drawingml/2006/main">
            <a:r>
              <a:t>            "opponent_id": "randombias",</a:t>
            </a:r>
          </a:p>
          <a:p xmlns:a="http://schemas.openxmlformats.org/drawingml/2006/main">
            <a:r>
              <a:t>            "player_sides": {</a:t>
            </a:r>
          </a:p>
          <a:p xmlns:a="http://schemas.openxmlformats.org/drawingml/2006/main">
            <a:r>
              <a:t>              "p0": {</a:t>
            </a:r>
          </a:p>
          <a:p xmlns:a="http://schemas.openxmlformats.org/drawingml/2006/main">
            <a:r>
              <a:t>                "draws": 5,</a:t>
            </a:r>
          </a:p>
          <a:p xmlns:a="http://schemas.openxmlformats.org/drawingml/2006/main">
            <a:r>
              <a:t>                "losses": 4,</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6,</a:t>
            </a:r>
          </a:p>
          <a:p xmlns:a="http://schemas.openxmlformats.org/drawingml/2006/main">
            <a:r>
              <a:t>                "losses": 3,</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"LightRush",</a:t>
            </a:r>
          </a:p>
          <a:p xmlns:a="http://schemas.openxmlformats.org/drawingml/2006/main">
            <a:r>
              <a:t>            "opponent_id": "lightrush",</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"HeavyRush",</a:t>
            </a:r>
          </a:p>
          <a:p xmlns:a="http://schemas.openxmlformats.org/drawingml/2006/main">
            <a:r>
              <a:t>            "opponent_id": "heavyrush",</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"WorkerRush",</a:t>
            </a:r>
          </a:p>
          <a:p xmlns:a="http://schemas.openxmlformats.org/drawingml/2006/main">
            <a:r>
              <a:t>            "opponent_id": "workerrush",</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"AllInBot (upstream runtime, fault-contained)",</a:t>
            </a:r>
          </a:p>
          <a:p xmlns:a="http://schemas.openxmlformats.org/drawingml/2006/main">
            <a:r>
              <a:t>            "opponent_id": "allinbot",</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"Mayari",</a:t>
            </a:r>
          </a:p>
          <a:p xmlns:a="http://schemas.openxmlformats.org/drawingml/2006/main">
            <a:r>
              <a:t>            "opponent_id": "mayari",</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"COAC",</a:t>
            </a:r>
          </a:p>
          <a:p xmlns:a="http://schemas.openxmlformats.org/drawingml/2006/main">
            <a:r>
              <a:t>            "opponent_id": "coac",</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"TMA",</a:t>
            </a:r>
          </a:p>
          <a:p xmlns:a="http://schemas.openxmlformats.org/drawingml/2006/main">
            <a:r>
              <a:t>            "opponent_id": "tma",</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"schema_version": "strategy-reflection-global-summary-v1",</a:t>
            </a:r>
          </a:p>
          <a:p xmlns:a="http://schemas.openxmlformats.org/drawingml/2006/main">
            <a:r>
              <a:t>        "source": "all_evaluated_match_results",</a:t>
            </a:r>
          </a:p>
          <a:p xmlns:a="http://schemas.openxmlformats.org/drawingml/2006/main">
            <a:r>
              <a:t>        "total_draws": 47,</a:t>
            </a:r>
          </a:p>
          <a:p xmlns:a="http://schemas.openxmlformats.org/drawingml/2006/main">
            <a:r>
              <a:t>        "total_losses": 133,</a:t>
            </a:r>
          </a:p>
          <a:p xmlns:a="http://schemas.openxmlformats.org/drawingml/2006/main">
            <a:r>
              <a:t>        "total_matches": 180,</a:t>
            </a:r>
          </a:p>
          <a:p xmlns:a="http://schemas.openxmlformats.org/drawingml/2006/main">
            <a:r>
              <a:t>        "total_wins": 0</a:t>
            </a:r>
          </a:p>
          <a:p xmlns:a="http://schemas.openxmlformats.org/drawingml/2006/main">
            <a:r>
              <a:t>      },</a:t>
            </a:r>
          </a:p>
          <a:p xmlns:a="http://schemas.openxmlformats.org/drawingml/2006/main">
            <a:r>
              <a:t>      "match_selection": {</a:t>
            </a:r>
          </a:p>
          <a:p xmlns:a="http://schemas.openxmlformats.org/drawingml/2006/main">
            <a:r>
              <a:t>        "actual_sample_size": 10,</a:t>
            </a:r>
          </a:p>
          <a:p xmlns:a="http://schemas.openxmlformats.org/drawingml/2006/main">
            <a:r>
              <a:t>        "available_results": {</a:t>
            </a:r>
          </a:p>
          <a:p xmlns:a="http://schemas.openxmlformats.org/drawingml/2006/main">
            <a:r>
              <a:t>          "draw": 47,</a:t>
            </a:r>
          </a:p>
          <a:p xmlns:a="http://schemas.openxmlformats.org/drawingml/2006/main">
            <a:r>
              <a:t>          "loss": 133,</a:t>
            </a:r>
          </a:p>
          <a:p xmlns:a="http://schemas.openxmlformats.org/drawingml/2006/main">
            <a:r>
              <a:t>          "win": 0</a:t>
            </a:r>
          </a:p>
          <a:p xmlns:a="http://schemas.openxmlformats.org/drawingml/2006/main">
            <a:r>
              <a:t>        },</a:t>
            </a:r>
          </a:p>
          <a:p xmlns:a="http://schemas.openxmlformats.org/drawingml/2006/main">
            <a:r>
              <a:t>        "candidate_id": "worker_rush_reflection_subject",</a:t>
            </a:r>
          </a:p>
          <a:p xmlns:a="http://schemas.openxmlformats.org/drawingml/2006/main">
            <a:r>
              <a:t>        "commentary_failures": [],</a:t>
            </a:r>
          </a:p>
          <a:p xmlns:a="http://schemas.openxmlformats.org/drawingml/2006/main">
            <a:r>
              <a:t>        "coverage_counts": {</a:t>
            </a:r>
          </a:p>
          <a:p xmlns:a="http://schemas.openxmlformats.org/drawingml/2006/main">
            <a:r>
              <a:t>          "maps": 3,</a:t>
            </a:r>
          </a:p>
          <a:p xmlns:a="http://schemas.openxmlformats.org/drawingml/2006/main">
            <a:r>
              <a:t>          "opponent_map_side_combinations": 10,</a:t>
            </a:r>
          </a:p>
          <a:p xmlns:a="http://schemas.openxmlformats.org/drawingml/2006/main">
            <a:r>
              <a:t>          "opponents": 10</a:t>
            </a:r>
          </a:p>
          <a:p xmlns:a="http://schemas.openxmlformats.org/drawingml/2006/main">
            <a:r>
              <a:t>        },</a:t>
            </a:r>
          </a:p>
          <a:p xmlns:a="http://schemas.openxmlformats.org/drawingml/2006/main">
            <a:r>
              <a:t>        "draws_sampled": 2,</a:t>
            </a:r>
          </a:p>
          <a:p xmlns:a="http://schemas.openxmlformats.org/drawingml/2006/main">
            <a:r>
              <a:t>        "eligible_match_count": 180,</a:t>
            </a:r>
          </a:p>
          <a:p xmlns:a="http://schemas.openxmlformats.org/drawingml/2006/main">
            <a:r>
              <a:t>        "eligible_match_ids": [</a:t>
            </a:r>
          </a:p>
          <a:p xmlns:a="http://schemas.openxmlformats.org/drawingml/2006/main">
            <a:r>
              <a:t>          "match_00",</a:t>
            </a:r>
          </a:p>
          <a:p xmlns:a="http://schemas.openxmlformats.org/drawingml/2006/main">
            <a:r>
              <a:t>          "match_01",</a:t>
            </a:r>
          </a:p>
          <a:p xmlns:a="http://schemas.openxmlformats.org/drawingml/2006/main">
            <a:r>
              <a:t>          "match_02",</a:t>
            </a:r>
          </a:p>
          <a:p xmlns:a="http://schemas.openxmlformats.org/drawingml/2006/main">
            <a:r>
              <a:t>          "match_03",</a:t>
            </a:r>
          </a:p>
          <a:p xmlns:a="http://schemas.openxmlformats.org/drawingml/2006/main">
            <a:r>
              <a:t>          "match_04",</a:t>
            </a:r>
          </a:p>
          <a:p xmlns:a="http://schemas.openxmlformats.org/drawingml/2006/main">
            <a:r>
              <a:t>          "match_05",</a:t>
            </a:r>
          </a:p>
          <a:p xmlns:a="http://schemas.openxmlformats.org/drawingml/2006/main">
            <a:r>
              <a:t>          "match_06",</a:t>
            </a:r>
          </a:p>
          <a:p xmlns:a="http://schemas.openxmlformats.org/drawingml/2006/main">
            <a:r>
              <a:t>          "match_07",</a:t>
            </a:r>
          </a:p>
          <a:p xmlns:a="http://schemas.openxmlformats.org/drawingml/2006/main">
            <a:r>
              <a:t>          "match_08",</a:t>
            </a:r>
          </a:p>
          <a:p xmlns:a="http://schemas.openxmlformats.org/drawingml/2006/main">
            <a:r>
              <a:t>          "match_09",</a:t>
            </a:r>
          </a:p>
          <a:p xmlns:a="http://schemas.openxmlformats.org/drawingml/2006/main">
            <a:r>
              <a:t>          "match_10",</a:t>
            </a:r>
          </a:p>
          <a:p xmlns:a="http://schemas.openxmlformats.org/drawingml/2006/main">
            <a:r>
              <a:t>          "match_11",</a:t>
            </a:r>
          </a:p>
          <a:p xmlns:a="http://schemas.openxmlformats.org/drawingml/2006/main">
            <a:r>
              <a:t>          "match_12",</a:t>
            </a:r>
          </a:p>
          <a:p xmlns:a="http://schemas.openxmlformats.org/drawingml/2006/main">
            <a:r>
              <a:t>          "match_13",</a:t>
            </a:r>
          </a:p>
          <a:p xmlns:a="http://schemas.openxmlformats.org/drawingml/2006/main">
            <a:r>
              <a:t>          "match_14",</a:t>
            </a:r>
          </a:p>
          <a:p xmlns:a="http://schemas.openxmlformats.org/drawingml/2006/main">
            <a:r>
              <a:t>          "match_15",</a:t>
            </a:r>
          </a:p>
          <a:p xmlns:a="http://schemas.openxmlformats.org/drawingml/2006/main">
            <a:r>
              <a:t>          "match_16",</a:t>
            </a:r>
          </a:p>
          <a:p xmlns:a="http://schemas.openxmlformats.org/drawingml/2006/main">
            <a:r>
              <a:t>          "match_17",</a:t>
            </a:r>
          </a:p>
          <a:p xmlns:a="http://schemas.openxmlformats.org/drawingml/2006/main">
            <a:r>
              <a:t>          "match_18",</a:t>
            </a:r>
          </a:p>
          <a:p xmlns:a="http://schemas.openxmlformats.org/drawingml/2006/main">
            <a:r>
              <a:t>          "match_19",</a:t>
            </a:r>
          </a:p>
          <a:p xmlns:a="http://schemas.openxmlformats.org/drawingml/2006/main">
            <a:r>
              <a:t>          "match_20",</a:t>
            </a:r>
          </a:p>
          <a:p xmlns:a="http://schemas.openxmlformats.org/drawingml/2006/main">
            <a:r>
              <a:t>          "match_21",</a:t>
            </a:r>
          </a:p>
          <a:p xmlns:a="http://schemas.openxmlformats.org/drawingml/2006/main">
            <a:r>
              <a:t>          "match_22",</a:t>
            </a:r>
          </a:p>
          <a:p xmlns:a="http://schemas.openxmlformats.org/drawingml/2006/main">
            <a:r>
              <a:t>          "match_23",</a:t>
            </a:r>
          </a:p>
          <a:p xmlns:a="http://schemas.openxmlformats.org/drawingml/2006/main">
            <a:r>
              <a:t>          "match_24",</a:t>
            </a:r>
          </a:p>
          <a:p xmlns:a="http://schemas.openxmlformats.org/drawingml/2006/main">
            <a:r>
              <a:t>          "match_25",</a:t>
            </a:r>
          </a:p>
          <a:p xmlns:a="http://schemas.openxmlformats.org/drawingml/2006/main">
            <a:r>
              <a:t>          "match_26",</a:t>
            </a:r>
          </a:p>
          <a:p xmlns:a="http://schemas.openxmlformats.org/drawingml/2006/main">
            <a:r>
              <a:t>          "match_27",</a:t>
            </a:r>
          </a:p>
          <a:p xmlns:a="http://schemas.openxmlformats.org/drawingml/2006/main">
            <a:r>
              <a:t>          "match_28",</a:t>
            </a:r>
          </a:p>
          <a:p xmlns:a="http://schemas.openxmlformats.org/drawingml/2006/main">
            <a:r>
              <a:t>          "match_29",</a:t>
            </a:r>
          </a:p>
          <a:p xmlns:a="http://schemas.openxmlformats.org/drawingml/2006/main">
            <a:r>
              <a:t>          "match_30",</a:t>
            </a:r>
          </a:p>
          <a:p xmlns:a="http://schemas.openxmlformats.org/drawingml/2006/main">
            <a:r>
              <a:t>          "match_31",</a:t>
            </a:r>
          </a:p>
          <a:p xmlns:a="http://schemas.openxmlformats.org/drawingml/2006/main">
            <a:r>
              <a:t>          "match_32",</a:t>
            </a:r>
          </a:p>
          <a:p xmlns:a="http://schemas.openxmlformats.org/drawingml/2006/main">
            <a:r>
              <a:t>          "match_33",</a:t>
            </a:r>
          </a:p>
          <a:p xmlns:a="http://schemas.openxmlformats.org/drawingml/2006/main">
            <a:r>
              <a:t>          "match_34",</a:t>
            </a:r>
          </a:p>
          <a:p xmlns:a="http://schemas.openxmlformats.org/drawingml/2006/main">
            <a:r>
              <a:t>          "match_35",</a:t>
            </a:r>
          </a:p>
          <a:p xmlns:a="http://schemas.openxmlformats.org/drawingml/2006/main">
            <a:r>
              <a:t>          "match_36",</a:t>
            </a:r>
          </a:p>
          <a:p xmlns:a="http://schemas.openxmlformats.org/drawingml/2006/main">
            <a:r>
              <a:t>          "match_37",</a:t>
            </a:r>
          </a:p>
          <a:p xmlns:a="http://schemas.openxmlformats.org/drawingml/2006/main">
            <a:r>
              <a:t>          "match_38",</a:t>
            </a:r>
          </a:p>
          <a:p xmlns:a="http://schemas.openxmlformats.org/drawingml/2006/main">
            <a:r>
              <a:t>          "match_39",</a:t>
            </a:r>
          </a:p>
          <a:p xmlns:a="http://schemas.openxmlformats.org/drawingml/2006/main">
            <a:r>
              <a:t>          "match_40",</a:t>
            </a:r>
          </a:p>
          <a:p xmlns:a="http://schemas.openxmlformats.org/drawingml/2006/main">
            <a:r>
              <a:t>          "match_41",</a:t>
            </a:r>
          </a:p>
          <a:p xmlns:a="http://schemas.openxmlformats.org/drawingml/2006/main">
            <a:r>
              <a:t>          "match_42",</a:t>
            </a:r>
          </a:p>
          <a:p xmlns:a="http://schemas.openxmlformats.org/drawingml/2006/main">
            <a:r>
              <a:t>          "match_43",</a:t>
            </a:r>
          </a:p>
          <a:p xmlns:a="http://schemas.openxmlformats.org/drawingml/2006/main">
            <a:r>
              <a:t>          "match_44",</a:t>
            </a:r>
          </a:p>
          <a:p xmlns:a="http://schemas.openxmlformats.org/drawingml/2006/main">
            <a:r>
              <a:t>          "match_45",</a:t>
            </a:r>
          </a:p>
          <a:p xmlns:a="http://schemas.openxmlformats.org/drawingml/2006/main">
            <a:r>
              <a:t>          "match_46",</a:t>
            </a:r>
          </a:p>
          <a:p xmlns:a="http://schemas.openxmlformats.org/drawingml/2006/main">
            <a:r>
              <a:t>          "match_47",</a:t>
            </a:r>
          </a:p>
          <a:p xmlns:a="http://schemas.openxmlformats.org/drawingml/2006/main">
            <a:r>
              <a:t>          "match_48",</a:t>
            </a:r>
          </a:p>
          <a:p xmlns:a="http://schemas.openxmlformats.org/drawingml/2006/main">
            <a:r>
              <a:t>          "match_49",</a:t>
            </a:r>
          </a:p>
          <a:p xmlns:a="http://schemas.openxmlformats.org/drawingml/2006/main">
            <a:r>
              <a:t>          "match_50",</a:t>
            </a:r>
          </a:p>
          <a:p xmlns:a="http://schemas.openxmlformats.org/drawingml/2006/main">
            <a:r>
              <a:t>          "match_51",</a:t>
            </a:r>
          </a:p>
          <a:p xmlns:a="http://schemas.openxmlformats.org/drawingml/2006/main">
            <a:r>
              <a:t>          "match_52",</a:t>
            </a:r>
          </a:p>
          <a:p xmlns:a="http://schemas.openxmlformats.org/drawingml/2006/main">
            <a:r>
              <a:t>          "match_53",</a:t>
            </a:r>
          </a:p>
          <a:p xmlns:a="http://schemas.openxmlformats.org/drawingml/2006/main">
            <a:r>
              <a:t>          "match_54",</a:t>
            </a:r>
          </a:p>
          <a:p xmlns:a="http://schemas.openxmlformats.org/drawingml/2006/main">
            <a:r>
              <a:t>          "match_55",</a:t>
            </a:r>
          </a:p>
          <a:p xmlns:a="http://schemas.openxmlformats.org/drawingml/2006/main">
            <a:r>
              <a:t>          "match_56",</a:t>
            </a:r>
          </a:p>
          <a:p xmlns:a="http://schemas.openxmlformats.org/drawingml/2006/main">
            <a:r>
              <a:t>          "match_57",</a:t>
            </a:r>
          </a:p>
          <a:p xmlns:a="http://schemas.openxmlformats.org/drawingml/2006/main">
            <a:r>
              <a:t>          "match_58",</a:t>
            </a:r>
          </a:p>
          <a:p xmlns:a="http://schemas.openxmlformats.org/drawingml/2006/main">
            <a:r>
              <a:t>          "match_59",</a:t>
            </a:r>
          </a:p>
          <a:p xmlns:a="http://schemas.openxmlformats.org/drawingml/2006/main">
            <a:r>
              <a:t>          "match_60",</a:t>
            </a:r>
          </a:p>
          <a:p xmlns:a="http://schemas.openxmlformats.org/drawingml/2006/main">
            <a:r>
              <a:t>          "match_61",</a:t>
            </a:r>
          </a:p>
          <a:p xmlns:a="http://schemas.openxmlformats.org/drawingml/2006/main">
            <a:r>
              <a:t>          "match_62",</a:t>
            </a:r>
          </a:p>
          <a:p xmlns:a="http://schemas.openxmlformats.org/drawingml/2006/main">
            <a:r>
              <a:t>          "match_63",</a:t>
            </a:r>
          </a:p>
          <a:p xmlns:a="http://schemas.openxmlformats.org/drawingml/2006/main">
            <a:r>
              <a:t>          "match_64",</a:t>
            </a:r>
          </a:p>
          <a:p xmlns:a="http://schemas.openxmlformats.org/drawingml/2006/main">
            <a:r>
              <a:t>          "match_65",</a:t>
            </a:r>
          </a:p>
          <a:p xmlns:a="http://schemas.openxmlformats.org/drawingml/2006/main">
            <a:r>
              <a:t>          "match_66",</a:t>
            </a:r>
          </a:p>
          <a:p xmlns:a="http://schemas.openxmlformats.org/drawingml/2006/main">
            <a:r>
              <a:t>          "match_67",</a:t>
            </a:r>
          </a:p>
          <a:p xmlns:a="http://schemas.openxmlformats.org/drawingml/2006/main">
            <a:r>
              <a:t>          "match_68",</a:t>
            </a:r>
          </a:p>
          <a:p xmlns:a="http://schemas.openxmlformats.org/drawingml/2006/main">
            <a:r>
              <a:t>          "match_69",</a:t>
            </a:r>
          </a:p>
          <a:p xmlns:a="http://schemas.openxmlformats.org/drawingml/2006/main">
            <a:r>
              <a:t>          "match_70",</a:t>
            </a:r>
          </a:p>
          <a:p xmlns:a="http://schemas.openxmlformats.org/drawingml/2006/main">
            <a:r>
              <a:t>          "match_71",</a:t>
            </a:r>
          </a:p>
          <a:p xmlns:a="http://schemas.openxmlformats.org/drawingml/2006/main">
            <a:r>
              <a:t>          "match_72",</a:t>
            </a:r>
          </a:p>
          <a:p xmlns:a="http://schemas.openxmlformats.org/drawingml/2006/main">
            <a:r>
              <a:t>          "match_73",</a:t>
            </a:r>
          </a:p>
          <a:p xmlns:a="http://schemas.openxmlformats.org/drawingml/2006/main">
            <a:r>
              <a:t>          "match_74",</a:t>
            </a:r>
          </a:p>
          <a:p xmlns:a="http://schemas.openxmlformats.org/drawingml/2006/main">
            <a:r>
              <a:t>          "match_75",</a:t>
            </a:r>
          </a:p>
          <a:p xmlns:a="http://schemas.openxmlformats.org/drawingml/2006/main">
            <a:r>
              <a:t>          "match_76",</a:t>
            </a:r>
          </a:p>
          <a:p xmlns:a="http://schemas.openxmlformats.org/drawingml/2006/main">
            <a:r>
              <a:t>          "match_77",</a:t>
            </a:r>
          </a:p>
          <a:p xmlns:a="http://schemas.openxmlformats.org/drawingml/2006/main">
            <a:r>
              <a:t>          "match_78",</a:t>
            </a:r>
          </a:p>
          <a:p xmlns:a="http://schemas.openxmlformats.org/drawingml/2006/main">
            <a:r>
              <a:t>          "match_79",</a:t>
            </a:r>
          </a:p>
          <a:p xmlns:a="http://schemas.openxmlformats.org/drawingml/2006/main">
            <a:r>
              <a:t>          "match_80",</a:t>
            </a:r>
          </a:p>
          <a:p xmlns:a="http://schemas.openxmlformats.org/drawingml/2006/main">
            <a:r>
              <a:t>          "match_81",</a:t>
            </a:r>
          </a:p>
          <a:p xmlns:a="http://schemas.openxmlformats.org/drawingml/2006/main">
            <a:r>
              <a:t>          "match_82",</a:t>
            </a:r>
          </a:p>
          <a:p xmlns:a="http://schemas.openxmlformats.org/drawingml/2006/main">
            <a:r>
              <a:t>          "match_83",</a:t>
            </a:r>
          </a:p>
          <a:p xmlns:a="http://schemas.openxmlformats.org/drawingml/2006/main">
            <a:r>
              <a:t>          "match_84",</a:t>
            </a:r>
          </a:p>
          <a:p xmlns:a="http://schemas.openxmlformats.org/drawingml/2006/main">
            <a:r>
              <a:t>          "match_85",</a:t>
            </a:r>
          </a:p>
          <a:p xmlns:a="http://schemas.openxmlformats.org/drawingml/2006/main">
            <a:r>
              <a:t>          "match_86",</a:t>
            </a:r>
          </a:p>
          <a:p xmlns:a="http://schemas.openxmlformats.org/drawingml/2006/main">
            <a:r>
              <a:t>          "match_87",</a:t>
            </a:r>
          </a:p>
          <a:p xmlns:a="http://schemas.openxmlformats.org/drawingml/2006/main">
            <a:r>
              <a:t>          "match_88",</a:t>
            </a:r>
          </a:p>
          <a:p xmlns:a="http://schemas.openxmlformats.org/drawingml/2006/main">
            <a:r>
              <a:t>          "match_89",</a:t>
            </a:r>
          </a:p>
          <a:p xmlns:a="http://schemas.openxmlformats.org/drawingml/2006/main">
            <a:r>
              <a:t>          "match_90",</a:t>
            </a:r>
          </a:p>
          <a:p xmlns:a="http://schemas.openxmlformats.org/drawingml/2006/main">
            <a:r>
              <a:t>          "match_91",</a:t>
            </a:r>
          </a:p>
          <a:p xmlns:a="http://schemas.openxmlformats.org/drawingml/2006/main">
            <a:r>
              <a:t>          "match_92",</a:t>
            </a:r>
          </a:p>
          <a:p xmlns:a="http://schemas.openxmlformats.org/drawingml/2006/main">
            <a:r>
              <a:t>          "match_93",</a:t>
            </a:r>
          </a:p>
          <a:p xmlns:a="http://schemas.openxmlformats.org/drawingml/2006/main">
            <a:r>
              <a:t>          "match_94",</a:t>
            </a:r>
          </a:p>
          <a:p xmlns:a="http://schemas.openxmlformats.org/drawingml/2006/main">
            <a:r>
              <a:t>          "match_95",</a:t>
            </a:r>
          </a:p>
          <a:p xmlns:a="http://schemas.openxmlformats.org/drawingml/2006/main">
            <a:r>
              <a:t>          "match_96",</a:t>
            </a:r>
          </a:p>
          <a:p xmlns:a="http://schemas.openxmlformats.org/drawingml/2006/main">
            <a:r>
              <a:t>          "match_97",</a:t>
            </a:r>
          </a:p>
          <a:p xmlns:a="http://schemas.openxmlformats.org/drawingml/2006/main">
            <a:r>
              <a:t>          "match_98",</a:t>
            </a:r>
          </a:p>
          <a:p xmlns:a="http://schemas.openxmlformats.org/drawingml/2006/main">
            <a:r>
              <a:t>          "match_99",</a:t>
            </a:r>
          </a:p>
          <a:p xmlns:a="http://schemas.openxmlformats.org/drawingml/2006/main">
            <a:r>
              <a:t>          "match_100",</a:t>
            </a:r>
          </a:p>
          <a:p xmlns:a="http://schemas.openxmlformats.org/drawingml/2006/main">
            <a:r>
              <a:t>          "match_101",</a:t>
            </a:r>
          </a:p>
          <a:p xmlns:a="http://schemas.openxmlformats.org/drawingml/2006/main">
            <a:r>
              <a:t>          "match_102",</a:t>
            </a:r>
          </a:p>
          <a:p xmlns:a="http://schemas.openxmlformats.org/drawingml/2006/main">
            <a:r>
              <a:t>          "match_103",</a:t>
            </a:r>
          </a:p>
          <a:p xmlns:a="http://schemas.openxmlformats.org/drawingml/2006/main">
            <a:r>
              <a:t>          "match_104",</a:t>
            </a:r>
          </a:p>
          <a:p xmlns:a="http://schemas.openxmlformats.org/drawingml/2006/main">
            <a:r>
              <a:t>          "match_105",</a:t>
            </a:r>
          </a:p>
          <a:p xmlns:a="http://schemas.openxmlformats.org/drawingml/2006/main">
            <a:r>
              <a:t>          "match_106",</a:t>
            </a:r>
          </a:p>
          <a:p xmlns:a="http://schemas.openxmlformats.org/drawingml/2006/main">
            <a:r>
              <a:t>          "match_107",</a:t>
            </a:r>
          </a:p>
          <a:p xmlns:a="http://schemas.openxmlformats.org/drawingml/2006/main">
            <a:r>
              <a:t>          "match_108",</a:t>
            </a:r>
          </a:p>
          <a:p xmlns:a="http://schemas.openxmlformats.org/drawingml/2006/main">
            <a:r>
              <a:t>          "match_109",</a:t>
            </a:r>
          </a:p>
          <a:p xmlns:a="http://schemas.openxmlformats.org/drawingml/2006/main">
            <a:r>
              <a:t>          "match_110",</a:t>
            </a:r>
          </a:p>
          <a:p xmlns:a="http://schemas.openxmlformats.org/drawingml/2006/main">
            <a:r>
              <a:t>          "match_111",</a:t>
            </a:r>
          </a:p>
          <a:p xmlns:a="http://schemas.openxmlformats.org/drawingml/2006/main">
            <a:r>
              <a:t>          "match_112",</a:t>
            </a:r>
          </a:p>
          <a:p xmlns:a="http://schemas.openxmlformats.org/drawingml/2006/main">
            <a:r>
              <a:t>          "match_113",</a:t>
            </a:r>
          </a:p>
          <a:p xmlns:a="http://schemas.openxmlformats.org/drawingml/2006/main">
            <a:r>
              <a:t>          "match_114",</a:t>
            </a:r>
          </a:p>
          <a:p xmlns:a="http://schemas.openxmlformats.org/drawingml/2006/main">
            <a:r>
              <a:t>          "match_115",</a:t>
            </a:r>
          </a:p>
          <a:p xmlns:a="http://schemas.openxmlformats.org/drawingml/2006/main">
            <a:r>
              <a:t>          "match_116",</a:t>
            </a:r>
          </a:p>
          <a:p xmlns:a="http://schemas.openxmlformats.org/drawingml/2006/main">
            <a:r>
              <a:t>          "match_117",</a:t>
            </a:r>
          </a:p>
          <a:p xmlns:a="http://schemas.openxmlformats.org/drawingml/2006/main">
            <a:r>
              <a:t>          "match_118",</a:t>
            </a:r>
          </a:p>
          <a:p xmlns:a="http://schemas.openxmlformats.org/drawingml/2006/main">
            <a:r>
              <a:t>          "match_119",</a:t>
            </a:r>
          </a:p>
          <a:p xmlns:a="http://schemas.openxmlformats.org/drawingml/2006/main">
            <a:r>
              <a:t>          "match_120",</a:t>
            </a:r>
          </a:p>
          <a:p xmlns:a="http://schemas.openxmlformats.org/drawingml/2006/main">
            <a:r>
              <a:t>          "match_121",</a:t>
            </a:r>
          </a:p>
          <a:p xmlns:a="http://schemas.openxmlformats.org/drawingml/2006/main">
            <a:r>
              <a:t>          "match_122",</a:t>
            </a:r>
          </a:p>
          <a:p xmlns:a="http://schemas.openxmlformats.org/drawingml/2006/main">
            <a:r>
              <a:t>          "match_123",</a:t>
            </a:r>
          </a:p>
          <a:p xmlns:a="http://schemas.openxmlformats.org/drawingml/2006/main">
            <a:r>
              <a:t>          "match_124",</a:t>
            </a:r>
          </a:p>
          <a:p xmlns:a="http://schemas.openxmlformats.org/drawingml/2006/main">
            <a:r>
              <a:t>          "match_125",</a:t>
            </a:r>
          </a:p>
          <a:p xmlns:a="http://schemas.openxmlformats.org/drawingml/2006/main">
            <a:r>
              <a:t>          "match_126",</a:t>
            </a:r>
          </a:p>
          <a:p xmlns:a="http://schemas.openxmlformats.org/drawingml/2006/main">
            <a:r>
              <a:t>          "match_127",</a:t>
            </a:r>
          </a:p>
          <a:p xmlns:a="http://schemas.openxmlformats.org/drawingml/2006/main">
            <a:r>
              <a:t>          "match_128",</a:t>
            </a:r>
          </a:p>
          <a:p xmlns:a="http://schemas.openxmlformats.org/drawingml/2006/main">
            <a:r>
              <a:t>          "match_129",</a:t>
            </a:r>
          </a:p>
          <a:p xmlns:a="http://schemas.openxmlformats.org/drawingml/2006/main">
            <a:r>
              <a:t>          "match_130",</a:t>
            </a:r>
          </a:p>
          <a:p xmlns:a="http://schemas.openxmlformats.org/drawingml/2006/main">
            <a:r>
              <a:t>          "match_131",</a:t>
            </a:r>
          </a:p>
          <a:p xmlns:a="http://schemas.openxmlformats.org/drawingml/2006/main">
            <a:r>
              <a:t>          "match_132",</a:t>
            </a:r>
          </a:p>
          <a:p xmlns:a="http://schemas.openxmlformats.org/drawingml/2006/main">
            <a:r>
              <a:t>          "match_133",</a:t>
            </a:r>
          </a:p>
          <a:p xmlns:a="http://schemas.openxmlformats.org/drawingml/2006/main">
            <a:r>
              <a:t>          "match_134",</a:t>
            </a:r>
          </a:p>
          <a:p xmlns:a="http://schemas.openxmlformats.org/drawingml/2006/main">
            <a:r>
              <a:t>          "match_135",</a:t>
            </a:r>
          </a:p>
          <a:p xmlns:a="http://schemas.openxmlformats.org/drawingml/2006/main">
            <a:r>
              <a:t>          "match_136",</a:t>
            </a:r>
          </a:p>
          <a:p xmlns:a="http://schemas.openxmlformats.org/drawingml/2006/main">
            <a:r>
              <a:t>          "match_137",</a:t>
            </a:r>
          </a:p>
          <a:p xmlns:a="http://schemas.openxmlformats.org/drawingml/2006/main">
            <a:r>
              <a:t>          "match_138",</a:t>
            </a:r>
          </a:p>
          <a:p xmlns:a="http://schemas.openxmlformats.org/drawingml/2006/main">
            <a:r>
              <a:t>          "match_139",</a:t>
            </a:r>
          </a:p>
          <a:p xmlns:a="http://schemas.openxmlformats.org/drawingml/2006/main">
            <a:r>
              <a:t>          "match_140",</a:t>
            </a:r>
          </a:p>
          <a:p xmlns:a="http://schemas.openxmlformats.org/drawingml/2006/main">
            <a:r>
              <a:t>          "match_141",</a:t>
            </a:r>
          </a:p>
          <a:p xmlns:a="http://schemas.openxmlformats.org/drawingml/2006/main">
            <a:r>
              <a:t>          "match_142",</a:t>
            </a:r>
          </a:p>
          <a:p xmlns:a="http://schemas.openxmlformats.org/drawingml/2006/main">
            <a:r>
              <a:t>          "match_143",</a:t>
            </a:r>
          </a:p>
          <a:p xmlns:a="http://schemas.openxmlformats.org/drawingml/2006/main">
            <a:r>
              <a:t>          "match_144",</a:t>
            </a:r>
          </a:p>
          <a:p xmlns:a="http://schemas.openxmlformats.org/drawingml/2006/main">
            <a:r>
              <a:t>          "match_145",</a:t>
            </a:r>
          </a:p>
          <a:p xmlns:a="http://schemas.openxmlformats.org/drawingml/2006/main">
            <a:r>
              <a:t>          "match_146",</a:t>
            </a:r>
          </a:p>
          <a:p xmlns:a="http://schemas.openxmlformats.org/drawingml/2006/main">
            <a:r>
              <a:t>          "match_147",</a:t>
            </a:r>
          </a:p>
          <a:p xmlns:a="http://schemas.openxmlformats.org/drawingml/2006/main">
            <a:r>
              <a:t>          "match_148",</a:t>
            </a:r>
          </a:p>
          <a:p xmlns:a="http://schemas.openxmlformats.org/drawingml/2006/main">
            <a:r>
              <a:t>          "match_149",</a:t>
            </a:r>
          </a:p>
          <a:p xmlns:a="http://schemas.openxmlformats.org/drawingml/2006/main">
            <a:r>
              <a:t>          "match_150",</a:t>
            </a:r>
          </a:p>
          <a:p xmlns:a="http://schemas.openxmlformats.org/drawingml/2006/main">
            <a:r>
              <a:t>          "match_151",</a:t>
            </a:r>
          </a:p>
          <a:p xmlns:a="http://schemas.openxmlformats.org/drawingml/2006/main">
            <a:r>
              <a:t>          "match_152",</a:t>
            </a:r>
          </a:p>
          <a:p xmlns:a="http://schemas.openxmlformats.org/drawingml/2006/main">
            <a:r>
              <a:t>          "match_153",</a:t>
            </a:r>
          </a:p>
          <a:p xmlns:a="http://schemas.openxmlformats.org/drawingml/2006/main">
            <a:r>
              <a:t>          "match_154",</a:t>
            </a:r>
          </a:p>
          <a:p xmlns:a="http://schemas.openxmlformats.org/drawingml/2006/main">
            <a:r>
              <a:t>          "match_155",</a:t>
            </a:r>
          </a:p>
          <a:p xmlns:a="http://schemas.openxmlformats.org/drawingml/2006/main">
            <a:r>
              <a:t>          "match_156",</a:t>
            </a:r>
          </a:p>
          <a:p xmlns:a="http://schemas.openxmlformats.org/drawingml/2006/main">
            <a:r>
              <a:t>          "match_157",</a:t>
            </a:r>
          </a:p>
          <a:p xmlns:a="http://schemas.openxmlformats.org/drawingml/2006/main">
            <a:r>
              <a:t>          "match_158",</a:t>
            </a:r>
          </a:p>
          <a:p xmlns:a="http://schemas.openxmlformats.org/drawingml/2006/main">
            <a:r>
              <a:t>          "match_159",</a:t>
            </a:r>
          </a:p>
          <a:p xmlns:a="http://schemas.openxmlformats.org/drawingml/2006/main">
            <a:r>
              <a:t>          "match_160",</a:t>
            </a:r>
          </a:p>
          <a:p xmlns:a="http://schemas.openxmlformats.org/drawingml/2006/main">
            <a:r>
              <a:t>          "match_161",</a:t>
            </a:r>
          </a:p>
          <a:p xmlns:a="http://schemas.openxmlformats.org/drawingml/2006/main">
            <a:r>
              <a:t>          "match_162",</a:t>
            </a:r>
          </a:p>
          <a:p xmlns:a="http://schemas.openxmlformats.org/drawingml/2006/main">
            <a:r>
              <a:t>          "match_163",</a:t>
            </a:r>
          </a:p>
          <a:p xmlns:a="http://schemas.openxmlformats.org/drawingml/2006/main">
            <a:r>
              <a:t>          "match_164",</a:t>
            </a:r>
          </a:p>
          <a:p xmlns:a="http://schemas.openxmlformats.org/drawingml/2006/main">
            <a:r>
              <a:t>          "match_165",</a:t>
            </a:r>
          </a:p>
          <a:p xmlns:a="http://schemas.openxmlformats.org/drawingml/2006/main">
            <a:r>
              <a:t>          "match_166",</a:t>
            </a:r>
          </a:p>
          <a:p xmlns:a="http://schemas.openxmlformats.org/drawingml/2006/main">
            <a:r>
              <a:t>          "match_167",</a:t>
            </a:r>
          </a:p>
          <a:p xmlns:a="http://schemas.openxmlformats.org/drawingml/2006/main">
            <a:r>
              <a:t>          "match_168",</a:t>
            </a:r>
          </a:p>
          <a:p xmlns:a="http://schemas.openxmlformats.org/drawingml/2006/main">
            <a:r>
              <a:t>          "match_169",</a:t>
            </a:r>
          </a:p>
          <a:p xmlns:a="http://schemas.openxmlformats.org/drawingml/2006/main">
            <a:r>
              <a:t>          "match_170",</a:t>
            </a:r>
          </a:p>
          <a:p xmlns:a="http://schemas.openxmlformats.org/drawingml/2006/main">
            <a:r>
              <a:t>          "match_171",</a:t>
            </a:r>
          </a:p>
          <a:p xmlns:a="http://schemas.openxmlformats.org/drawingml/2006/main">
            <a:r>
              <a:t>          "match_172",</a:t>
            </a:r>
          </a:p>
          <a:p xmlns:a="http://schemas.openxmlformats.org/drawingml/2006/main">
            <a:r>
              <a:t>          "match_173",</a:t>
            </a:r>
          </a:p>
          <a:p xmlns:a="http://schemas.openxmlformats.org/drawingml/2006/main">
            <a:r>
              <a:t>          "match_174",</a:t>
            </a:r>
          </a:p>
          <a:p xmlns:a="http://schemas.openxmlformats.org/drawingml/2006/main">
            <a:r>
              <a:t>          "match_175",</a:t>
            </a:r>
          </a:p>
          <a:p xmlns:a="http://schemas.openxmlformats.org/drawingml/2006/main">
            <a:r>
              <a:t>          "match_176",</a:t>
            </a:r>
          </a:p>
          <a:p xmlns:a="http://schemas.openxmlformats.org/drawingml/2006/main">
            <a:r>
              <a:t>          "match_177",</a:t>
            </a:r>
          </a:p>
          <a:p xmlns:a="http://schemas.openxmlformats.org/drawingml/2006/main">
            <a:r>
              <a:t>          "match_178",</a:t>
            </a:r>
          </a:p>
          <a:p xmlns:a="http://schemas.openxmlformats.org/drawingml/2006/main">
            <a:r>
              <a:t>          "match_179"</a:t>
            </a:r>
          </a:p>
          <a:p xmlns:a="http://schemas.openxmlformats.org/drawingml/2006/main">
            <a:r>
              <a:t>        ],</a:t>
            </a:r>
          </a:p>
          <a:p xmlns:a="http://schemas.openxmlformats.org/drawingml/2006/main">
            <a:r>
              <a:t>        "generation_index": 1,</a:t>
            </a:r>
          </a:p>
          <a:p xmlns:a="http://schemas.openxmlformats.org/drawingml/2006/main">
            <a:r>
              <a:t>        "losses_sampled": 8,</a:t>
            </a:r>
          </a:p>
          <a:p xmlns:a="http://schemas.openxmlformats.org/drawingml/2006/main">
            <a:r>
              <a:t>        "random_provenance": {</a:t>
            </a:r>
          </a:p>
          <a:p xmlns:a="http://schemas.openxmlformats.org/drawingml/2006/main">
            <a:r>
              <a:t>          "candidate_id": "worker_rush_reflection_subject",</a:t>
            </a:r>
          </a:p>
          <a:p xmlns:a="http://schemas.openxmlformats.org/drawingml/2006/main">
            <a:r>
              <a:t>          "generation_index": 1,</a:t>
            </a:r>
          </a:p>
          <a:p xmlns:a="http://schemas.openxmlformats.org/drawingml/2006/main">
            <a:r>
              <a:t>          "reflection_invocation": 0,</a:t>
            </a:r>
          </a:p>
          <a:p xmlns:a="http://schemas.openxmlformats.org/drawingml/2006/main">
            <a:r>
              <a:t>          "run_seed": 7,</a:t>
            </a:r>
          </a:p>
          <a:p xmlns:a="http://schemas.openxmlformats.org/drawingml/2006/main">
            <a:r>
              <a:t>          "seed": 990237553232952629</a:t>
            </a:r>
          </a:p>
          <a:p xmlns:a="http://schemas.openxmlformats.org/drawingml/2006/main">
            <a:r>
              <a:t>        },</a:t>
            </a:r>
          </a:p>
          <a:p xmlns:a="http://schemas.openxmlformats.org/drawingml/2006/main">
            <a:r>
              <a:t>        "requested_sample_size": 10,</a:t>
            </a:r>
          </a:p>
          <a:p xmlns:a="http://schemas.openxmlformats.org/drawingml/2006/main">
            <a:r>
              <a:t>        "sample_count": 10,</a:t>
            </a:r>
          </a:p>
          <a:p xmlns:a="http://schemas.openxmlformats.org/drawingml/2006/main">
            <a:r>
              <a:t>        "sampled_maps": [</a:t>
            </a:r>
          </a:p>
          <a:p xmlns:a="http://schemas.openxmlformats.org/drawingml/2006/main">
            <a:r>
              <a:t>          "map_1",</a:t>
            </a:r>
          </a:p>
          <a:p xmlns:a="http://schemas.openxmlformats.org/drawingml/2006/main">
            <a:r>
              <a:t>          "map_2",</a:t>
            </a:r>
          </a:p>
          <a:p xmlns:a="http://schemas.openxmlformats.org/drawingml/2006/main">
            <a:r>
              <a:t>          "map_1",</a:t>
            </a:r>
          </a:p>
          <a:p xmlns:a="http://schemas.openxmlformats.org/drawingml/2006/main">
            <a:r>
              <a:t>          "map_3",</a:t>
            </a:r>
          </a:p>
          <a:p xmlns:a="http://schemas.openxmlformats.org/drawingml/2006/main">
            <a:r>
              <a:t>          "map_3",</a:t>
            </a:r>
          </a:p>
          <a:p xmlns:a="http://schemas.openxmlformats.org/drawingml/2006/main">
            <a:r>
              <a:t>          "map_3",</a:t>
            </a:r>
          </a:p>
          <a:p xmlns:a="http://schemas.openxmlformats.org/drawingml/2006/main">
            <a:r>
              <a:t>          "map_1",</a:t>
            </a:r>
          </a:p>
          <a:p xmlns:a="http://schemas.openxmlformats.org/drawingml/2006/main">
            <a:r>
              <a:t>          "map_3",</a:t>
            </a:r>
          </a:p>
          <a:p xmlns:a="http://schemas.openxmlformats.org/drawingml/2006/main">
            <a:r>
              <a:t>          "map_2",</a:t>
            </a:r>
          </a:p>
          <a:p xmlns:a="http://schemas.openxmlformats.org/drawingml/2006/main">
            <a:r>
              <a:t>          "map_2"</a:t>
            </a:r>
          </a:p>
          <a:p xmlns:a="http://schemas.openxmlformats.org/drawingml/2006/main">
            <a:r>
              <a:t>        ],</a:t>
            </a:r>
          </a:p>
          <a:p xmlns:a="http://schemas.openxmlformats.org/drawingml/2006/main">
            <a:r>
              <a:t>        "sampled_match_ids": [</a:t>
            </a:r>
          </a:p>
          <a:p xmlns:a="http://schemas.openxmlformats.org/drawingml/2006/main">
            <a:r>
              <a:t>          "match_03",</a:t>
            </a:r>
          </a:p>
          <a:p xmlns:a="http://schemas.openxmlformats.org/drawingml/2006/main">
            <a:r>
              <a:t>          "match_26",</a:t>
            </a:r>
          </a:p>
          <a:p xmlns:a="http://schemas.openxmlformats.org/drawingml/2006/main">
            <a:r>
              <a:t>          "match_41",</a:t>
            </a:r>
          </a:p>
          <a:p xmlns:a="http://schemas.openxmlformats.org/drawingml/2006/main">
            <a:r>
              <a:t>          "match_67",</a:t>
            </a:r>
          </a:p>
          <a:p xmlns:a="http://schemas.openxmlformats.org/drawingml/2006/main">
            <a:r>
              <a:t>          "match_85",</a:t>
            </a:r>
          </a:p>
          <a:p xmlns:a="http://schemas.openxmlformats.org/drawingml/2006/main">
            <a:r>
              <a:t>          "match_107",</a:t>
            </a:r>
          </a:p>
          <a:p xmlns:a="http://schemas.openxmlformats.org/drawingml/2006/main">
            <a:r>
              <a:t>          "match_108",</a:t>
            </a:r>
          </a:p>
          <a:p xmlns:a="http://schemas.openxmlformats.org/drawingml/2006/main">
            <a:r>
              <a:t>          "match_139",</a:t>
            </a:r>
          </a:p>
          <a:p xmlns:a="http://schemas.openxmlformats.org/drawingml/2006/main">
            <a:r>
              <a:t>          "match_154",</a:t>
            </a:r>
          </a:p>
          <a:p xmlns:a="http://schemas.openxmlformats.org/drawingml/2006/main">
            <a:r>
              <a:t>          "match_170"</a:t>
            </a:r>
          </a:p>
          <a:p xmlns:a="http://schemas.openxmlformats.org/drawingml/2006/main">
            <a:r>
              <a:t>        ],</a:t>
            </a:r>
          </a:p>
          <a:p xmlns:a="http://schemas.openxmlformats.org/drawingml/2006/main">
            <a:r>
              <a:t>        "sampled_opponents": [</a:t>
            </a:r>
          </a:p>
          <a:p xmlns:a="http://schemas.openxmlformats.org/drawingml/2006/main">
            <a:r>
              <a:t>          "passive",</a:t>
            </a:r>
          </a:p>
          <a:p xmlns:a="http://schemas.openxmlformats.org/drawingml/2006/main">
            <a:r>
              <a:t>          "random",</a:t>
            </a:r>
          </a:p>
          <a:p xmlns:a="http://schemas.openxmlformats.org/drawingml/2006/main">
            <a:r>
              <a:t>          "randombias",</a:t>
            </a:r>
          </a:p>
          <a:p xmlns:a="http://schemas.openxmlformats.org/drawingml/2006/main">
            <a:r>
              <a:t>          "lightrush",</a:t>
            </a:r>
          </a:p>
          <a:p xmlns:a="http://schemas.openxmlformats.org/drawingml/2006/main">
            <a:r>
              <a:t>          "heavyrush",</a:t>
            </a:r>
          </a:p>
          <a:p xmlns:a="http://schemas.openxmlformats.org/drawingml/2006/main">
            <a:r>
              <a:t>          "workerrush",</a:t>
            </a:r>
          </a:p>
          <a:p xmlns:a="http://schemas.openxmlformats.org/drawingml/2006/main">
            <a:r>
              <a:t>          "allinbot",</a:t>
            </a:r>
          </a:p>
          <a:p xmlns:a="http://schemas.openxmlformats.org/drawingml/2006/main">
            <a:r>
              <a:t>          "mayari",</a:t>
            </a:r>
          </a:p>
          <a:p xmlns:a="http://schemas.openxmlformats.org/drawingml/2006/main">
            <a:r>
              <a:t>          "coac",</a:t>
            </a:r>
          </a:p>
          <a:p xmlns:a="http://schemas.openxmlformats.org/drawingml/2006/main">
            <a:r>
              <a:t>          "tma"</a:t>
            </a:r>
          </a:p>
          <a:p xmlns:a="http://schemas.openxmlformats.org/drawingml/2006/main">
            <a:r>
              <a:t>        ],</a:t>
            </a:r>
          </a:p>
          <a:p xmlns:a="http://schemas.openxmlformats.org/drawingml/2006/main">
            <a:r>
              <a:t>        "sampled_player_positions": [</a:t>
            </a:r>
          </a:p>
          <a:p xmlns:a="http://schemas.openxmlformats.org/drawingml/2006/main">
            <a:r>
              <a:t>          "p1",</a:t>
            </a:r>
          </a:p>
          <a:p xmlns:a="http://schemas.openxmlformats.org/drawingml/2006/main">
            <a:r>
              <a:t>          "p0",</a:t>
            </a:r>
          </a:p>
          <a:p xmlns:a="http://schemas.openxmlformats.org/drawingml/2006/main">
            <a:r>
              <a:t>          "p1",</a:t>
            </a:r>
          </a:p>
          <a:p xmlns:a="http://schemas.openxmlformats.org/drawingml/2006/main">
            <a:r>
              <a:t>          "p1",</a:t>
            </a:r>
          </a:p>
          <a:p xmlns:a="http://schemas.openxmlformats.org/drawingml/2006/main">
            <a:r>
              <a:t>          "p1",</a:t>
            </a:r>
          </a:p>
          <a:p xmlns:a="http://schemas.openxmlformats.org/drawingml/2006/main">
            <a:r>
              <a:t>          "p1",</a:t>
            </a:r>
          </a:p>
          <a:p xmlns:a="http://schemas.openxmlformats.org/drawingml/2006/main">
            <a:r>
              <a:t>          "p0",</a:t>
            </a:r>
          </a:p>
          <a:p xmlns:a="http://schemas.openxmlformats.org/drawingml/2006/main">
            <a:r>
              <a:t>          "p1",</a:t>
            </a:r>
          </a:p>
          <a:p xmlns:a="http://schemas.openxmlformats.org/drawingml/2006/main">
            <a:r>
              <a:t>          "p0",</a:t>
            </a:r>
          </a:p>
          <a:p xmlns:a="http://schemas.openxmlformats.org/drawingml/2006/main">
            <a:r>
              <a:t>          "p0"</a:t>
            </a:r>
          </a:p>
          <a:p xmlns:a="http://schemas.openxmlformats.org/drawingml/2006/main">
            <a:r>
              <a:t>        ],</a:t>
            </a:r>
          </a:p>
          <a:p xmlns:a="http://schemas.openxmlformats.org/drawingml/2006/main">
            <a:r>
              <a:t>        "sampled_results": [</a:t>
            </a:r>
          </a:p>
          <a:p xmlns:a="http://schemas.openxmlformats.org/drawingml/2006/main">
            <a:r>
              <a:t>          "draw",</a:t>
            </a:r>
          </a:p>
          <a:p xmlns:a="http://schemas.openxmlformats.org/drawingml/2006/main">
            <a:r>
              <a:t>          "draw",</a:t>
            </a:r>
          </a:p>
          <a:p xmlns:a="http://schemas.openxmlformats.org/drawingml/2006/main">
            <a:r>
              <a:t>          "loss",</a:t>
            </a:r>
          </a:p>
          <a:p xmlns:a="http://schemas.openxmlformats.org/drawingml/2006/main">
            <a:r>
              <a:t>          "loss",</a:t>
            </a:r>
          </a:p>
          <a:p xmlns:a="http://schemas.openxmlformats.org/drawingml/2006/main">
            <a:r>
              <a:t>          "loss",</a:t>
            </a:r>
          </a:p>
          <a:p xmlns:a="http://schemas.openxmlformats.org/drawingml/2006/main">
            <a:r>
              <a:t>          "loss",</a:t>
            </a:r>
          </a:p>
          <a:p xmlns:a="http://schemas.openxmlformats.org/drawingml/2006/main">
            <a:r>
              <a:t>          "loss",</a:t>
            </a:r>
          </a:p>
          <a:p xmlns:a="http://schemas.openxmlformats.org/drawingml/2006/main">
            <a:r>
              <a:t>          "loss",</a:t>
            </a:r>
          </a:p>
          <a:p xmlns:a="http://schemas.openxmlformats.org/drawingml/2006/main">
            <a:r>
              <a:t>          "loss",</a:t>
            </a:r>
          </a:p>
          <a:p xmlns:a="http://schemas.openxmlformats.org/drawingml/2006/main">
            <a:r>
              <a:t>          "loss"</a:t>
            </a:r>
          </a:p>
          <a:p xmlns:a="http://schemas.openxmlformats.org/drawingml/2006/main">
            <a:r>
              <a:t>        ],</a:t>
            </a:r>
          </a:p>
          <a:p xmlns:a="http://schemas.openxmlformats.org/drawingml/2006/main">
            <a:r>
              <a:t>        "sampling_priority": "opponent_coverage_then_map_coverage_then_loss_draw_win_then_seeded_random_ties",</a:t>
            </a:r>
          </a:p>
          <a:p xmlns:a="http://schemas.openxmlformats.org/drawingml/2006/main">
            <a:r>
              <a:t>        "schema_version": "strategy-reflection-match-selection-v2",</a:t>
            </a:r>
          </a:p>
          <a:p xmlns:a="http://schemas.openxmlformats.org/drawingml/2006/main">
            <a:r>
              <a:t>        "selected_match_count": 10,</a:t>
            </a:r>
          </a:p>
          <a:p xmlns:a="http://schemas.openxmlformats.org/drawingml/2006/main">
            <a:r>
              <a:t>        "selected_match_ids": [</a:t>
            </a:r>
          </a:p>
          <a:p xmlns:a="http://schemas.openxmlformats.org/drawingml/2006/main">
            <a:r>
              <a:t>          "match_03",</a:t>
            </a:r>
          </a:p>
          <a:p xmlns:a="http://schemas.openxmlformats.org/drawingml/2006/main">
            <a:r>
              <a:t>          "match_26",</a:t>
            </a:r>
          </a:p>
          <a:p xmlns:a="http://schemas.openxmlformats.org/drawingml/2006/main">
            <a:r>
              <a:t>          "match_41",</a:t>
            </a:r>
          </a:p>
          <a:p xmlns:a="http://schemas.openxmlformats.org/drawingml/2006/main">
            <a:r>
              <a:t>          "match_67",</a:t>
            </a:r>
          </a:p>
          <a:p xmlns:a="http://schemas.openxmlformats.org/drawingml/2006/main">
            <a:r>
              <a:t>          "match_85",</a:t>
            </a:r>
          </a:p>
          <a:p xmlns:a="http://schemas.openxmlformats.org/drawingml/2006/main">
            <a:r>
              <a:t>          "match_107",</a:t>
            </a:r>
          </a:p>
          <a:p xmlns:a="http://schemas.openxmlformats.org/drawingml/2006/main">
            <a:r>
              <a:t>          "match_108",</a:t>
            </a:r>
          </a:p>
          <a:p xmlns:a="http://schemas.openxmlformats.org/drawingml/2006/main">
            <a:r>
              <a:t>          "match_139",</a:t>
            </a:r>
          </a:p>
          <a:p xmlns:a="http://schemas.openxmlformats.org/drawingml/2006/main">
            <a:r>
              <a:t>          "match_154",</a:t>
            </a:r>
          </a:p>
          <a:p xmlns:a="http://schemas.openxmlformats.org/drawingml/2006/main">
            <a:r>
              <a:t>          "match_170"</a:t>
            </a:r>
          </a:p>
          <a:p xmlns:a="http://schemas.openxmlformats.org/drawingml/2006/main">
            <a:r>
              <a:t>        ],</a:t>
            </a:r>
          </a:p>
          <a:p xmlns:a="http://schemas.openxmlformats.org/drawingml/2006/main">
            <a:r>
              <a:t>        "selected_outcome_class": "mixed",</a:t>
            </a:r>
          </a:p>
          <a:p xmlns:a="http://schemas.openxmlformats.org/drawingml/2006/main">
            <a:r>
              <a:t>        "selection_is_coverage_aware": true,</a:t>
            </a:r>
          </a:p>
          <a:p xmlns:a="http://schemas.openxmlformats.org/drawingml/2006/main">
            <a:r>
              <a:t>        "selection_rule": "opponent_coverage_then_map_coverage_then_loss_draw_win",</a:t>
            </a:r>
          </a:p>
          <a:p xmlns:a="http://schemas.openxmlformats.org/drawingml/2006/main">
            <a:r>
              <a:t>        "total_draws": 47,</a:t>
            </a:r>
          </a:p>
          <a:p xmlns:a="http://schemas.openxmlformats.org/drawingml/2006/main">
            <a:r>
              <a:t>        "total_losses": 133,</a:t>
            </a:r>
          </a:p>
          <a:p xmlns:a="http://schemas.openxmlformats.org/drawingml/2006/main">
            <a:r>
              <a:t>        "total_match_count": 180,</a:t>
            </a:r>
          </a:p>
          <a:p xmlns:a="http://schemas.openxmlformats.org/drawingml/2006/main">
            <a:r>
              <a:t>        "total_wins": 0,</a:t>
            </a:r>
          </a:p>
          <a:p xmlns:a="http://schemas.openxmlformats.org/drawingml/2006/main">
            <a:r>
              <a:t>        "unique_maps_sampled": 3,</a:t>
            </a:r>
          </a:p>
          <a:p xmlns:a="http://schemas.openxmlformats.org/drawingml/2006/main">
            <a:r>
              <a:t>        "unique_opponents_sampled": 10,</a:t>
            </a:r>
          </a:p>
          <a:p xmlns:a="http://schemas.openxmlformats.org/drawingml/2006/main">
            <a:r>
              <a:t>        "wins_sampled": 0</a:t>
            </a:r>
          </a:p>
          <a:p xmlns:a="http://schemas.openxmlformats.org/drawingml/2006/main">
            <a:r>
              <a:t>      },</a:t>
            </a:r>
          </a:p>
          <a:p xmlns:a="http://schemas.openxmlformats.org/drawingml/2006/main">
            <a:r>
              <a:t>      "parent_comparison": {</a:t>
            </a:r>
          </a:p>
          <a:p xmlns:a="http://schemas.openxmlformats.org/drawingml/2006/main">
            <a:r>
              <a:t>        "available": true,</a:t>
            </a:r>
          </a:p>
          <a:p xmlns:a="http://schemas.openxmlformats.org/drawingml/2006/main">
            <a:r>
              <a:t>        "improved":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"match_18",</a:t>
            </a:r>
          </a:p>
          <a:p xmlns:a="http://schemas.openxmlformats.org/drawingml/2006/main">
            <a:r>
              <a:t>            "delta": 3.367457,</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"match_19",</a:t>
            </a:r>
          </a:p>
          <a:p xmlns:a="http://schemas.openxmlformats.org/drawingml/2006/main">
            <a:r>
              <a:t>            "delta": 1.586391,</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"match_23",</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"match_20",</a:t>
            </a:r>
          </a:p>
          <a:p xmlns:a="http://schemas.openxmlformats.org/drawingml/2006/main">
            <a:r>
              <a:t>            "delta": 0.768847,</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"match_24",</a:t>
            </a:r>
          </a:p>
          <a:p xmlns:a="http://schemas.openxmlformats.org/drawingml/2006/main">
            <a:r>
              <a:t>            "delta": 2.478857,</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"match_28",</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"match_26",</a:t>
            </a:r>
          </a:p>
          <a:p xmlns:a="http://schemas.openxmlformats.org/drawingml/2006/main">
            <a:r>
              <a:t>            "delta": 2.522787,</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"match_28",</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"match_27",</a:t>
            </a:r>
          </a:p>
          <a:p xmlns:a="http://schemas.openxmlformats.org/drawingml/2006/main">
            <a:r>
              <a:t>            "delta": 0.196029,</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"match_29",</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"match_31",</a:t>
            </a:r>
          </a:p>
          <a:p xmlns:a="http://schemas.openxmlformats.org/drawingml/2006/main">
            <a:r>
              <a:t>            "delta": 2.676041,</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"match_35",</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"match_33",</a:t>
            </a:r>
          </a:p>
          <a:p xmlns:a="http://schemas.openxmlformats.org/drawingml/2006/main">
            <a:r>
              <a:t>            "delta": 1.348416,</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"match_35",</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"match_36",</a:t>
            </a:r>
          </a:p>
          <a:p xmlns:a="http://schemas.openxmlformats.org/drawingml/2006/main">
            <a:r>
              <a:t>            "delta": 101.792871,</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"match_40",</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"match_37",</a:t>
            </a:r>
          </a:p>
          <a:p xmlns:a="http://schemas.openxmlformats.org/drawingml/2006/main">
            <a:r>
              <a:t>            "delta": 0.444316,</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"match_41",</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"match_38",</a:t>
            </a:r>
          </a:p>
          <a:p xmlns:a="http://schemas.openxmlformats.org/drawingml/2006/main">
            <a:r>
              <a:t>            "delta": 1.159951,</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"match_40",</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"match_44",</a:t>
            </a:r>
          </a:p>
          <a:p xmlns:a="http://schemas.openxmlformats.org/drawingml/2006/main">
            <a:r>
              <a:t>            "delta": 95.829322,</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"match_46",</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"match_45",</a:t>
            </a:r>
          </a:p>
          <a:p xmlns:a="http://schemas.openxmlformats.org/drawingml/2006/main">
            <a:r>
              <a:t>            "delta": 1.751283,</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"match_47",</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"match_48",</a:t>
            </a:r>
          </a:p>
          <a:p xmlns:a="http://schemas.openxmlformats.org/drawingml/2006/main">
            <a:r>
              <a:t>            "delta": 0.246775,</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"match_49",</a:t>
            </a:r>
          </a:p>
          <a:p xmlns:a="http://schemas.openxmlformats.org/drawingml/2006/main">
            <a:r>
              <a:t>            "delta": 0.199866,</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"match_53",</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"match_50",</a:t>
            </a:r>
          </a:p>
          <a:p xmlns:a="http://schemas.openxmlformats.org/drawingml/2006/main">
            <a:r>
              <a:t>            "delta": 0.296717,</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"match_51",</a:t>
            </a:r>
          </a:p>
          <a:p xmlns:a="http://schemas.openxmlformats.org/drawingml/2006/main">
            <a:r>
              <a:t>            "delta": 0.100062,</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"match_53",</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"match_132",</a:t>
            </a:r>
          </a:p>
          <a:p xmlns:a="http://schemas.openxmlformats.org/drawingml/2006/main">
            <a:r>
              <a:t>            "delta": 0.000933,</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"match_136",</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"match_133",</a:t>
            </a:r>
          </a:p>
          <a:p xmlns:a="http://schemas.openxmlformats.org/drawingml/2006/main">
            <a:r>
              <a:t>            "delta": 0.374676,</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"match_137",</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"match_134",</a:t>
            </a:r>
          </a:p>
          <a:p xmlns:a="http://schemas.openxmlformats.org/drawingml/2006/main">
            <a:r>
              <a:t>            "delta": 0.841776,</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"match_136",</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"match_135",</a:t>
            </a:r>
          </a:p>
          <a:p xmlns:a="http://schemas.openxmlformats.org/drawingml/2006/main">
            <a:r>
              <a:t>            "delta": 0.371047,</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"match_137",</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"matched_pairs":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"match_00",</a:t>
            </a:r>
          </a:p>
          <a:p xmlns:a="http://schemas.openxmlformats.org/drawingml/2006/main">
            <a:r>
              <a:t>            "delta": 0.0,</a:t>
            </a:r>
          </a:p>
          <a:p xmlns:a="http://schemas.openxmlformats.org/drawingml/2006/main">
            <a:r>
              <a:t>            "map": "map_1",</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"match_04",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"match_01",</a:t>
            </a:r>
          </a:p>
          <a:p xmlns:a="http://schemas.openxmlformats.org/drawingml/2006/main">
            <a:r>
              <a:t>            "delta": 0.0,</a:t>
            </a:r>
          </a:p>
          <a:p xmlns:a="http://schemas.openxmlformats.org/drawingml/2006/main">
            <a:r>
              <a:t>            "map": "map_1",</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"match_05",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"match_02",</a:t>
            </a:r>
          </a:p>
          <a:p xmlns:a="http://schemas.openxmlformats.org/drawingml/2006/main">
            <a:r>
              <a:t>            "delta": 0.0,</a:t>
            </a:r>
          </a:p>
          <a:p xmlns:a="http://schemas.openxmlformats.org/drawingml/2006/main">
            <a:r>
              <a:t>            "map": "map_1",</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"match_04",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"match_03",</a:t>
            </a:r>
          </a:p>
          <a:p xmlns:a="http://schemas.openxmlformats.org/drawingml/2006/main">
            <a:r>
              <a:t>            "delta": 0.0,</a:t>
            </a:r>
          </a:p>
          <a:p xmlns:a="http://schemas.openxmlformats.org/drawingml/2006/main">
            <a:r>
              <a:t>            "map": "map_1",</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"match_05",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"match_04",</a:t>
            </a:r>
          </a:p>
          <a:p xmlns:a="http://schemas.openxmlformats.org/drawingml/2006/main">
            <a:r>
              <a:t>            "delta": 0.0,</a:t>
            </a:r>
          </a:p>
          <a:p xmlns:a="http://schemas.openxmlformats.org/drawingml/2006/main">
            <a:r>
              <a:t>            "map": "map_1",</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"match_04",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"match_05",</a:t>
            </a:r>
          </a:p>
          <a:p xmlns:a="http://schemas.openxmlformats.org/drawingml/2006/main">
            <a:r>
              <a:t>            "delta": 0.0,</a:t>
            </a:r>
          </a:p>
          <a:p xmlns:a="http://schemas.openxmlformats.org/drawingml/2006/main">
            <a:r>
              <a:t>            "map": "map_1",</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"match_05",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"match_06",</a:t>
            </a:r>
          </a:p>
          <a:p xmlns:a="http://schemas.openxmlformats.org/drawingml/2006/main">
            <a:r>
              <a:t>            "delta": 0.0,</a:t>
            </a:r>
          </a:p>
          <a:p xmlns:a="http://schemas.openxmlformats.org/drawingml/2006/main">
            <a:r>
              <a:t>            "map": "map_2",</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"match_07",</a:t>
            </a:r>
          </a:p>
          <a:p xmlns:a="http://schemas.openxmlformats.org/drawingml/2006/main">
            <a:r>
              <a:t>            "delta": 0.0,</a:t>
            </a:r>
          </a:p>
          <a:p xmlns:a="http://schemas.openxmlformats.org/drawingml/2006/main">
            <a:r>
              <a:t>            "map": "map_2",</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"match_08",</a:t>
            </a:r>
          </a:p>
          <a:p xmlns:a="http://schemas.openxmlformats.org/drawingml/2006/main">
            <a:r>
              <a:t>            "delta": 0.0,</a:t>
            </a:r>
          </a:p>
          <a:p xmlns:a="http://schemas.openxmlformats.org/drawingml/2006/main">
            <a:r>
              <a:t>            "map": "map_2",</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"match_09",</a:t>
            </a:r>
          </a:p>
          <a:p xmlns:a="http://schemas.openxmlformats.org/drawingml/2006/main">
            <a:r>
              <a:t>            "delta": 0.0,</a:t>
            </a:r>
          </a:p>
          <a:p xmlns:a="http://schemas.openxmlformats.org/drawingml/2006/main">
            <a:r>
              <a:t>            "map": "map_2",</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"match_10",</a:t>
            </a:r>
          </a:p>
          <a:p xmlns:a="http://schemas.openxmlformats.org/drawingml/2006/main">
            <a:r>
              <a:t>            "delta": 0.0,</a:t>
            </a:r>
          </a:p>
          <a:p xmlns:a="http://schemas.openxmlformats.org/drawingml/2006/main">
            <a:r>
              <a:t>            "map": "map_2",</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"match_11",</a:t>
            </a:r>
          </a:p>
          <a:p xmlns:a="http://schemas.openxmlformats.org/drawingml/2006/main">
            <a:r>
              <a:t>            "delta": 0.0,</a:t>
            </a:r>
          </a:p>
          <a:p xmlns:a="http://schemas.openxmlformats.org/drawingml/2006/main">
            <a:r>
              <a:t>            "map": "map_2",</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"match_12",</a:t>
            </a:r>
          </a:p>
          <a:p xmlns:a="http://schemas.openxmlformats.org/drawingml/2006/main">
            <a:r>
              <a:t>            "delta": 0.0,</a:t>
            </a:r>
          </a:p>
          <a:p xmlns:a="http://schemas.openxmlformats.org/drawingml/2006/main">
            <a:r>
              <a:t>            "map": "map_3",</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a:t>
            </a:r>
          </a:p>
          <a:p xmlns:a="http://schemas.openxmlformats.org/drawingml/2006/main">
            <a:r>
              <a:t>            "delta": 0.0,</a:t>
            </a:r>
          </a:p>
          <a:p xmlns:a="http://schemas.openxmlformats.org/drawingml/2006/main">
            <a:r>
              <a:t>            "map": "map_3",</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"match_14",</a:t>
            </a:r>
          </a:p>
          <a:p xmlns:a="http://schemas.openxmlformats.org/drawingml/2006/main">
            <a:r>
              <a:t>            "delta": 0.0,</a:t>
            </a:r>
          </a:p>
          <a:p xmlns:a="http://schemas.openxmlformats.org/drawingml/2006/main">
            <a:r>
              <a:t>            "map": "map_3",</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a:t>
            </a:r>
          </a:p>
          <a:p xmlns:a="http://schemas.openxmlformats.org/drawingml/2006/main">
            <a:r>
              <a:t>            "delta": 0.0,</a:t>
            </a:r>
          </a:p>
          <a:p xmlns:a="http://schemas.openxmlformats.org/drawingml/2006/main">
            <a:r>
              <a:t>            "map": "map_3",</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"match_16",</a:t>
            </a:r>
          </a:p>
          <a:p xmlns:a="http://schemas.openxmlformats.org/drawingml/2006/main">
            <a:r>
              <a:t>            "delta": 0.0,</a:t>
            </a:r>
          </a:p>
          <a:p xmlns:a="http://schemas.openxmlformats.org/drawingml/2006/main">
            <a:r>
              <a:t>            "map": "map_3",</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"match_17",</a:t>
            </a:r>
          </a:p>
          <a:p xmlns:a="http://schemas.openxmlformats.org/drawingml/2006/main">
            <a:r>
              <a:t>            "delta": 0.0,</a:t>
            </a:r>
          </a:p>
          <a:p xmlns:a="http://schemas.openxmlformats.org/drawingml/2006/main">
            <a:r>
              <a:t>            "map": "map_3",</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"match_18",</a:t>
            </a:r>
          </a:p>
          <a:p xmlns:a="http://schemas.openxmlformats.org/drawingml/2006/main">
            <a:r>
              <a:t>            "delta": 3.367457,</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"match_19",</a:t>
            </a:r>
          </a:p>
          <a:p xmlns:a="http://schemas.openxmlformats.org/drawingml/2006/main">
            <a:r>
              <a:t>            "delta": 1.586391,</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"match_23",</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"match_20",</a:t>
            </a:r>
          </a:p>
          <a:p xmlns:a="http://schemas.openxmlformats.org/drawingml/2006/main">
            <a:r>
              <a:t>            "delta": 0.768847,</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"match_21",</a:t>
            </a:r>
          </a:p>
          <a:p xmlns:a="http://schemas.openxmlformats.org/drawingml/2006/main">
            <a:r>
              <a:t>            "delta": -2.911703,</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"match_23",</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"match_22",</a:t>
            </a:r>
          </a:p>
          <a:p xmlns:a="http://schemas.openxmlformats.org/drawingml/2006/main">
            <a:r>
              <a:t>            "delta": 0.0,</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"match_23",</a:t>
            </a:r>
          </a:p>
          <a:p xmlns:a="http://schemas.openxmlformats.org/drawingml/2006/main">
            <a:r>
              <a:t>            "delta": 0.0,</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"match_24",</a:t>
            </a:r>
          </a:p>
          <a:p xmlns:a="http://schemas.openxmlformats.org/drawingml/2006/main">
            <a:r>
              <a:t>            "delta": 2.478857,</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"match_28",</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"match_25",</a:t>
            </a:r>
          </a:p>
          <a:p xmlns:a="http://schemas.openxmlformats.org/drawingml/2006/main">
            <a:r>
              <a:t>            "delta": -1.732499,</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"match_29",</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"match_26",</a:t>
            </a:r>
          </a:p>
          <a:p xmlns:a="http://schemas.openxmlformats.org/drawingml/2006/main">
            <a:r>
              <a:t>            "delta": 2.522787,</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"match_28",</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"match_27",</a:t>
            </a:r>
          </a:p>
          <a:p xmlns:a="http://schemas.openxmlformats.org/drawingml/2006/main">
            <a:r>
              <a:t>            "delta": 0.196029,</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"match_29",</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"match_28",</a:t>
            </a:r>
          </a:p>
          <a:p xmlns:a="http://schemas.openxmlformats.org/drawingml/2006/main">
            <a:r>
              <a:t>            "delta": 0.0,</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"match_29",</a:t>
            </a:r>
          </a:p>
          <a:p xmlns:a="http://schemas.openxmlformats.org/drawingml/2006/main">
            <a:r>
              <a:t>            "delta": 0.0,</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"match_30",</a:t>
            </a:r>
          </a:p>
          <a:p xmlns:a="http://schemas.openxmlformats.org/drawingml/2006/main">
            <a:r>
              <a:t>            "delta": -1.164926,</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"match_34",</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"match_31",</a:t>
            </a:r>
          </a:p>
          <a:p xmlns:a="http://schemas.openxmlformats.org/drawingml/2006/main">
            <a:r>
              <a:t>            "delta": 2.676041,</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"match_35",</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"match_32",</a:t>
            </a:r>
          </a:p>
          <a:p xmlns:a="http://schemas.openxmlformats.org/drawingml/2006/main">
            <a:r>
              <a:t>            "delta": -0.83732,</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"match_34",</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"match_33",</a:t>
            </a:r>
          </a:p>
          <a:p xmlns:a="http://schemas.openxmlformats.org/drawingml/2006/main">
            <a:r>
              <a:t>            "delta": 1.348416,</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"match_35",</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"match_34",</a:t>
            </a:r>
          </a:p>
          <a:p xmlns:a="http://schemas.openxmlformats.org/drawingml/2006/main">
            <a:r>
              <a:t>            "delta": 0.0,</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"match_35",</a:t>
            </a:r>
          </a:p>
          <a:p xmlns:a="http://schemas.openxmlformats.org/drawingml/2006/main">
            <a:r>
              <a:t>            "delta": 0.0,</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"match_36",</a:t>
            </a:r>
          </a:p>
          <a:p xmlns:a="http://schemas.openxmlformats.org/drawingml/2006/main">
            <a:r>
              <a:t>            "delta": 101.792871,</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"match_40",</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"match_37",</a:t>
            </a:r>
          </a:p>
          <a:p xmlns:a="http://schemas.openxmlformats.org/drawingml/2006/main">
            <a:r>
              <a:t>            "delta": 0.444316,</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"match_41",</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"match_38",</a:t>
            </a:r>
          </a:p>
          <a:p xmlns:a="http://schemas.openxmlformats.org/drawingml/2006/main">
            <a:r>
              <a:t>            "delta": 1.159951,</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"match_40",</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"match_39",</a:t>
            </a:r>
          </a:p>
          <a:p xmlns:a="http://schemas.openxmlformats.org/drawingml/2006/main">
            <a:r>
              <a:t>            "delta": -0.457126,</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"match_41",</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"match_40",</a:t>
            </a:r>
          </a:p>
          <a:p xmlns:a="http://schemas.openxmlformats.org/drawingml/2006/main">
            <a:r>
              <a:t>            "delta": 0.0,</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"match_41",</a:t>
            </a:r>
          </a:p>
          <a:p xmlns:a="http://schemas.openxmlformats.org/drawingml/2006/main">
            <a:r>
              <a:t>            "delta": 0.0,</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"match_42",</a:t>
            </a:r>
          </a:p>
          <a:p xmlns:a="http://schemas.openxmlformats.org/drawingml/2006/main">
            <a:r>
              <a:t>            "delta": -1.182114,</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"match_46",</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"match_43",</a:t>
            </a:r>
          </a:p>
          <a:p xmlns:a="http://schemas.openxmlformats.org/drawingml/2006/main">
            <a:r>
              <a:t>            "delta": -0.224205,</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"match_47",</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"match_44",</a:t>
            </a:r>
          </a:p>
          <a:p xmlns:a="http://schemas.openxmlformats.org/drawingml/2006/main">
            <a:r>
              <a:t>            "delta": 95.829322,</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"match_46",</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"match_45",</a:t>
            </a:r>
          </a:p>
          <a:p xmlns:a="http://schemas.openxmlformats.org/drawingml/2006/main">
            <a:r>
              <a:t>            "delta": 1.751283,</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"match_47",</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"match_46",</a:t>
            </a:r>
          </a:p>
          <a:p xmlns:a="http://schemas.openxmlformats.org/drawingml/2006/main">
            <a:r>
              <a:t>            "delta": 0.0,</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"match_47",</a:t>
            </a:r>
          </a:p>
          <a:p xmlns:a="http://schemas.openxmlformats.org/drawingml/2006/main">
            <a:r>
              <a:t>            "delta": 0.0,</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"match_48",</a:t>
            </a:r>
          </a:p>
          <a:p xmlns:a="http://schemas.openxmlformats.org/drawingml/2006/main">
            <a:r>
              <a:t>            "delta": 0.246775,</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"match_49",</a:t>
            </a:r>
          </a:p>
          <a:p xmlns:a="http://schemas.openxmlformats.org/drawingml/2006/main">
            <a:r>
              <a:t>            "delta": 0.199866,</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"match_53",</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"match_50",</a:t>
            </a:r>
          </a:p>
          <a:p xmlns:a="http://schemas.openxmlformats.org/drawingml/2006/main">
            <a:r>
              <a:t>            "delta": 0.296717,</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"match_51",</a:t>
            </a:r>
          </a:p>
          <a:p xmlns:a="http://schemas.openxmlformats.org/drawingml/2006/main">
            <a:r>
              <a:t>            "delta": 0.100062,</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"match_53",</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"match_52",</a:t>
            </a:r>
          </a:p>
          <a:p xmlns:a="http://schemas.openxmlformats.org/drawingml/2006/main">
            <a:r>
              <a:t>            "delta": 0.0,</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"match_53",</a:t>
            </a:r>
          </a:p>
          <a:p xmlns:a="http://schemas.openxmlformats.org/drawingml/2006/main">
            <a:r>
              <a:t>            "delta": 0.0,</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"match_54",</a:t>
            </a:r>
          </a:p>
          <a:p xmlns:a="http://schemas.openxmlformats.org/drawingml/2006/main">
            <a:r>
              <a:t>            "delta": 0.0,</a:t>
            </a:r>
          </a:p>
          <a:p xmlns:a="http://schemas.openxmlformats.org/drawingml/2006/main">
            <a:r>
              <a:t>            "map": "map_1",</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"match_58",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"match_55",</a:t>
            </a:r>
          </a:p>
          <a:p xmlns:a="http://schemas.openxmlformats.org/drawingml/2006/main">
            <a:r>
              <a:t>            "delta": 0.0,</a:t>
            </a:r>
          </a:p>
          <a:p xmlns:a="http://schemas.openxmlformats.org/drawingml/2006/main">
            <a:r>
              <a:t>            "map": "map_1",</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"match_59",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"match_56",</a:t>
            </a:r>
          </a:p>
          <a:p xmlns:a="http://schemas.openxmlformats.org/drawingml/2006/main">
            <a:r>
              <a:t>            "delta": 0.0,</a:t>
            </a:r>
          </a:p>
          <a:p xmlns:a="http://schemas.openxmlformats.org/drawingml/2006/main">
            <a:r>
              <a:t>            "map": "map_1",</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"match_58",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"match_57",</a:t>
            </a:r>
          </a:p>
          <a:p xmlns:a="http://schemas.openxmlformats.org/drawingml/2006/main">
            <a:r>
              <a:t>            "delta": 0.0,</a:t>
            </a:r>
          </a:p>
          <a:p xmlns:a="http://schemas.openxmlformats.org/drawingml/2006/main">
            <a:r>
              <a:t>            "map": "map_1",</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"match_59",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"match_58",</a:t>
            </a:r>
          </a:p>
          <a:p xmlns:a="http://schemas.openxmlformats.org/drawingml/2006/main">
            <a:r>
              <a:t>            "delta": 0.0,</a:t>
            </a:r>
          </a:p>
          <a:p xmlns:a="http://schemas.openxmlformats.org/drawingml/2006/main">
            <a:r>
              <a:t>            "map": "map_1",</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"match_58",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"match_59",</a:t>
            </a:r>
          </a:p>
          <a:p xmlns:a="http://schemas.openxmlformats.org/drawingml/2006/main">
            <a:r>
              <a:t>            "delta": 0.0,</a:t>
            </a:r>
          </a:p>
          <a:p xmlns:a="http://schemas.openxmlformats.org/drawingml/2006/main">
            <a:r>
              <a:t>            "map": "map_1",</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"match_59",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"match_60",</a:t>
            </a:r>
          </a:p>
          <a:p xmlns:a="http://schemas.openxmlformats.org/drawingml/2006/main">
            <a:r>
              <a:t>            "delta": 0.0,</a:t>
            </a:r>
          </a:p>
          <a:p xmlns:a="http://schemas.openxmlformats.org/drawingml/2006/main">
            <a:r>
              <a:t>            "map": "map_2",</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"match_64",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"match_61",</a:t>
            </a:r>
          </a:p>
          <a:p xmlns:a="http://schemas.openxmlformats.org/drawingml/2006/main">
            <a:r>
              <a:t>            "delta": 0.0,</a:t>
            </a:r>
          </a:p>
          <a:p xmlns:a="http://schemas.openxmlformats.org/drawingml/2006/main">
            <a:r>
              <a:t>            "map": "map_2",</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"match_65",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"match_62",</a:t>
            </a:r>
          </a:p>
          <a:p xmlns:a="http://schemas.openxmlformats.org/drawingml/2006/main">
            <a:r>
              <a:t>            "delta": 0.0,</a:t>
            </a:r>
          </a:p>
          <a:p xmlns:a="http://schemas.openxmlformats.org/drawingml/2006/main">
            <a:r>
              <a:t>            "map": "map_2",</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"match_64",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"match_63",</a:t>
            </a:r>
          </a:p>
          <a:p xmlns:a="http://schemas.openxmlformats.org/drawingml/2006/main">
            <a:r>
              <a:t>            "delta": 0.0,</a:t>
            </a:r>
          </a:p>
          <a:p xmlns:a="http://schemas.openxmlformats.org/drawingml/2006/main">
            <a:r>
              <a:t>            "map": "map_2",</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"match_65",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"match_64",</a:t>
            </a:r>
          </a:p>
          <a:p xmlns:a="http://schemas.openxmlformats.org/drawingml/2006/main">
            <a:r>
              <a:t>            "delta": 0.0,</a:t>
            </a:r>
          </a:p>
          <a:p xmlns:a="http://schemas.openxmlformats.org/drawingml/2006/main">
            <a:r>
              <a:t>            "map": "map_2",</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"match_64",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"match_65",</a:t>
            </a:r>
          </a:p>
          <a:p xmlns:a="http://schemas.openxmlformats.org/drawingml/2006/main">
            <a:r>
              <a:t>            "delta": 0.0,</a:t>
            </a:r>
          </a:p>
          <a:p xmlns:a="http://schemas.openxmlformats.org/drawingml/2006/main">
            <a:r>
              <a:t>            "map": "map_2",</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"match_65",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"match_66",</a:t>
            </a:r>
          </a:p>
          <a:p xmlns:a="http://schemas.openxmlformats.org/drawingml/2006/main">
            <a:r>
              <a:t>            "delta": 0.0,</a:t>
            </a:r>
          </a:p>
          <a:p xmlns:a="http://schemas.openxmlformats.org/drawingml/2006/main">
            <a:r>
              <a:t>            "map": "map_3",</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"match_70",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"match_67",</a:t>
            </a:r>
          </a:p>
          <a:p xmlns:a="http://schemas.openxmlformats.org/drawingml/2006/main">
            <a:r>
              <a:t>            "delta": 0.0,</a:t>
            </a:r>
          </a:p>
          <a:p xmlns:a="http://schemas.openxmlformats.org/drawingml/2006/main">
            <a:r>
              <a:t>            "map": "map_3",</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"match_71",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"match_68",</a:t>
            </a:r>
          </a:p>
          <a:p xmlns:a="http://schemas.openxmlformats.org/drawingml/2006/main">
            <a:r>
              <a:t>            "delta": 0.0,</a:t>
            </a:r>
          </a:p>
          <a:p xmlns:a="http://schemas.openxmlformats.org/drawingml/2006/main">
            <a:r>
              <a:t>            "map": "map_3",</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"match_70",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"match_69",</a:t>
            </a:r>
          </a:p>
          <a:p xmlns:a="http://schemas.openxmlformats.org/drawingml/2006/main">
            <a:r>
              <a:t>            "delta": 0.0,</a:t>
            </a:r>
          </a:p>
          <a:p xmlns:a="http://schemas.openxmlformats.org/drawingml/2006/main">
            <a:r>
              <a:t>            "map": "map_3",</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"match_71",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"match_70",</a:t>
            </a:r>
          </a:p>
          <a:p xmlns:a="http://schemas.openxmlformats.org/drawingml/2006/main">
            <a:r>
              <a:t>            "delta": 0.0,</a:t>
            </a:r>
          </a:p>
          <a:p xmlns:a="http://schemas.openxmlformats.org/drawingml/2006/main">
            <a:r>
              <a:t>            "map": "map_3",</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"match_70",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"match_71",</a:t>
            </a:r>
          </a:p>
          <a:p xmlns:a="http://schemas.openxmlformats.org/drawingml/2006/main">
            <a:r>
              <a:t>            "delta": 0.0,</a:t>
            </a:r>
          </a:p>
          <a:p xmlns:a="http://schemas.openxmlformats.org/drawingml/2006/main">
            <a:r>
              <a:t>            "map": "map_3",</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"match_71",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"match_72",</a:t>
            </a:r>
          </a:p>
          <a:p xmlns:a="http://schemas.openxmlformats.org/drawingml/2006/main">
            <a:r>
              <a:t>            "delta": 0.0,</a:t>
            </a:r>
          </a:p>
          <a:p xmlns:a="http://schemas.openxmlformats.org/drawingml/2006/main">
            <a:r>
              <a:t>            "map": "map_1",</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"match_76",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"match_73",</a:t>
            </a:r>
          </a:p>
          <a:p xmlns:a="http://schemas.openxmlformats.org/drawingml/2006/main">
            <a:r>
              <a:t>            "delta": 0.0,</a:t>
            </a:r>
          </a:p>
          <a:p xmlns:a="http://schemas.openxmlformats.org/drawingml/2006/main">
            <a:r>
              <a:t>            "map": "map_1",</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"match_77",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"match_74",</a:t>
            </a:r>
          </a:p>
          <a:p xmlns:a="http://schemas.openxmlformats.org/drawingml/2006/main">
            <a:r>
              <a:t>            "delta": 0.0,</a:t>
            </a:r>
          </a:p>
          <a:p xmlns:a="http://schemas.openxmlformats.org/drawingml/2006/main">
            <a:r>
              <a:t>            "map": "map_1",</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"match_76",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"match_75",</a:t>
            </a:r>
          </a:p>
          <a:p xmlns:a="http://schemas.openxmlformats.org/drawingml/2006/main">
            <a:r>
              <a:t>            "delta": 0.0,</a:t>
            </a:r>
          </a:p>
          <a:p xmlns:a="http://schemas.openxmlformats.org/drawingml/2006/main">
            <a:r>
              <a:t>            "map": "map_1",</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"match_77",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"match_76",</a:t>
            </a:r>
          </a:p>
          <a:p xmlns:a="http://schemas.openxmlformats.org/drawingml/2006/main">
            <a:r>
              <a:t>            "delta": 0.0,</a:t>
            </a:r>
          </a:p>
          <a:p xmlns:a="http://schemas.openxmlformats.org/drawingml/2006/main">
            <a:r>
              <a:t>            "map": "map_1",</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"match_76",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"match_77",</a:t>
            </a:r>
          </a:p>
          <a:p xmlns:a="http://schemas.openxmlformats.org/drawingml/2006/main">
            <a:r>
              <a:t>            "delta": 0.0,</a:t>
            </a:r>
          </a:p>
          <a:p xmlns:a="http://schemas.openxmlformats.org/drawingml/2006/main">
            <a:r>
              <a:t>            "map": "map_1",</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"match_77",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"match_78",</a:t>
            </a:r>
          </a:p>
          <a:p xmlns:a="http://schemas.openxmlformats.org/drawingml/2006/main">
            <a:r>
              <a:t>            "delta": 0.0,</a:t>
            </a:r>
          </a:p>
          <a:p xmlns:a="http://schemas.openxmlformats.org/drawingml/2006/main">
            <a:r>
              <a:t>            "map": "map_2",</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"match_79",</a:t>
            </a:r>
          </a:p>
          <a:p xmlns:a="http://schemas.openxmlformats.org/drawingml/2006/main">
            <a:r>
              <a:t>            "delta": 0.0,</a:t>
            </a:r>
          </a:p>
          <a:p xmlns:a="http://schemas.openxmlformats.org/drawingml/2006/main">
            <a:r>
              <a:t>            "map": "map_2",</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"match_80",</a:t>
            </a:r>
          </a:p>
          <a:p xmlns:a="http://schemas.openxmlformats.org/drawingml/2006/main">
            <a:r>
              <a:t>            "delta": 0.0,</a:t>
            </a:r>
          </a:p>
          <a:p xmlns:a="http://schemas.openxmlformats.org/drawingml/2006/main">
            <a:r>
              <a:t>            "map": "map_2",</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"match_81",</a:t>
            </a:r>
          </a:p>
          <a:p xmlns:a="http://schemas.openxmlformats.org/drawingml/2006/main">
            <a:r>
              <a:t>            "delta": 0.0,</a:t>
            </a:r>
          </a:p>
          <a:p xmlns:a="http://schemas.openxmlformats.org/drawingml/2006/main">
            <a:r>
              <a:t>            "map": "map_2",</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"match_82",</a:t>
            </a:r>
          </a:p>
          <a:p xmlns:a="http://schemas.openxmlformats.org/drawingml/2006/main">
            <a:r>
              <a:t>            "delta": 0.0,</a:t>
            </a:r>
          </a:p>
          <a:p xmlns:a="http://schemas.openxmlformats.org/drawingml/2006/main">
            <a:r>
              <a:t>            "map": "map_2",</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"match_83",</a:t>
            </a:r>
          </a:p>
          <a:p xmlns:a="http://schemas.openxmlformats.org/drawingml/2006/main">
            <a:r>
              <a:t>            "delta": 0.0,</a:t>
            </a:r>
          </a:p>
          <a:p xmlns:a="http://schemas.openxmlformats.org/drawingml/2006/main">
            <a:r>
              <a:t>            "map": "map_2",</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"match_84",</a:t>
            </a:r>
          </a:p>
          <a:p xmlns:a="http://schemas.openxmlformats.org/drawingml/2006/main">
            <a:r>
              <a:t>            "delta": 0.0,</a:t>
            </a:r>
          </a:p>
          <a:p xmlns:a="http://schemas.openxmlformats.org/drawingml/2006/main">
            <a:r>
              <a:t>            "map": "map_3",</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"match_85",</a:t>
            </a:r>
          </a:p>
          <a:p xmlns:a="http://schemas.openxmlformats.org/drawingml/2006/main">
            <a:r>
              <a:t>            "delta": 0.0,</a:t>
            </a:r>
          </a:p>
          <a:p xmlns:a="http://schemas.openxmlformats.org/drawingml/2006/main">
            <a:r>
              <a:t>            "map": "map_3",</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"match_86",</a:t>
            </a:r>
          </a:p>
          <a:p xmlns:a="http://schemas.openxmlformats.org/drawingml/2006/main">
            <a:r>
              <a:t>            "delta": 0.0,</a:t>
            </a:r>
          </a:p>
          <a:p xmlns:a="http://schemas.openxmlformats.org/drawingml/2006/main">
            <a:r>
              <a:t>            "map": "map_3",</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"match_87",</a:t>
            </a:r>
          </a:p>
          <a:p xmlns:a="http://schemas.openxmlformats.org/drawingml/2006/main">
            <a:r>
              <a:t>            "delta": 0.0,</a:t>
            </a:r>
          </a:p>
          <a:p xmlns:a="http://schemas.openxmlformats.org/drawingml/2006/main">
            <a:r>
              <a:t>            "map": "map_3",</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"match_88",</a:t>
            </a:r>
          </a:p>
          <a:p xmlns:a="http://schemas.openxmlformats.org/drawingml/2006/main">
            <a:r>
              <a:t>            "delta": 0.0,</a:t>
            </a:r>
          </a:p>
          <a:p xmlns:a="http://schemas.openxmlformats.org/drawingml/2006/main">
            <a:r>
              <a:t>            "map": "map_3",</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"match_89",</a:t>
            </a:r>
          </a:p>
          <a:p xmlns:a="http://schemas.openxmlformats.org/drawingml/2006/main">
            <a:r>
              <a:t>            "delta": 0.0,</a:t>
            </a:r>
          </a:p>
          <a:p xmlns:a="http://schemas.openxmlformats.org/drawingml/2006/main">
            <a:r>
              <a:t>            "map": "map_3",</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"match_90",</a:t>
            </a:r>
          </a:p>
          <a:p xmlns:a="http://schemas.openxmlformats.org/drawingml/2006/main">
            <a:r>
              <a:t>            "delta": 0.0,</a:t>
            </a:r>
          </a:p>
          <a:p xmlns:a="http://schemas.openxmlformats.org/drawingml/2006/main">
            <a:r>
              <a:t>            "map": "map_1",</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"match_94",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"match_91",</a:t>
            </a:r>
          </a:p>
          <a:p xmlns:a="http://schemas.openxmlformats.org/drawingml/2006/main">
            <a:r>
              <a:t>            "delta": 0.0,</a:t>
            </a:r>
          </a:p>
          <a:p xmlns:a="http://schemas.openxmlformats.org/drawingml/2006/main">
            <a:r>
              <a:t>            "map": "map_1",</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"match_95",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"match_92",</a:t>
            </a:r>
          </a:p>
          <a:p xmlns:a="http://schemas.openxmlformats.org/drawingml/2006/main">
            <a:r>
              <a:t>            "delta": 0.0,</a:t>
            </a:r>
          </a:p>
          <a:p xmlns:a="http://schemas.openxmlformats.org/drawingml/2006/main">
            <a:r>
              <a:t>            "map": "map_1",</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"match_94",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"match_93",</a:t>
            </a:r>
          </a:p>
          <a:p xmlns:a="http://schemas.openxmlformats.org/drawingml/2006/main">
            <a:r>
              <a:t>            "delta": 0.0,</a:t>
            </a:r>
          </a:p>
          <a:p xmlns:a="http://schemas.openxmlformats.org/drawingml/2006/main">
            <a:r>
              <a:t>            "map": "map_1",</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"match_95",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"match_94",</a:t>
            </a:r>
          </a:p>
          <a:p xmlns:a="http://schemas.openxmlformats.org/drawingml/2006/main">
            <a:r>
              <a:t>            "delta": 0.0,</a:t>
            </a:r>
          </a:p>
          <a:p xmlns:a="http://schemas.openxmlformats.org/drawingml/2006/main">
            <a:r>
              <a:t>            "map": "map_1",</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"match_94",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"match_95",</a:t>
            </a:r>
          </a:p>
          <a:p xmlns:a="http://schemas.openxmlformats.org/drawingml/2006/main">
            <a:r>
              <a:t>            "delta": 0.0,</a:t>
            </a:r>
          </a:p>
          <a:p xmlns:a="http://schemas.openxmlformats.org/drawingml/2006/main">
            <a:r>
              <a:t>            "map": "map_1",</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"match_95",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"match_96",</a:t>
            </a:r>
          </a:p>
          <a:p xmlns:a="http://schemas.openxmlformats.org/drawingml/2006/main">
            <a:r>
              <a:t>            "delta": 0.0,</a:t>
            </a:r>
          </a:p>
          <a:p xmlns:a="http://schemas.openxmlformats.org/drawingml/2006/main">
            <a:r>
              <a:t>            "map": "map_2",</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"match_97",</a:t>
            </a:r>
          </a:p>
          <a:p xmlns:a="http://schemas.openxmlformats.org/drawingml/2006/main">
            <a:r>
              <a:t>            "delta": 0.0,</a:t>
            </a:r>
          </a:p>
          <a:p xmlns:a="http://schemas.openxmlformats.org/drawingml/2006/main">
            <a:r>
              <a:t>            "map": "map_2",</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"match_98",</a:t>
            </a:r>
          </a:p>
          <a:p xmlns:a="http://schemas.openxmlformats.org/drawingml/2006/main">
            <a:r>
              <a:t>            "delta": 0.0,</a:t>
            </a:r>
          </a:p>
          <a:p xmlns:a="http://schemas.openxmlformats.org/drawingml/2006/main">
            <a:r>
              <a:t>            "map": "map_2",</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"match_99",</a:t>
            </a:r>
          </a:p>
          <a:p xmlns:a="http://schemas.openxmlformats.org/drawingml/2006/main">
            <a:r>
              <a:t>            "delta": 0.0,</a:t>
            </a:r>
          </a:p>
          <a:p xmlns:a="http://schemas.openxmlformats.org/drawingml/2006/main">
            <a:r>
              <a:t>            "map": "map_2",</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"match_100",</a:t>
            </a:r>
          </a:p>
          <a:p xmlns:a="http://schemas.openxmlformats.org/drawingml/2006/main">
            <a:r>
              <a:t>            "delta": 0.0,</a:t>
            </a:r>
          </a:p>
          <a:p xmlns:a="http://schemas.openxmlformats.org/drawingml/2006/main">
            <a:r>
              <a:t>            "map": "map_2",</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"match_101",</a:t>
            </a:r>
          </a:p>
          <a:p xmlns:a="http://schemas.openxmlformats.org/drawingml/2006/main">
            <a:r>
              <a:t>            "delta": 0.0,</a:t>
            </a:r>
          </a:p>
          <a:p xmlns:a="http://schemas.openxmlformats.org/drawingml/2006/main">
            <a:r>
              <a:t>            "map": "map_2",</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"match_102",</a:t>
            </a:r>
          </a:p>
          <a:p xmlns:a="http://schemas.openxmlformats.org/drawingml/2006/main">
            <a:r>
              <a:t>            "delta": 0.0,</a:t>
            </a:r>
          </a:p>
          <a:p xmlns:a="http://schemas.openxmlformats.org/drawingml/2006/main">
            <a:r>
              <a:t>            "map": "map_3",</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"match_103",</a:t>
            </a:r>
          </a:p>
          <a:p xmlns:a="http://schemas.openxmlformats.org/drawingml/2006/main">
            <a:r>
              <a:t>            "delta": 0.0,</a:t>
            </a:r>
          </a:p>
          <a:p xmlns:a="http://schemas.openxmlformats.org/drawingml/2006/main">
            <a:r>
              <a:t>            "map": "map_3",</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"match_104",</a:t>
            </a:r>
          </a:p>
          <a:p xmlns:a="http://schemas.openxmlformats.org/drawingml/2006/main">
            <a:r>
              <a:t>            "delta": 0.0,</a:t>
            </a:r>
          </a:p>
          <a:p xmlns:a="http://schemas.openxmlformats.org/drawingml/2006/main">
            <a:r>
              <a:t>            "map": "map_3",</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"match_105",</a:t>
            </a:r>
          </a:p>
          <a:p xmlns:a="http://schemas.openxmlformats.org/drawingml/2006/main">
            <a:r>
              <a:t>            "delta": 0.0,</a:t>
            </a:r>
          </a:p>
          <a:p xmlns:a="http://schemas.openxmlformats.org/drawingml/2006/main">
            <a:r>
              <a:t>            "map": "map_3",</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"match_106",</a:t>
            </a:r>
          </a:p>
          <a:p xmlns:a="http://schemas.openxmlformats.org/drawingml/2006/main">
            <a:r>
              <a:t>            "delta": 0.0,</a:t>
            </a:r>
          </a:p>
          <a:p xmlns:a="http://schemas.openxmlformats.org/drawingml/2006/main">
            <a:r>
              <a:t>            "map": "map_3",</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"match_107",</a:t>
            </a:r>
          </a:p>
          <a:p xmlns:a="http://schemas.openxmlformats.org/drawingml/2006/main">
            <a:r>
              <a:t>            "delta": 0.0,</a:t>
            </a:r>
          </a:p>
          <a:p xmlns:a="http://schemas.openxmlformats.org/drawingml/2006/main">
            <a:r>
              <a:t>            "map": "map_3",</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"match_108",</a:t>
            </a:r>
          </a:p>
          <a:p xmlns:a="http://schemas.openxmlformats.org/drawingml/2006/main">
            <a:r>
              <a:t>            "delta": 0.0,</a:t>
            </a:r>
          </a:p>
          <a:p xmlns:a="http://schemas.openxmlformats.org/drawingml/2006/main">
            <a:r>
              <a:t>            "map": "map_1",</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"match_109",</a:t>
            </a:r>
          </a:p>
          <a:p xmlns:a="http://schemas.openxmlformats.org/drawingml/2006/main">
            <a:r>
              <a:t>            "delta": 0.0,</a:t>
            </a:r>
          </a:p>
          <a:p xmlns:a="http://schemas.openxmlformats.org/drawingml/2006/main">
            <a:r>
              <a:t>            "map": "map_1",</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"match_110",</a:t>
            </a:r>
          </a:p>
          <a:p xmlns:a="http://schemas.openxmlformats.org/drawingml/2006/main">
            <a:r>
              <a:t>            "delta": 0.0,</a:t>
            </a:r>
          </a:p>
          <a:p xmlns:a="http://schemas.openxmlformats.org/drawingml/2006/main">
            <a:r>
              <a:t>            "map": "map_1",</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"match_111",</a:t>
            </a:r>
          </a:p>
          <a:p xmlns:a="http://schemas.openxmlformats.org/drawingml/2006/main">
            <a:r>
              <a:t>            "delta": 0.0,</a:t>
            </a:r>
          </a:p>
          <a:p xmlns:a="http://schemas.openxmlformats.org/drawingml/2006/main">
            <a:r>
              <a:t>            "map": "map_1",</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"match_112",</a:t>
            </a:r>
          </a:p>
          <a:p xmlns:a="http://schemas.openxmlformats.org/drawingml/2006/main">
            <a:r>
              <a:t>            "delta": 0.0,</a:t>
            </a:r>
          </a:p>
          <a:p xmlns:a="http://schemas.openxmlformats.org/drawingml/2006/main">
            <a:r>
              <a:t>            "map": "map_1",</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"match_113",</a:t>
            </a:r>
          </a:p>
          <a:p xmlns:a="http://schemas.openxmlformats.org/drawingml/2006/main">
            <a:r>
              <a:t>            "delta": 0.0,</a:t>
            </a:r>
          </a:p>
          <a:p xmlns:a="http://schemas.openxmlformats.org/drawingml/2006/main">
            <a:r>
              <a:t>            "map": "map_1",</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"match_114",</a:t>
            </a:r>
          </a:p>
          <a:p xmlns:a="http://schemas.openxmlformats.org/drawingml/2006/main">
            <a:r>
              <a:t>            "delta": 0.0,</a:t>
            </a:r>
          </a:p>
          <a:p xmlns:a="http://schemas.openxmlformats.org/drawingml/2006/main">
            <a:r>
              <a:t>            "map": "map_2",</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"match_115",</a:t>
            </a:r>
          </a:p>
          <a:p xmlns:a="http://schemas.openxmlformats.org/drawingml/2006/main">
            <a:r>
              <a:t>            "delta": 0.0,</a:t>
            </a:r>
          </a:p>
          <a:p xmlns:a="http://schemas.openxmlformats.org/drawingml/2006/main">
            <a:r>
              <a:t>            "map": "map_2",</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"match_116",</a:t>
            </a:r>
          </a:p>
          <a:p xmlns:a="http://schemas.openxmlformats.org/drawingml/2006/main">
            <a:r>
              <a:t>            "delta": 0.0,</a:t>
            </a:r>
          </a:p>
          <a:p xmlns:a="http://schemas.openxmlformats.org/drawingml/2006/main">
            <a:r>
              <a:t>            "map": "map_2",</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"match_117",</a:t>
            </a:r>
          </a:p>
          <a:p xmlns:a="http://schemas.openxmlformats.org/drawingml/2006/main">
            <a:r>
              <a:t>            "delta": 0.0,</a:t>
            </a:r>
          </a:p>
          <a:p xmlns:a="http://schemas.openxmlformats.org/drawingml/2006/main">
            <a:r>
              <a:t>            "map": "map_2",</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"match_118",</a:t>
            </a:r>
          </a:p>
          <a:p xmlns:a="http://schemas.openxmlformats.org/drawingml/2006/main">
            <a:r>
              <a:t>            "delta": 0.0,</a:t>
            </a:r>
          </a:p>
          <a:p xmlns:a="http://schemas.openxmlformats.org/drawingml/2006/main">
            <a:r>
              <a:t>            "map": "map_2",</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"match_119",</a:t>
            </a:r>
          </a:p>
          <a:p xmlns:a="http://schemas.openxmlformats.org/drawingml/2006/main">
            <a:r>
              <a:t>            "delta": 0.0,</a:t>
            </a:r>
          </a:p>
          <a:p xmlns:a="http://schemas.openxmlformats.org/drawingml/2006/main">
            <a:r>
              <a:t>            "map": "map_2",</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"match_120",</a:t>
            </a:r>
          </a:p>
          <a:p xmlns:a="http://schemas.openxmlformats.org/drawingml/2006/main">
            <a:r>
              <a:t>            "delta": 0.0,</a:t>
            </a:r>
          </a:p>
          <a:p xmlns:a="http://schemas.openxmlformats.org/drawingml/2006/main">
            <a:r>
              <a:t>            "map": "map_3",</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"match_124",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"match_121",</a:t>
            </a:r>
          </a:p>
          <a:p xmlns:a="http://schemas.openxmlformats.org/drawingml/2006/main">
            <a:r>
              <a:t>            "delta": 0.0,</a:t>
            </a:r>
          </a:p>
          <a:p xmlns:a="http://schemas.openxmlformats.org/drawingml/2006/main">
            <a:r>
              <a:t>            "map": "map_3",</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"match_125",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"match_122",</a:t>
            </a:r>
          </a:p>
          <a:p xmlns:a="http://schemas.openxmlformats.org/drawingml/2006/main">
            <a:r>
              <a:t>            "delta": 0.0,</a:t>
            </a:r>
          </a:p>
          <a:p xmlns:a="http://schemas.openxmlformats.org/drawingml/2006/main">
            <a:r>
              <a:t>            "map": "map_3",</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"match_124",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"match_123",</a:t>
            </a:r>
          </a:p>
          <a:p xmlns:a="http://schemas.openxmlformats.org/drawingml/2006/main">
            <a:r>
              <a:t>            "delta": 0.0,</a:t>
            </a:r>
          </a:p>
          <a:p xmlns:a="http://schemas.openxmlformats.org/drawingml/2006/main">
            <a:r>
              <a:t>            "map": "map_3",</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"match_125",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"match_124",</a:t>
            </a:r>
          </a:p>
          <a:p xmlns:a="http://schemas.openxmlformats.org/drawingml/2006/main">
            <a:r>
              <a:t>            "delta": 0.0,</a:t>
            </a:r>
          </a:p>
          <a:p xmlns:a="http://schemas.openxmlformats.org/drawingml/2006/main">
            <a:r>
              <a:t>            "map": "map_3",</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"match_124",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"match_125",</a:t>
            </a:r>
          </a:p>
          <a:p xmlns:a="http://schemas.openxmlformats.org/drawingml/2006/main">
            <a:r>
              <a:t>            "delta": 0.0,</a:t>
            </a:r>
          </a:p>
          <a:p xmlns:a="http://schemas.openxmlformats.org/drawingml/2006/main">
            <a:r>
              <a:t>            "map": "map_3",</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"match_125",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"match_126",</a:t>
            </a:r>
          </a:p>
          <a:p xmlns:a="http://schemas.openxmlformats.org/drawingml/2006/main">
            <a:r>
              <a:t>            "delta": 0.0,</a:t>
            </a:r>
          </a:p>
          <a:p xmlns:a="http://schemas.openxmlformats.org/drawingml/2006/main">
            <a:r>
              <a:t>            "map": "map_1",</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"match_127",</a:t>
            </a:r>
          </a:p>
          <a:p xmlns:a="http://schemas.openxmlformats.org/drawingml/2006/main">
            <a:r>
              <a:t>            "delta": 0.0,</a:t>
            </a:r>
          </a:p>
          <a:p xmlns:a="http://schemas.openxmlformats.org/drawingml/2006/main">
            <a:r>
              <a:t>            "map": "map_1",</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"match_128",</a:t>
            </a:r>
          </a:p>
          <a:p xmlns:a="http://schemas.openxmlformats.org/drawingml/2006/main">
            <a:r>
              <a:t>            "delta": 0.0,</a:t>
            </a:r>
          </a:p>
          <a:p xmlns:a="http://schemas.openxmlformats.org/drawingml/2006/main">
            <a:r>
              <a:t>            "map": "map_1",</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"match_129",</a:t>
            </a:r>
          </a:p>
          <a:p xmlns:a="http://schemas.openxmlformats.org/drawingml/2006/main">
            <a:r>
              <a:t>            "delta": 0.0,</a:t>
            </a:r>
          </a:p>
          <a:p xmlns:a="http://schemas.openxmlformats.org/drawingml/2006/main">
            <a:r>
              <a:t>            "map": "map_1",</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"match_130",</a:t>
            </a:r>
          </a:p>
          <a:p xmlns:a="http://schemas.openxmlformats.org/drawingml/2006/main">
            <a:r>
              <a:t>            "delta": 0.0,</a:t>
            </a:r>
          </a:p>
          <a:p xmlns:a="http://schemas.openxmlformats.org/drawingml/2006/main">
            <a:r>
              <a:t>            "map": "map_1",</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"match_131",</a:t>
            </a:r>
          </a:p>
          <a:p xmlns:a="http://schemas.openxmlformats.org/drawingml/2006/main">
            <a:r>
              <a:t>            "delta": 0.0,</a:t>
            </a:r>
          </a:p>
          <a:p xmlns:a="http://schemas.openxmlformats.org/drawingml/2006/main">
            <a:r>
              <a:t>            "map": "map_1",</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"match_132",</a:t>
            </a:r>
          </a:p>
          <a:p xmlns:a="http://schemas.openxmlformats.org/drawingml/2006/main">
            <a:r>
              <a:t>            "delta": 0.000933,</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"match_136",</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"match_133",</a:t>
            </a:r>
          </a:p>
          <a:p xmlns:a="http://schemas.openxmlformats.org/drawingml/2006/main">
            <a:r>
              <a:t>            "delta": 0.374676,</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"match_137",</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"match_134",</a:t>
            </a:r>
          </a:p>
          <a:p xmlns:a="http://schemas.openxmlformats.org/drawingml/2006/main">
            <a:r>
              <a:t>            "delta": 0.841776,</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"match_136",</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"match_135",</a:t>
            </a:r>
          </a:p>
          <a:p xmlns:a="http://schemas.openxmlformats.org/drawingml/2006/main">
            <a:r>
              <a:t>            "delta": 0.371047,</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"match_137",</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"match_136",</a:t>
            </a:r>
          </a:p>
          <a:p xmlns:a="http://schemas.openxmlformats.org/drawingml/2006/main">
            <a:r>
              <a:t>            "delta": 0.0,</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"match_137",</a:t>
            </a:r>
          </a:p>
          <a:p xmlns:a="http://schemas.openxmlformats.org/drawingml/2006/main">
            <a:r>
              <a:t>            "delta": 0.0,</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"match_138",</a:t>
            </a:r>
          </a:p>
          <a:p xmlns:a="http://schemas.openxmlformats.org/drawingml/2006/main">
            <a:r>
              <a:t>            "delta": 0.0,</a:t>
            </a:r>
          </a:p>
          <a:p xmlns:a="http://schemas.openxmlformats.org/drawingml/2006/main">
            <a:r>
              <a:t>            "map": "map_3",</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"match_142",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"match_139",</a:t>
            </a:r>
          </a:p>
          <a:p xmlns:a="http://schemas.openxmlformats.org/drawingml/2006/main">
            <a:r>
              <a:t>            "delta": 0.0,</a:t>
            </a:r>
          </a:p>
          <a:p xmlns:a="http://schemas.openxmlformats.org/drawingml/2006/main">
            <a:r>
              <a:t>            "map": "map_3",</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"match_143",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"match_140",</a:t>
            </a:r>
          </a:p>
          <a:p xmlns:a="http://schemas.openxmlformats.org/drawingml/2006/main">
            <a:r>
              <a:t>            "delta": 0.0,</a:t>
            </a:r>
          </a:p>
          <a:p xmlns:a="http://schemas.openxmlformats.org/drawingml/2006/main">
            <a:r>
              <a:t>            "map": "map_3",</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"match_142",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"match_141",</a:t>
            </a:r>
          </a:p>
          <a:p xmlns:a="http://schemas.openxmlformats.org/drawingml/2006/main">
            <a:r>
              <a:t>            "delta": 0.0,</a:t>
            </a:r>
          </a:p>
          <a:p xmlns:a="http://schemas.openxmlformats.org/drawingml/2006/main">
            <a:r>
              <a:t>            "map": "map_3",</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"match_143",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"match_142",</a:t>
            </a:r>
          </a:p>
          <a:p xmlns:a="http://schemas.openxmlformats.org/drawingml/2006/main">
            <a:r>
              <a:t>            "delta": 0.0,</a:t>
            </a:r>
          </a:p>
          <a:p xmlns:a="http://schemas.openxmlformats.org/drawingml/2006/main">
            <a:r>
              <a:t>            "map": "map_3",</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"match_142",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"match_143",</a:t>
            </a:r>
          </a:p>
          <a:p xmlns:a="http://schemas.openxmlformats.org/drawingml/2006/main">
            <a:r>
              <a:t>            "delta": 0.0,</a:t>
            </a:r>
          </a:p>
          <a:p xmlns:a="http://schemas.openxmlformats.org/drawingml/2006/main">
            <a:r>
              <a:t>            "map": "map_3",</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"match_143",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"match_144",</a:t>
            </a:r>
          </a:p>
          <a:p xmlns:a="http://schemas.openxmlformats.org/drawingml/2006/main">
            <a:r>
              <a:t>            "delta": 0.0,</a:t>
            </a:r>
          </a:p>
          <a:p xmlns:a="http://schemas.openxmlformats.org/drawingml/2006/main">
            <a:r>
              <a:t>            "map": "map_1",</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"match_148",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"match_145",</a:t>
            </a:r>
          </a:p>
          <a:p xmlns:a="http://schemas.openxmlformats.org/drawingml/2006/main">
            <a:r>
              <a:t>            "delta": 0.0,</a:t>
            </a:r>
          </a:p>
          <a:p xmlns:a="http://schemas.openxmlformats.org/drawingml/2006/main">
            <a:r>
              <a:t>            "map": "map_1",</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"match_149",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"match_146",</a:t>
            </a:r>
          </a:p>
          <a:p xmlns:a="http://schemas.openxmlformats.org/drawingml/2006/main">
            <a:r>
              <a:t>            "delta": 0.0,</a:t>
            </a:r>
          </a:p>
          <a:p xmlns:a="http://schemas.openxmlformats.org/drawingml/2006/main">
            <a:r>
              <a:t>            "map": "map_1",</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"match_148",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"match_147",</a:t>
            </a:r>
          </a:p>
          <a:p xmlns:a="http://schemas.openxmlformats.org/drawingml/2006/main">
            <a:r>
              <a:t>            "delta": 0.0,</a:t>
            </a:r>
          </a:p>
          <a:p xmlns:a="http://schemas.openxmlformats.org/drawingml/2006/main">
            <a:r>
              <a:t>            "map": "map_1",</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"match_149",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"match_148",</a:t>
            </a:r>
          </a:p>
          <a:p xmlns:a="http://schemas.openxmlformats.org/drawingml/2006/main">
            <a:r>
              <a:t>            "delta": 0.0,</a:t>
            </a:r>
          </a:p>
          <a:p xmlns:a="http://schemas.openxmlformats.org/drawingml/2006/main">
            <a:r>
              <a:t>            "map": "map_1",</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"match_148",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"match_149",</a:t>
            </a:r>
          </a:p>
          <a:p xmlns:a="http://schemas.openxmlformats.org/drawingml/2006/main">
            <a:r>
              <a:t>            "delta": 0.0,</a:t>
            </a:r>
          </a:p>
          <a:p xmlns:a="http://schemas.openxmlformats.org/drawingml/2006/main">
            <a:r>
              <a:t>            "map": "map_1",</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"match_149",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"match_150",</a:t>
            </a:r>
          </a:p>
          <a:p xmlns:a="http://schemas.openxmlformats.org/drawingml/2006/main">
            <a:r>
              <a:t>            "delta": 0.0,</a:t>
            </a:r>
          </a:p>
          <a:p xmlns:a="http://schemas.openxmlformats.org/drawingml/2006/main">
            <a:r>
              <a:t>            "map": "map_2",</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"match_154",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"match_151",</a:t>
            </a:r>
          </a:p>
          <a:p xmlns:a="http://schemas.openxmlformats.org/drawingml/2006/main">
            <a:r>
              <a:t>            "delta": 0.0,</a:t>
            </a:r>
          </a:p>
          <a:p xmlns:a="http://schemas.openxmlformats.org/drawingml/2006/main">
            <a:r>
              <a:t>            "map": "map_2",</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"match_155",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"match_152",</a:t>
            </a:r>
          </a:p>
          <a:p xmlns:a="http://schemas.openxmlformats.org/drawingml/2006/main">
            <a:r>
              <a:t>            "delta": 0.0,</a:t>
            </a:r>
          </a:p>
          <a:p xmlns:a="http://schemas.openxmlformats.org/drawingml/2006/main">
            <a:r>
              <a:t>            "map": "map_2",</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"match_154",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"match_153",</a:t>
            </a:r>
          </a:p>
          <a:p xmlns:a="http://schemas.openxmlformats.org/drawingml/2006/main">
            <a:r>
              <a:t>            "delta": 0.0,</a:t>
            </a:r>
          </a:p>
          <a:p xmlns:a="http://schemas.openxmlformats.org/drawingml/2006/main">
            <a:r>
              <a:t>            "map": "map_2",</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"match_155",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"match_154",</a:t>
            </a:r>
          </a:p>
          <a:p xmlns:a="http://schemas.openxmlformats.org/drawingml/2006/main">
            <a:r>
              <a:t>            "delta": 0.0,</a:t>
            </a:r>
          </a:p>
          <a:p xmlns:a="http://schemas.openxmlformats.org/drawingml/2006/main">
            <a:r>
              <a:t>            "map": "map_2",</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"match_154",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"match_155",</a:t>
            </a:r>
          </a:p>
          <a:p xmlns:a="http://schemas.openxmlformats.org/drawingml/2006/main">
            <a:r>
              <a:t>            "delta": 0.0,</a:t>
            </a:r>
          </a:p>
          <a:p xmlns:a="http://schemas.openxmlformats.org/drawingml/2006/main">
            <a:r>
              <a:t>            "map": "map_2",</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"match_155",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"match_156",</a:t>
            </a:r>
          </a:p>
          <a:p xmlns:a="http://schemas.openxmlformats.org/drawingml/2006/main">
            <a:r>
              <a:t>            "delta": 0.0,</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"match_157",</a:t>
            </a:r>
          </a:p>
          <a:p xmlns:a="http://schemas.openxmlformats.org/drawingml/2006/main">
            <a:r>
              <a:t>            "delta": -0.082724,</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"match_161",</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"match_158",</a:t>
            </a:r>
          </a:p>
          <a:p xmlns:a="http://schemas.openxmlformats.org/drawingml/2006/main">
            <a:r>
              <a:t>            "delta": 0.0,</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"match_159",</a:t>
            </a:r>
          </a:p>
          <a:p xmlns:a="http://schemas.openxmlformats.org/drawingml/2006/main">
            <a:r>
              <a:t>            "delta": -0.082724,</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"match_161",</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"match_160",</a:t>
            </a:r>
          </a:p>
          <a:p xmlns:a="http://schemas.openxmlformats.org/drawingml/2006/main">
            <a:r>
              <a:t>            "delta": 0.0,</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"match_161",</a:t>
            </a:r>
          </a:p>
          <a:p xmlns:a="http://schemas.openxmlformats.org/drawingml/2006/main">
            <a:r>
              <a:t>            "delta": 0.0,</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"match_162",</a:t>
            </a:r>
          </a:p>
          <a:p xmlns:a="http://schemas.openxmlformats.org/drawingml/2006/main">
            <a:r>
              <a:t>            "delta": 0.0,</a:t>
            </a:r>
          </a:p>
          <a:p xmlns:a="http://schemas.openxmlformats.org/drawingml/2006/main">
            <a:r>
              <a:t>            "map": "map_1",</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"match_166",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"match_163",</a:t>
            </a:r>
          </a:p>
          <a:p xmlns:a="http://schemas.openxmlformats.org/drawingml/2006/main">
            <a:r>
              <a:t>            "delta": 0.0,</a:t>
            </a:r>
          </a:p>
          <a:p xmlns:a="http://schemas.openxmlformats.org/drawingml/2006/main">
            <a:r>
              <a:t>            "map": "map_1",</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"match_167",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"match_164",</a:t>
            </a:r>
          </a:p>
          <a:p xmlns:a="http://schemas.openxmlformats.org/drawingml/2006/main">
            <a:r>
              <a:t>            "delta": 0.0,</a:t>
            </a:r>
          </a:p>
          <a:p xmlns:a="http://schemas.openxmlformats.org/drawingml/2006/main">
            <a:r>
              <a:t>            "map": "map_1",</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"match_166",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"match_165",</a:t>
            </a:r>
          </a:p>
          <a:p xmlns:a="http://schemas.openxmlformats.org/drawingml/2006/main">
            <a:r>
              <a:t>            "delta": 0.0,</a:t>
            </a:r>
          </a:p>
          <a:p xmlns:a="http://schemas.openxmlformats.org/drawingml/2006/main">
            <a:r>
              <a:t>            "map": "map_1",</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"match_167",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"match_166",</a:t>
            </a:r>
          </a:p>
          <a:p xmlns:a="http://schemas.openxmlformats.org/drawingml/2006/main">
            <a:r>
              <a:t>            "delta": 0.0,</a:t>
            </a:r>
          </a:p>
          <a:p xmlns:a="http://schemas.openxmlformats.org/drawingml/2006/main">
            <a:r>
              <a:t>            "map": "map_1",</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"match_166",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"match_167",</a:t>
            </a:r>
          </a:p>
          <a:p xmlns:a="http://schemas.openxmlformats.org/drawingml/2006/main">
            <a:r>
              <a:t>            "delta": 0.0,</a:t>
            </a:r>
          </a:p>
          <a:p xmlns:a="http://schemas.openxmlformats.org/drawingml/2006/main">
            <a:r>
              <a:t>            "map": "map_1",</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"match_167",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"match_168",</a:t>
            </a:r>
          </a:p>
          <a:p xmlns:a="http://schemas.openxmlformats.org/drawingml/2006/main">
            <a:r>
              <a:t>            "delta": 0.0,</a:t>
            </a:r>
          </a:p>
          <a:p xmlns:a="http://schemas.openxmlformats.org/drawingml/2006/main">
            <a:r>
              <a:t>            "map": "map_2",</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"match_169",</a:t>
            </a:r>
          </a:p>
          <a:p xmlns:a="http://schemas.openxmlformats.org/drawingml/2006/main">
            <a:r>
              <a:t>            "delta": 0.0,</a:t>
            </a:r>
          </a:p>
          <a:p xmlns:a="http://schemas.openxmlformats.org/drawingml/2006/main">
            <a:r>
              <a:t>            "map": "map_2",</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"match_170",</a:t>
            </a:r>
          </a:p>
          <a:p xmlns:a="http://schemas.openxmlformats.org/drawingml/2006/main">
            <a:r>
              <a:t>            "delta": 0.0,</a:t>
            </a:r>
          </a:p>
          <a:p xmlns:a="http://schemas.openxmlformats.org/drawingml/2006/main">
            <a:r>
              <a:t>            "map": "map_2",</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"match_171",</a:t>
            </a:r>
          </a:p>
          <a:p xmlns:a="http://schemas.openxmlformats.org/drawingml/2006/main">
            <a:r>
              <a:t>            "delta": 0.0,</a:t>
            </a:r>
          </a:p>
          <a:p xmlns:a="http://schemas.openxmlformats.org/drawingml/2006/main">
            <a:r>
              <a:t>            "map": "map_2",</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"match_172",</a:t>
            </a:r>
          </a:p>
          <a:p xmlns:a="http://schemas.openxmlformats.org/drawingml/2006/main">
            <a:r>
              <a:t>            "delta": 0.0,</a:t>
            </a:r>
          </a:p>
          <a:p xmlns:a="http://schemas.openxmlformats.org/drawingml/2006/main">
            <a:r>
              <a:t>            "map": "map_2",</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"match_173",</a:t>
            </a:r>
          </a:p>
          <a:p xmlns:a="http://schemas.openxmlformats.org/drawingml/2006/main">
            <a:r>
              <a:t>            "delta": 0.0,</a:t>
            </a:r>
          </a:p>
          <a:p xmlns:a="http://schemas.openxmlformats.org/drawingml/2006/main">
            <a:r>
              <a:t>            "map": "map_2",</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"match_174",</a:t>
            </a:r>
          </a:p>
          <a:p xmlns:a="http://schemas.openxmlformats.org/drawingml/2006/main">
            <a:r>
              <a:t>            "delta": 0.0,</a:t>
            </a:r>
          </a:p>
          <a:p xmlns:a="http://schemas.openxmlformats.org/drawingml/2006/main">
            <a:r>
              <a:t>            "map": "map_3",</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"match_175",</a:t>
            </a:r>
          </a:p>
          <a:p xmlns:a="http://schemas.openxmlformats.org/drawingml/2006/main">
            <a:r>
              <a:t>            "delta": 0.0,</a:t>
            </a:r>
          </a:p>
          <a:p xmlns:a="http://schemas.openxmlformats.org/drawingml/2006/main">
            <a:r>
              <a:t>            "map": "map_3",</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"match_176",</a:t>
            </a:r>
          </a:p>
          <a:p xmlns:a="http://schemas.openxmlformats.org/drawingml/2006/main">
            <a:r>
              <a:t>            "delta": 0.0,</a:t>
            </a:r>
          </a:p>
          <a:p xmlns:a="http://schemas.openxmlformats.org/drawingml/2006/main">
            <a:r>
              <a:t>            "map": "map_3",</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"match_177",</a:t>
            </a:r>
          </a:p>
          <a:p xmlns:a="http://schemas.openxmlformats.org/drawingml/2006/main">
            <a:r>
              <a:t>            "delta": 0.0,</a:t>
            </a:r>
          </a:p>
          <a:p xmlns:a="http://schemas.openxmlformats.org/drawingml/2006/main">
            <a:r>
              <a:t>            "map": "map_3",</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"match_178",</a:t>
            </a:r>
          </a:p>
          <a:p xmlns:a="http://schemas.openxmlformats.org/drawingml/2006/main">
            <a:r>
              <a:t>            "delta": 0.0,</a:t>
            </a:r>
          </a:p>
          <a:p xmlns:a="http://schemas.openxmlformats.org/drawingml/2006/main">
            <a:r>
              <a:t>            "map": "map_3",</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"match_179",</a:t>
            </a:r>
          </a:p>
          <a:p xmlns:a="http://schemas.openxmlformats.org/drawingml/2006/main">
            <a:r>
              <a:t>            "delta": 0.0,</a:t>
            </a:r>
          </a:p>
          <a:p xmlns:a="http://schemas.openxmlformats.org/drawingml/2006/main">
            <a:r>
              <a:t>            "map": "map_3",</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"regressed":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"match_21",</a:t>
            </a:r>
          </a:p>
          <a:p xmlns:a="http://schemas.openxmlformats.org/drawingml/2006/main">
            <a:r>
              <a:t>            "delta": -2.911703,</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"match_23",</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"match_25",</a:t>
            </a:r>
          </a:p>
          <a:p xmlns:a="http://schemas.openxmlformats.org/drawingml/2006/main">
            <a:r>
              <a:t>            "delta": -1.732499,</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"match_29",</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"match_30",</a:t>
            </a:r>
          </a:p>
          <a:p xmlns:a="http://schemas.openxmlformats.org/drawingml/2006/main">
            <a:r>
              <a:t>            "delta": -1.164926,</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"match_34",</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"match_32",</a:t>
            </a:r>
          </a:p>
          <a:p xmlns:a="http://schemas.openxmlformats.org/drawingml/2006/main">
            <a:r>
              <a:t>            "delta": -0.83732,</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"match_34",</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"match_39",</a:t>
            </a:r>
          </a:p>
          <a:p xmlns:a="http://schemas.openxmlformats.org/drawingml/2006/main">
            <a:r>
              <a:t>            "delta": -0.457126,</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"match_41",</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"match_42",</a:t>
            </a:r>
          </a:p>
          <a:p xmlns:a="http://schemas.openxmlformats.org/drawingml/2006/main">
            <a:r>
              <a:t>            "delta": -1.182114,</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"match_46",</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"match_43",</a:t>
            </a:r>
          </a:p>
          <a:p xmlns:a="http://schemas.openxmlformats.org/drawingml/2006/main">
            <a:r>
              <a:t>            "delta": -0.224205,</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"match_47",</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"match_157",</a:t>
            </a:r>
          </a:p>
          <a:p xmlns:a="http://schemas.openxmlformats.org/drawingml/2006/main">
            <a:r>
              <a:t>            "delta": -0.082724,</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"match_161",</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"match_159",</a:t>
            </a:r>
          </a:p>
          <a:p xmlns:a="http://schemas.openxmlformats.org/drawingml/2006/main">
            <a:r>
              <a:t>            "delta": -0.082724,</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"match_161",</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"parent_strategy_prompt": "Use a continuous Worker-rush policy.\n\nEvery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REFLECTION RAW RESPONSE</a:t>
            </a:r>
          </a:p>
          <a:p xmlns:a="http://schemas.openxmlformats.org/drawingml/2006/main">
            <a:r>
              <a:t>```json</a:t>
            </a:r>
          </a:p>
          <a:p xmlns:a="http://schemas.openxmlformats.org/drawingml/2006/main">
            <a:r>
              <a:t>{</a:t>
            </a:r>
          </a:p>
          <a:p xmlns:a="http://schemas.openxmlformats.org/drawingml/2006/main">
            <a:r>
              <a:t>  "strategy_changes": {</a:t>
            </a:r>
          </a:p>
          <a:p xmlns:a="http://schemas.openxmlformats.org/drawingml/2006/main">
            <a:r>
              <a:t>    "preserved": [</a:t>
            </a:r>
          </a:p>
          <a:p xmlns:a="http://schemas.openxmlformats.org/drawingml/2006/main">
            <a:r>
              <a:t>      "Core Worker-rush identity: continuous production of Workers when resources allow",</a:t>
            </a:r>
          </a:p>
          <a:p xmlns:a="http://schemas.openxmlformats.org/drawingml/2006/main">
            <a:r>
              <a:t>      "Aggressive expansion toward enemy Base as primary objective",</a:t>
            </a:r>
          </a:p>
          <a:p xmlns:a="http://schemas.openxmlformats.org/drawingml/2006/main">
            <a:r>
              <a:t>      "No Barracks production or combat unit diversification (except Light units in rare defensive scenarios)"</a:t>
            </a:r>
          </a:p>
          <a:p xmlns:a="http://schemas.openxmlformats.org/drawingml/2006/main">
            <a:r>
              <a:t>    ],</a:t>
            </a:r>
          </a:p>
          <a:p xmlns:a="http://schemas.openxmlformats.org/drawingml/2006/main">
            <a:r>
              <a:t>    "removed_or_reduced": [</a:t>
            </a:r>
          </a:p>
          <a:p xmlns:a="http://schemas.openxmlformats.org/drawingml/2006/main">
            <a:r>
              <a:t>      "Static resource collection: Workers no longer remain idle at base without harvesting",</a:t>
            </a:r>
          </a:p>
          <a:p xmlns:a="http://schemas.openxmlformats.org/drawingml/2006/main">
            <a:r>
              <a:t>      "Lack of defensive coordination: Workers will now prioritize immediate threats to Base or resource nodes",</a:t>
            </a:r>
          </a:p>
          <a:p xmlns:a="http://schemas.openxmlformats.org/drawingml/2006/main">
            <a:r>
              <a:t>      "Resource waste: Workers will carry full resource loads to maximize production efficiency",</a:t>
            </a:r>
          </a:p>
          <a:p xmlns:a="http://schemas.openxmlformats.org/drawingml/2006/main">
            <a:r>
              <a:t>      "Over-reliance on pure numerical pressure without targeting enemy Workers or structures"</a:t>
            </a:r>
          </a:p>
          <a:p xmlns:a="http://schemas.openxmlformats.org/drawingml/2006/main">
            <a:r>
              <a:t>    ],</a:t>
            </a:r>
          </a:p>
          <a:p xmlns:a="http://schemas.openxmlformats.org/drawingml/2006/main">
            <a:r>
              <a:t>    "added_or_strengthened": [</a:t>
            </a:r>
          </a:p>
          <a:p xmlns:a="http://schemas.openxmlformats.org/drawingml/2006/main">
            <a:r>
              <a:t>      "Dynamic resource allocation: At least 2 Workers per Base must harvest resources within 3 tiles of the Base. Prioritize untapped resource nodes over idle Workers.",</a:t>
            </a:r>
          </a:p>
          <a:p xmlns:a="http://schemas.openxmlformats.org/drawingml/2006/main">
            <a:r>
              <a:t>      "Defensive Worker allocation: 1 Worker per Base must remain in defensive stance near Base or resource nodes if under threat. Retreat to Base if HP &lt; 30% or under attack.",</a:t>
            </a:r>
          </a:p>
          <a:p xmlns:a="http://schemas.openxmlformats.org/drawingml/2006/main">
            <a:r>
              <a:t>      "Targeted aggression: Workers must prioritize attacking enemy Workers or structures before advancing blindly toward enemy Base. Eliminate enemy Workers before proceeding deeper into enemy territory.",</a:t>
            </a:r>
          </a:p>
          <a:p xmlns:a="http://schemas.openxmlformats.org/drawingml/2006/main">
            <a:r>
              <a:t>      "Resource efficiency: Workers carrying 0 resources must immediately harvest the nearest resource node. Workers carrying &lt;5 resources must prioritize returning to Base to unload.",</a:t>
            </a:r>
          </a:p>
          <a:p xmlns:a="http://schemas.openxmlformats.org/drawingml/2006/main">
            <a:r>
              <a:t>      "Adaptive transition: If opponent produces combat units (Light/Heavy/Ranged) and candidate has &lt;3 Workers remaining, immediately build a Barracks to produce Light units for defense.",</a:t>
            </a:r>
          </a:p>
          <a:p xmlns:a="http://schemas.openxmlformats.org/drawingml/2006/main">
            <a:r>
              <a:t>      "Base security: If Base HP &lt; 50% and no defensive units exist, prioritize producing Light units over additional Workers."</a:t>
            </a:r>
          </a:p>
          <a:p xmlns:a="http://schemas.openxmlformats.org/drawingml/2006/main">
            <a:r>
              <a:t>    ]</a:t>
            </a:r>
          </a:p>
          <a:p xmlns:a="http://schemas.openxmlformats.org/drawingml/2006/main">
            <a:r>
              <a:t>  },</a:t>
            </a:r>
          </a:p>
          <a:p xmlns:a="http://schemas.openxmlformats.org/drawingml/2006/main">
            <a:r>
              <a:t>  "strategy_signature": {</a:t>
            </a:r>
          </a:p>
          <a:p xmlns:a="http://schemas.openxmlformats.org/drawingml/2006/main">
            <a:r>
              <a:t>    "opening": "Aggressive Worker production with immediate resource collection",</a:t>
            </a:r>
          </a:p>
          <a:p xmlns:a="http://schemas.openxmlformats.org/drawingml/2006/main">
            <a:r>
              <a:t>    "economy": "Worker-centric with adaptive Barracks transition under threat",</a:t>
            </a:r>
          </a:p>
          <a:p xmlns:a="http://schemas.openxmlformats.org/drawingml/2006/main">
            <a:r>
              <a:t>    "production": "Continuous Workers until resource constraints or combat pressure require Barracks",</a:t>
            </a:r>
          </a:p>
          <a:p xmlns:a="http://schemas.openxmlformats.org/drawingml/2006/main">
            <a:r>
              <a:t>    "attack_timing": "Immediate enemy Base targeting after securing resource advantage; transition to targeted Worker elimination if opponent scales",</a:t>
            </a:r>
          </a:p>
          <a:p xmlns:a="http://schemas.openxmlformats.org/drawingml/2006/main">
            <a:r>
              <a:t>    "combat_style": "Melee-focused Worker aggression with defensive Light unit fallback",</a:t>
            </a:r>
          </a:p>
          <a:p xmlns:a="http://schemas.openxmlformats.org/drawingml/2006/main">
            <a:r>
              <a:t>    "expansion": "Radial expansion toward enemy Base with dynamic resource node prioritization",</a:t>
            </a:r>
          </a:p>
          <a:p xmlns:a="http://schemas.openxmlformats.org/drawingml/2006/main">
            <a:r>
              <a:t>    "defense": "Defensive Worker allocation + Light unit production under sustained pressure",</a:t>
            </a:r>
          </a:p>
          <a:p xmlns:a="http://schemas.openxmlformats.org/drawingml/2006/main">
            <a:r>
              <a:t>    "target_priority": "Enemy Workers &gt; Enemy Structures &gt; Enemy Base (if no immediate threats exist)"</a:t>
            </a:r>
          </a:p>
          <a:p xmlns:a="http://schemas.openxmlformats.org/drawingml/2006/main">
            <a:r>
              <a:t>  },</a:t>
            </a:r>
          </a:p>
          <a:p xmlns:a="http://schemas.openxmlformats.org/drawingml/2006/main">
            <a:r>
              <a:t>  "parent_strategy_prompt": "Use a continuous Worker-rush policy.\n\nEvery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r>
              <a:t>  "new_strategy_prompt": "</a:t>
            </a:r>
          </a:p>
          <a:p xmlns:a="http://schemas.openxmlformats.org/drawingml/2006/main">
            <a:r>
              <a:t>  **Core Policy: Adaptive Worker-Rush with Defensive Efficiency**</a:t>
            </a:r>
          </a:p>
          <a:p xmlns:a="http://schemas.openxmlformats.org/drawingml/2006/main">
            <a:r>
              <a:t>  Every Base must prioritize **three simultaneous objectives**:</a:t>
            </a:r>
          </a:p>
          <a:p xmlns:a="http://schemas.openxmlformats.org/drawingml/2006/main">
            <a:r>
              <a:t>  1. **Resource Collection**: At least **2 Workers per Base** must harvest resources within **3 tiles of the Base**. If fewer than 2 Workers are harvesting, immediately allocate idle Workers to untapped resource nodes. Workers carrying **0 resources** must harvest immediately; Workers carrying **&lt;5 resources** must return to Base to unload.</a:t>
            </a:r>
          </a:p>
          <a:p xmlns:a="http://schemas.openxmlformats.org/drawingml/2006/main">
            <a:r>
              <a:t>  2. **Defensive Security**: **1 Worker per Base** must remain in defensive stance near the Base or resource nodes if:</a:t>
            </a:r>
          </a:p>
          <a:p xmlns:a="http://schemas.openxmlformats.org/drawingml/2006/main">
            <a:r>
              <a:t>     - Base HP &lt; 50%,</a:t>
            </a:r>
          </a:p>
          <a:p xmlns:a="http://schemas.openxmlformats.org/drawingml/2006/main">
            <a:r>
              <a:t>     - Enemy Workers or combat units are within 5 tiles,</a:t>
            </a:r>
          </a:p>
          <a:p xmlns:a="http://schemas.openxmlformats.org/drawingml/2006/main">
            <a:r>
              <a:t>     - Candidate has **&lt;3 Workers** remaining.</a:t>
            </a:r>
          </a:p>
          <a:p xmlns:a="http://schemas.openxmlformats.org/drawingml/2006/main">
            <a:r>
              <a:t>     Retreat to Base if HP &lt; 30% or under attack.</a:t>
            </a:r>
          </a:p>
          <a:p xmlns:a="http://schemas.openxmlformats.org/drawingml/2006/main">
            <a:r>
              <a:t>  3. **Targeted Aggression**: Workers must **prioritize attacking enemy Workers or structures** before advancing blindly toward the enemy Base. Eliminate enemy Workers first; only proceed toward the Base if no immediate threats exist.</a:t>
            </a:r>
          </a:p>
          <a:p xmlns:a="http://schemas.openxmlformats.org/drawingml/2006/main">
            <a:r>
              <a:t/>
            </a:r>
          </a:p>
          <a:p xmlns:a="http://schemas.openxmlformats.org/drawingml/2006/main">
            <a:r>
              <a:t>  **Production Rules**:</a:t>
            </a:r>
          </a:p>
          <a:p xmlns:a="http://schemas.openxmlformats.org/drawingml/2006/main">
            <a:r>
              <a:t>  - **Continuous Worker Production**: Produce Workers as long as resources allow, unless:</a:t>
            </a:r>
          </a:p>
          <a:p xmlns:a="http://schemas.openxmlformats.org/drawingml/2006/main">
            <a:r>
              <a:t>    - Opponent produces **combat units (Light/Heavy/Ranged)** and candidate has **&lt;3 Workers** remaining → **immediately build a Barracks** to produce Light units.</a:t>
            </a:r>
          </a:p>
          <a:p xmlns:a="http://schemas.openxmlformats.org/drawingml/2006/main">
            <a:r>
              <a:t>    - Base HP &lt; 50% and no defensive units exist → **prioritize producing Light units** over additional Workers.</a:t>
            </a:r>
          </a:p>
          <a:p xmlns:a="http://schemas.openxmlformats.org/drawingml/2006/main">
            <a:r>
              <a:t>  - **No Barracks by Default**: Avoid Barracks production unless under asymmetric combat pressure. If Barracks are built, produce **only Light units** for defense.</a:t>
            </a:r>
          </a:p>
          <a:p xmlns:a="http://schemas.openxmlformats.org/drawingml/2006/main">
            <a:r>
              <a:t/>
            </a:r>
          </a:p>
          <a:p xmlns:a="http://schemas.openxmlformats.org/drawingml/2006/main">
            <a:r>
              <a:t>  **Combat Adaptation**:</a:t>
            </a:r>
          </a:p>
          <a:p xmlns:a="http://schemas.openxmlformats.org/drawingml/2006/main">
            <a:r>
              <a:t>  - If opponent scales Workers or produces combat units, **shift focus to eliminating enemy Workers** before proceeding toward the Base.</a:t>
            </a:r>
          </a:p>
          <a:p xmlns:a="http://schemas.openxmlformats.org/drawingml/2006/main">
            <a:r>
              <a:t>  - If candidate’s Worker count drops below **3**, **halt further Worker production** and allocate resources to Barracks for Light unit defense.</a:t>
            </a:r>
          </a:p>
          <a:p xmlns:a="http://schemas.openxmlformats.org/drawingml/2006/main">
            <a:r>
              <a:t/>
            </a:r>
          </a:p>
          <a:p xmlns:a="http://schemas.openxmlformats.org/drawingml/2006/main">
            <a:r>
              <a:t>  **Resource Efficiency**:</a:t>
            </a:r>
          </a:p>
          <a:p xmlns:a="http://schemas.openxmlformats.org/drawingml/2006/main">
            <a:r>
              <a:t>  - Workers must **carry full resource loads** (never 0) to maximize production efficiency.</a:t>
            </a:r>
          </a:p>
          <a:p xmlns:a="http://schemas.openxmlformats.org/drawingml/2006/main">
            <a:r>
              <a:t>  - If a Worker is **isolated or under attack**, immediately retreat to Base or nearest ally.</a:t>
            </a:r>
          </a:p>
          <a:p xmlns:a="http://schemas.openxmlformats.org/drawingml/2006/main">
            <a:r>
              <a:t/>
            </a:r>
          </a:p>
          <a:p xmlns:a="http://schemas.openxmlformats.org/drawingml/2006/main">
            <a:r>
              <a:t>  **Termination Conditions**:</a:t>
            </a:r>
          </a:p>
          <a:p xmlns:a="http://schemas.openxmlformats.org/drawingml/2006/main">
            <a:r>
              <a:t>  - If opponent’s Base is destroyed, **continue Worker production** to secure victory.</a:t>
            </a:r>
          </a:p>
          <a:p xmlns:a="http://schemas.openxmlformats.org/drawingml/2006/main">
            <a:r>
              <a:t>  - If candidate’s Base is under **critical threat (HP &lt; 20%)**, **prioritize Light unit production** over expansion.</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APPLIED POLICY</a:t>
            </a:r>
          </a:p>
          <a:p xmlns:a="http://schemas.openxmlformats.org/drawingml/2006/main">
            <a:r>
              <a:t>**Core Policy: Adaptive Worker-Rush with Defensive Efficiency**</a:t>
            </a:r>
          </a:p>
          <a:p xmlns:a="http://schemas.openxmlformats.org/drawingml/2006/main">
            <a:r>
              <a:t>  Every Base must prioritize **three simultaneous objectives**:</a:t>
            </a:r>
          </a:p>
          <a:p xmlns:a="http://schemas.openxmlformats.org/drawingml/2006/main">
            <a:r>
              <a:t>  1. **Resource Collection**: At least **2 Workers per Base** must harvest resources within **3 tiles of the Base**. If fewer than 2 Workers are harvesting, immediately allocate idle Workers to untapped resource nodes. Workers carrying **0 resources** must harvest immediately; Workers carrying **&lt;5 resources** must return to Base to unload.</a:t>
            </a:r>
          </a:p>
          <a:p xmlns:a="http://schemas.openxmlformats.org/drawingml/2006/main">
            <a:r>
              <a:t>  2. **Defensive Security**: **1 Worker per Base** must remain in defensive stance near the Base or resource nodes if:</a:t>
            </a:r>
          </a:p>
          <a:p xmlns:a="http://schemas.openxmlformats.org/drawingml/2006/main">
            <a:r>
              <a:t>     - Base HP &lt; 50%,</a:t>
            </a:r>
          </a:p>
          <a:p xmlns:a="http://schemas.openxmlformats.org/drawingml/2006/main">
            <a:r>
              <a:t>     - Enemy Workers or combat units are within 5 tiles,</a:t>
            </a:r>
          </a:p>
          <a:p xmlns:a="http://schemas.openxmlformats.org/drawingml/2006/main">
            <a:r>
              <a:t>     - Candidate has **&lt;3 Workers** remaining.</a:t>
            </a:r>
          </a:p>
          <a:p xmlns:a="http://schemas.openxmlformats.org/drawingml/2006/main">
            <a:r>
              <a:t>     Retreat to Base if HP &lt; 30% or under attack.</a:t>
            </a:r>
          </a:p>
          <a:p xmlns:a="http://schemas.openxmlformats.org/drawingml/2006/main">
            <a:r>
              <a:t>  3. **Targeted Aggression**: Workers must **prioritize attacking enemy Workers or structures** before advancing blindly toward the enemy Base. Eliminate enemy Workers first; only proceed toward the Base if no immediate threats exist.</a:t>
            </a:r>
          </a:p>
          <a:p xmlns:a="http://schemas.openxmlformats.org/drawingml/2006/main">
            <a:r>
              <a:t/>
            </a:r>
          </a:p>
          <a:p xmlns:a="http://schemas.openxmlformats.org/drawingml/2006/main">
            <a:r>
              <a:t>  **Production Rules**:</a:t>
            </a:r>
          </a:p>
          <a:p xmlns:a="http://schemas.openxmlformats.org/drawingml/2006/main">
            <a:r>
              <a:t>  - **Continuous Worker Production**: Produce Workers as long as resources allow, unless:</a:t>
            </a:r>
          </a:p>
          <a:p xmlns:a="http://schemas.openxmlformats.org/drawingml/2006/main">
            <a:r>
              <a:t>    - Opponent produces **combat units (Light/Heavy/Ranged)** and candidate has **&lt;3 Workers** remaining → **immediately build a Barracks** to produce Light units.</a:t>
            </a:r>
          </a:p>
          <a:p xmlns:a="http://schemas.openxmlformats.org/drawingml/2006/main">
            <a:r>
              <a:t>    - Base HP &lt; 50% and no defensive units exist → **prioritize producing Light units** over additional Workers.</a:t>
            </a:r>
          </a:p>
          <a:p xmlns:a="http://schemas.openxmlformats.org/drawingml/2006/main">
            <a:r>
              <a:t>  - **No Barracks by Default**: Avoid Barracks production unless under asymmetric combat pressure. If Barracks are built, produce **only Light units** for defense.</a:t>
            </a:r>
          </a:p>
          <a:p xmlns:a="http://schemas.openxmlformats.org/drawingml/2006/main">
            <a:r>
              <a:t/>
            </a:r>
          </a:p>
          <a:p xmlns:a="http://schemas.openxmlformats.org/drawingml/2006/main">
            <a:r>
              <a:t>  **Combat Adaptation**:</a:t>
            </a:r>
          </a:p>
          <a:p xmlns:a="http://schemas.openxmlformats.org/drawingml/2006/main">
            <a:r>
              <a:t>  - If opponent scales Workers or produces combat units, **shift focus to eliminating enemy Workers** before proceeding toward the Base.</a:t>
            </a:r>
          </a:p>
          <a:p xmlns:a="http://schemas.openxmlformats.org/drawingml/2006/main">
            <a:r>
              <a:t>  - If candidate’s Worker count drops below **3**, **halt further Worker production** and allocate resources to Barracks for Light unit defense.</a:t>
            </a:r>
          </a:p>
          <a:p xmlns:a="http://schemas.openxmlformats.org/drawingml/2006/main">
            <a:r>
              <a:t/>
            </a:r>
          </a:p>
          <a:p xmlns:a="http://schemas.openxmlformats.org/drawingml/2006/main">
            <a:r>
              <a:t>  **Resource Efficiency**:</a:t>
            </a:r>
          </a:p>
          <a:p xmlns:a="http://schemas.openxmlformats.org/drawingml/2006/main">
            <a:r>
              <a:t>  - Workers must **carry full resource loads** (never 0) to maximize production efficiency.</a:t>
            </a:r>
          </a:p>
          <a:p xmlns:a="http://schemas.openxmlformats.org/drawingml/2006/main">
            <a:r>
              <a:t>  - If a Worker is **isolated or under attack**, immediately retreat to Base or nearest ally.</a:t>
            </a:r>
          </a:p>
          <a:p xmlns:a="http://schemas.openxmlformats.org/drawingml/2006/main">
            <a:r>
              <a:t/>
            </a:r>
          </a:p>
          <a:p xmlns:a="http://schemas.openxmlformats.org/drawingml/2006/main">
            <a:r>
              <a:t>  **Termination Conditions**:</a:t>
            </a:r>
          </a:p>
          <a:p xmlns:a="http://schemas.openxmlformats.org/drawingml/2006/main">
            <a:r>
              <a:t>  - If opponent’s Base is destroyed, **continue Worker production** to secure victory.</a:t>
            </a:r>
          </a:p>
          <a:p xmlns:a="http://schemas.openxmlformats.org/drawingml/2006/main">
            <a:r>
              <a:t>  - If candidate’s Base is under **critical threat (HP &lt; 20%)**, **prioritize Light unit production** over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/home/mhlab/EAGLE/runs/reflection_inspections/20260903_151343_710298_worker_rush_three_reflections/trials/strategy/trial_03/mutation/strategy_reflection/parent_strategy_prompt.txt</a:t>
            </a:r>
          </a:p>
          <a:p xmlns:a="http://schemas.openxmlformats.org/drawingml/2006/main">
            <a:r>
              <a:t>- /home/mhlab/EAGLE/runs/reflection_inspections/20260903_151343_710298_worker_rush_three_reflections/trials/strategy/trial_03/mutation/strategy_reflection/selected_matches.json</a:t>
            </a:r>
          </a:p>
          <a:p xmlns:a="http://schemas.openxmlformats.org/drawingml/2006/main">
            <a:r>
              <a:t>- /home/mhlab/EAGLE/runs/reflection_inspections/20260903_151343_710298_worker_rush_three_reflections/trials/strategy/trial_03/mutation/strategy_reflection/global_evaluation_summary.json</a:t>
            </a:r>
          </a:p>
          <a:p xmlns:a="http://schemas.openxmlformats.org/drawingml/2006/main">
            <a:r>
              <a:t>- /home/mhlab/EAGLE/runs/reflection_inspections/20260903_151343_710298_worker_rush_three_reflections/trials/strategy/trial_03/mutation/strategy_reflection/coach_input.json</a:t>
            </a:r>
          </a:p>
          <a:p xmlns:a="http://schemas.openxmlformats.org/drawingml/2006/main">
            <a:r>
              <a:t>- /home/mhlab/EAGLE/runs/reflection_inspections/20260903_151343_710298_worker_rush_three_reflections/trials/strategy/trial_03/mutation/strategy_reflection/coach_raw.txt</a:t>
            </a:r>
          </a:p>
          <a:p xmlns:a="http://schemas.openxmlformats.org/drawingml/2006/main">
            <a:r>
              <a:t>- /home/mhlab/EAGLE/runs/reflection_inspections/20260903_151343_710298_worker_rush_three_reflections/trials/strategy/trial_03/output/strategy_prompt.txt</a:t>
            </a:r>
          </a:p>
          <a:p xmlns:a="http://schemas.openxmlformats.org/drawingml/2006/main">
            <a:r>
              <a:t>- /home/mhlab/EAGLE/runs/reflection_inspections/20260903_151343_710298_worker_rush_three_reflections/trials/strategy/trial_03/trial_summary.json</a:t>
            </a:r>
          </a:p>
          <a:p xmlns:a="http://schemas.openxmlformats.org/drawingml/2006/main">
            <a:r>
              <a:t/>
            </a:r>
          </a:p>
          <a:p xmlns:a="http://schemas.openxmlformats.org/drawingml/2006/main">
            <a:r>
              <a:t>==============================</a:t>
            </a:r>
          </a:p>
          <a:p xmlns:a="http://schemas.openxmlformats.org/drawingml/2006/main">
            <a:r>
              <a:t/>
            </a:r>
          </a:p>
          <a:p xmlns:a="http://schemas.openxmlformats.org/drawingml/2006/main">
            <a:r>
              <a:t>TRIAL</a:t>
            </a:r>
          </a:p>
          <a:p xmlns:a="http://schemas.openxmlformats.org/drawingml/2006/main">
            <a:r>
              <a:t>Strategy Reflection 3/3</a:t>
            </a:r>
          </a:p>
          <a:p xmlns:a="http://schemas.openxmlformats.org/drawingml/2006/main">
            <a:r>
              <a:t/>
            </a:r>
          </a:p>
          <a:p xmlns:a="http://schemas.openxmlformats.org/drawingml/2006/main">
            <a:r>
              <a:t>==============================</a:t>
            </a:r>
          </a:p>
          <a:p xmlns:a="http://schemas.openxmlformats.org/drawingml/2006/main">
            <a:r>
              <a:t/>
            </a:r>
          </a:p>
          <a:p xmlns:a="http://schemas.openxmlformats.org/drawingml/2006/main">
            <a:r>
              <a:t>FULL ORIGINAL POLICY</a:t>
            </a:r>
          </a:p>
          <a:p xmlns:a="http://schemas.openxmlformats.org/drawingml/2006/main">
            <a:r>
              <a:t>Use a continuous Worker-rush policy.</a:t>
            </a:r>
          </a:p>
          <a:p xmlns:a="http://schemas.openxmlformats.org/drawingml/2006/main">
            <a:r>
              <a:t/>
            </a:r>
          </a:p>
          <a:p xmlns:a="http://schemas.openxmlformats.org/drawingml/2006/main">
            <a: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REFLECTION INPUT — selected matches</a:t>
            </a:r>
          </a:p>
          <a:p xmlns:a="http://schemas.openxmlformats.org/drawingml/2006/main">
            <a:r>
              <a:t>[</a:t>
            </a:r>
          </a:p>
          <a:p xmlns:a="http://schemas.openxmlformats.org/drawingml/2006/main">
            <a:r>
              <a:t>  {</a:t>
            </a:r>
          </a:p>
          <a:p xmlns:a="http://schemas.openxmlformats.org/drawingml/2006/main">
            <a:r>
              <a:t>    "candidate_player": 1,</a:t>
            </a:r>
          </a:p>
          <a:p xmlns:a="http://schemas.openxmlformats.org/drawingml/2006/main">
            <a:r>
              <a:t>    "candidate_side": "p1",</a:t>
            </a:r>
          </a:p>
          <a:p xmlns:a="http://schemas.openxmlformats.org/drawingml/2006/main">
            <a:r>
              <a:t>    "map": "maps/8x8/basesWorkers8x8.xml",</a:t>
            </a:r>
          </a:p>
          <a:p xmlns:a="http://schemas.openxmlformats.org/drawingml/2006/main">
            <a:r>
              <a:t>    "map_id": "map_1",</a:t>
            </a:r>
          </a:p>
          <a:p xmlns:a="http://schemas.openxmlformats.org/drawingml/2006/main">
            <a:r>
              <a:t>    "match_id": "match_03",</a:t>
            </a:r>
          </a:p>
          <a:p xmlns:a="http://schemas.openxmlformats.org/drawingml/2006/main">
            <a:r>
              <a:t>    "match_index": 3,</a:t>
            </a:r>
          </a:p>
          <a:p xmlns:a="http://schemas.openxmlformats.org/drawingml/2006/main">
            <a:r>
              <a:t>    "match_trace_path": "/home/mhlab/EAGLE/runs/reflection_inspections/20260903_151343_710298_worker_rush_three_reflections/baseline/candidates/worker_rush_parent/matches/match_03/match_trace.jsonl.gz",</a:t>
            </a:r>
          </a:p>
          <a:p xmlns:a="http://schemas.openxmlformats.org/drawingml/2006/main">
            <a:r>
              <a:t>    "opponent_id": "passive",</a:t>
            </a:r>
          </a:p>
          <a:p xmlns:a="http://schemas.openxmlformats.org/drawingml/2006/main">
            <a:r>
              <a:t>    "opponent_name": "PassiveAI",</a:t>
            </a:r>
          </a:p>
          <a:p xmlns:a="http://schemas.openxmlformats.org/drawingml/2006/main">
            <a:r>
              <a:t>    "performance": 2.427084,</a:t>
            </a:r>
          </a:p>
          <a:p xmlns:a="http://schemas.openxmlformats.org/drawingml/2006/main">
            <a:r>
              <a:t>    "result": "timeout_draw",</a:t>
            </a:r>
          </a:p>
          <a:p xmlns:a="http://schemas.openxmlformats.org/drawingml/2006/main">
            <a:r>
              <a:t>    "winner": -1</a:t>
            </a:r>
          </a:p>
          <a:p xmlns:a="http://schemas.openxmlformats.org/drawingml/2006/main">
            <a:r>
              <a:t>  },</a:t>
            </a:r>
          </a:p>
          <a:p xmlns:a="http://schemas.openxmlformats.org/drawingml/2006/main">
            <a:r>
              <a:t>  {</a:t>
            </a:r>
          </a:p>
          <a:p xmlns:a="http://schemas.openxmlformats.org/drawingml/2006/main">
            <a:r>
              <a:t>    "candidate_player": 0,</a:t>
            </a:r>
          </a:p>
          <a:p xmlns:a="http://schemas.openxmlformats.org/drawingml/2006/main">
            <a:r>
              <a:t>    "candidate_side": "p0",</a:t>
            </a:r>
          </a:p>
          <a:p xmlns:a="http://schemas.openxmlformats.org/drawingml/2006/main">
            <a:r>
              <a:t>    "map": "maps/16x16/basesWorkers16x16.xml",</a:t>
            </a:r>
          </a:p>
          <a:p xmlns:a="http://schemas.openxmlformats.org/drawingml/2006/main">
            <a:r>
              <a:t>    "map_id": "map_2",</a:t>
            </a:r>
          </a:p>
          <a:p xmlns:a="http://schemas.openxmlformats.org/drawingml/2006/main">
            <a:r>
              <a:t>    "match_id": "match_26",</a:t>
            </a:r>
          </a:p>
          <a:p xmlns:a="http://schemas.openxmlformats.org/drawingml/2006/main">
            <a:r>
              <a:t>    "match_index": 26,</a:t>
            </a:r>
          </a:p>
          <a:p xmlns:a="http://schemas.openxmlformats.org/drawingml/2006/main">
            <a:r>
              <a:t>    "match_trace_path": "/home/mhlab/EAGLE/runs/reflection_inspections/20260903_151343_710298_worker_rush_three_reflections/baseline/candidates/worker_rush_parent/matches/match_26/match_trace.jsonl.gz",</a:t>
            </a:r>
          </a:p>
          <a:p xmlns:a="http://schemas.openxmlformats.org/drawingml/2006/main">
            <a:r>
              <a:t>    "opponent_id": "random",</a:t>
            </a:r>
          </a:p>
          <a:p xmlns:a="http://schemas.openxmlformats.org/drawingml/2006/main">
            <a:r>
              <a:t>    "opponent_name": "RandomAI",</a:t>
            </a:r>
          </a:p>
          <a:p xmlns:a="http://schemas.openxmlformats.org/drawingml/2006/main">
            <a:r>
              <a:t>    "performance": 1.791226,</a:t>
            </a:r>
          </a:p>
          <a:p xmlns:a="http://schemas.openxmlformats.org/drawingml/2006/main">
            <a:r>
              <a:t>    "result": "timeout_draw",</a:t>
            </a:r>
          </a:p>
          <a:p xmlns:a="http://schemas.openxmlformats.org/drawingml/2006/main">
            <a:r>
              <a:t>    "winner": -1</a:t>
            </a:r>
          </a:p>
          <a:p xmlns:a="http://schemas.openxmlformats.org/drawingml/2006/main">
            <a:r>
              <a:t>  },</a:t>
            </a:r>
          </a:p>
          <a:p xmlns:a="http://schemas.openxmlformats.org/drawingml/2006/main">
            <a:r>
              <a:t>  {</a:t>
            </a:r>
          </a:p>
          <a:p xmlns:a="http://schemas.openxmlformats.org/drawingml/2006/main">
            <a:r>
              <a:t>    "candidate_player": 1,</a:t>
            </a:r>
          </a:p>
          <a:p xmlns:a="http://schemas.openxmlformats.org/drawingml/2006/main">
            <a:r>
              <a:t>    "candidate_side": "p1",</a:t>
            </a:r>
          </a:p>
          <a:p xmlns:a="http://schemas.openxmlformats.org/drawingml/2006/main">
            <a:r>
              <a:t>    "map": "maps/8x8/basesWorkers8x8.xml",</a:t>
            </a:r>
          </a:p>
          <a:p xmlns:a="http://schemas.openxmlformats.org/drawingml/2006/main">
            <a:r>
              <a:t>    "map_id": "map_1",</a:t>
            </a:r>
          </a:p>
          <a:p xmlns:a="http://schemas.openxmlformats.org/drawingml/2006/main">
            <a:r>
              <a:t>    "match_id": "match_41",</a:t>
            </a:r>
          </a:p>
          <a:p xmlns:a="http://schemas.openxmlformats.org/drawingml/2006/main">
            <a:r>
              <a:t>    "match_index": 41,</a:t>
            </a:r>
          </a:p>
          <a:p xmlns:a="http://schemas.openxmlformats.org/drawingml/2006/main">
            <a:r>
              <a:t>    "match_trace_path": "/home/mhlab/EAGLE/runs/reflection_inspections/20260903_151343_710298_worker_rush_three_reflections/baseline/candidates/worker_rush_parent/matches/match_41/match_trace.jsonl.gz",</a:t>
            </a:r>
          </a:p>
          <a:p xmlns:a="http://schemas.openxmlformats.org/drawingml/2006/main">
            <a:r>
              <a:t>    "opponent_id": "randombias",</a:t>
            </a:r>
          </a:p>
          <a:p xmlns:a="http://schemas.openxmlformats.org/drawingml/2006/main">
            <a:r>
              <a:t>    "opponent_name": "RandomBiasedAI",</a:t>
            </a:r>
          </a:p>
          <a:p xmlns:a="http://schemas.openxmlformats.org/drawingml/2006/main">
            <a:r>
              <a:t>    "performance": -99.735088,</a:t>
            </a:r>
          </a:p>
          <a:p xmlns:a="http://schemas.openxmlformats.org/drawingml/2006/main">
            <a:r>
              <a:t>    "result": "p0_win",</a:t>
            </a:r>
          </a:p>
          <a:p xmlns:a="http://schemas.openxmlformats.org/drawingml/2006/main">
            <a:r>
              <a:t>    "winner": 0</a:t>
            </a:r>
          </a:p>
          <a:p xmlns:a="http://schemas.openxmlformats.org/drawingml/2006/main">
            <a:r>
              <a:t>  },</a:t>
            </a:r>
          </a:p>
          <a:p xmlns:a="http://schemas.openxmlformats.org/drawingml/2006/main">
            <a:r>
              <a:t>  {</a:t>
            </a:r>
          </a:p>
          <a:p xmlns:a="http://schemas.openxmlformats.org/drawingml/2006/main">
            <a:r>
              <a:t>    "candidate_player": 1,</a:t>
            </a:r>
          </a:p>
          <a:p xmlns:a="http://schemas.openxmlformats.org/drawingml/2006/main">
            <a:r>
              <a:t>    "candidate_side": "p1",</a:t>
            </a:r>
          </a:p>
          <a:p xmlns:a="http://schemas.openxmlformats.org/drawingml/2006/main">
            <a:r>
              <a:t>    "map": "maps/24x24/basesWorkers24x24.xml",</a:t>
            </a:r>
          </a:p>
          <a:p xmlns:a="http://schemas.openxmlformats.org/drawingml/2006/main">
            <a:r>
              <a:t>    "map_id": "map_3",</a:t>
            </a:r>
          </a:p>
          <a:p xmlns:a="http://schemas.openxmlformats.org/drawingml/2006/main">
            <a:r>
              <a:t>    "match_id": "match_67",</a:t>
            </a:r>
          </a:p>
          <a:p xmlns:a="http://schemas.openxmlformats.org/drawingml/2006/main">
            <a:r>
              <a:t>    "match_index": 67,</a:t>
            </a:r>
          </a:p>
          <a:p xmlns:a="http://schemas.openxmlformats.org/drawingml/2006/main">
            <a:r>
              <a:t>    "match_trace_path": "/home/mhlab/EAGLE/runs/reflection_inspections/20260903_151343_710298_worker_rush_three_reflections/baseline/candidates/worker_rush_parent/matches/match_67/match_trace.jsonl.gz",</a:t>
            </a:r>
          </a:p>
          <a:p xmlns:a="http://schemas.openxmlformats.org/drawingml/2006/main">
            <a:r>
              <a:t>    "opponent_id": "lightrush",</a:t>
            </a:r>
          </a:p>
          <a:p xmlns:a="http://schemas.openxmlformats.org/drawingml/2006/main">
            <a:r>
              <a:t>    "opponent_name": "LightRush",</a:t>
            </a:r>
          </a:p>
          <a:p xmlns:a="http://schemas.openxmlformats.org/drawingml/2006/main">
            <a:r>
              <a:t>    "performance": -101.289037,</a:t>
            </a:r>
          </a:p>
          <a:p xmlns:a="http://schemas.openxmlformats.org/drawingml/2006/main">
            <a:r>
              <a:t>    "result": "p0_win",</a:t>
            </a:r>
          </a:p>
          <a:p xmlns:a="http://schemas.openxmlformats.org/drawingml/2006/main">
            <a:r>
              <a:t>    "winner": 0</a:t>
            </a:r>
          </a:p>
          <a:p xmlns:a="http://schemas.openxmlformats.org/drawingml/2006/main">
            <a:r>
              <a:t>  },</a:t>
            </a:r>
          </a:p>
          <a:p xmlns:a="http://schemas.openxmlformats.org/drawingml/2006/main">
            <a:r>
              <a:t>  {</a:t>
            </a:r>
          </a:p>
          <a:p xmlns:a="http://schemas.openxmlformats.org/drawingml/2006/main">
            <a:r>
              <a:t>    "candidate_player": 1,</a:t>
            </a:r>
          </a:p>
          <a:p xmlns:a="http://schemas.openxmlformats.org/drawingml/2006/main">
            <a:r>
              <a:t>    "candidate_side": "p1",</a:t>
            </a:r>
          </a:p>
          <a:p xmlns:a="http://schemas.openxmlformats.org/drawingml/2006/main">
            <a:r>
              <a:t>    "map": "maps/24x24/basesWorkers24x24.xml",</a:t>
            </a:r>
          </a:p>
          <a:p xmlns:a="http://schemas.openxmlformats.org/drawingml/2006/main">
            <a:r>
              <a:t>    "map_id": "map_3",</a:t>
            </a:r>
          </a:p>
          <a:p xmlns:a="http://schemas.openxmlformats.org/drawingml/2006/main">
            <a:r>
              <a:t>    "match_id": "match_85",</a:t>
            </a:r>
          </a:p>
          <a:p xmlns:a="http://schemas.openxmlformats.org/drawingml/2006/main">
            <a:r>
              <a:t>    "match_index": 85,</a:t>
            </a:r>
          </a:p>
          <a:p xmlns:a="http://schemas.openxmlformats.org/drawingml/2006/main">
            <a:r>
              <a:t>    "match_trace_path": "/home/mhlab/EAGLE/runs/reflection_inspections/20260903_151343_710298_worker_rush_three_reflections/baseline/candidates/worker_rush_parent/matches/match_85/match_trace.jsonl.gz",</a:t>
            </a:r>
          </a:p>
          <a:p xmlns:a="http://schemas.openxmlformats.org/drawingml/2006/main">
            <a:r>
              <a:t>    "opponent_id": "heavyrush",</a:t>
            </a:r>
          </a:p>
          <a:p xmlns:a="http://schemas.openxmlformats.org/drawingml/2006/main">
            <a:r>
              <a:t>    "opponent_name": "HeavyRush",</a:t>
            </a:r>
          </a:p>
          <a:p xmlns:a="http://schemas.openxmlformats.org/drawingml/2006/main">
            <a:r>
              <a:t>    "performance": -102.070304,</a:t>
            </a:r>
          </a:p>
          <a:p xmlns:a="http://schemas.openxmlformats.org/drawingml/2006/main">
            <a:r>
              <a:t>    "result": "p0_win",</a:t>
            </a:r>
          </a:p>
          <a:p xmlns:a="http://schemas.openxmlformats.org/drawingml/2006/main">
            <a:r>
              <a:t>    "winner": 0</a:t>
            </a:r>
          </a:p>
          <a:p xmlns:a="http://schemas.openxmlformats.org/drawingml/2006/main">
            <a:r>
              <a:t>  },</a:t>
            </a:r>
          </a:p>
          <a:p xmlns:a="http://schemas.openxmlformats.org/drawingml/2006/main">
            <a:r>
              <a:t>  {</a:t>
            </a:r>
          </a:p>
          <a:p xmlns:a="http://schemas.openxmlformats.org/drawingml/2006/main">
            <a:r>
              <a:t>    "candidate_player": 1,</a:t>
            </a:r>
          </a:p>
          <a:p xmlns:a="http://schemas.openxmlformats.org/drawingml/2006/main">
            <a:r>
              <a:t>    "candidate_side": "p1",</a:t>
            </a:r>
          </a:p>
          <a:p xmlns:a="http://schemas.openxmlformats.org/drawingml/2006/main">
            <a:r>
              <a:t>    "map": "maps/24x24/basesWorkers24x24.xml",</a:t>
            </a:r>
          </a:p>
          <a:p xmlns:a="http://schemas.openxmlformats.org/drawingml/2006/main">
            <a:r>
              <a:t>    "map_id": "map_3",</a:t>
            </a:r>
          </a:p>
          <a:p xmlns:a="http://schemas.openxmlformats.org/drawingml/2006/main">
            <a:r>
              <a:t>    "match_id": "match_107",</a:t>
            </a:r>
          </a:p>
          <a:p xmlns:a="http://schemas.openxmlformats.org/drawingml/2006/main">
            <a:r>
              <a:t>    "match_index": 107,</a:t>
            </a:r>
          </a:p>
          <a:p xmlns:a="http://schemas.openxmlformats.org/drawingml/2006/main">
            <a:r>
              <a:t>    "match_trace_path": "/home/mhlab/EAGLE/runs/reflection_inspections/20260903_151343_710298_worker_rush_three_reflections/baseline/candidates/worker_rush_parent/matches/match_107/match_trace.jsonl.gz",</a:t>
            </a:r>
          </a:p>
          <a:p xmlns:a="http://schemas.openxmlformats.org/drawingml/2006/main">
            <a:r>
              <a:t>    "opponent_id": "workerrush",</a:t>
            </a:r>
          </a:p>
          <a:p xmlns:a="http://schemas.openxmlformats.org/drawingml/2006/main">
            <a:r>
              <a:t>    "opponent_name": "WorkerRush",</a:t>
            </a:r>
          </a:p>
          <a:p xmlns:a="http://schemas.openxmlformats.org/drawingml/2006/main">
            <a:r>
              <a:t>    "performance": -99.641699,</a:t>
            </a:r>
          </a:p>
          <a:p xmlns:a="http://schemas.openxmlformats.org/drawingml/2006/main">
            <a:r>
              <a:t>    "result": "p0_win",</a:t>
            </a:r>
          </a:p>
          <a:p xmlns:a="http://schemas.openxmlformats.org/drawingml/2006/main">
            <a:r>
              <a:t>    "winner": 0</a:t>
            </a:r>
          </a:p>
          <a:p xmlns:a="http://schemas.openxmlformats.org/drawingml/2006/main">
            <a:r>
              <a:t>  },</a:t>
            </a:r>
          </a:p>
          <a:p xmlns:a="http://schemas.openxmlformats.org/drawingml/2006/main">
            <a:r>
              <a:t>  {</a:t>
            </a:r>
          </a:p>
          <a:p xmlns:a="http://schemas.openxmlformats.org/drawingml/2006/main">
            <a:r>
              <a:t>    "candidate_player": 0,</a:t>
            </a:r>
          </a:p>
          <a:p xmlns:a="http://schemas.openxmlformats.org/drawingml/2006/main">
            <a:r>
              <a:t>    "candidate_side": "p0",</a:t>
            </a:r>
          </a:p>
          <a:p xmlns:a="http://schemas.openxmlformats.org/drawingml/2006/main">
            <a:r>
              <a:t>    "map": "maps/8x8/basesWorkers8x8.xml",</a:t>
            </a:r>
          </a:p>
          <a:p xmlns:a="http://schemas.openxmlformats.org/drawingml/2006/main">
            <a:r>
              <a:t>    "map_id": "map_1",</a:t>
            </a:r>
          </a:p>
          <a:p xmlns:a="http://schemas.openxmlformats.org/drawingml/2006/main">
            <a:r>
              <a:t>    "match_id": "match_108",</a:t>
            </a:r>
          </a:p>
          <a:p xmlns:a="http://schemas.openxmlformats.org/drawingml/2006/main">
            <a:r>
              <a:t>    "match_index": 108,</a:t>
            </a:r>
          </a:p>
          <a:p xmlns:a="http://schemas.openxmlformats.org/drawingml/2006/main">
            <a:r>
              <a:t>    "match_trace_path": "/home/mhlab/EAGLE/runs/reflection_inspections/20260903_151343_710298_worker_rush_three_reflections/baseline/candidates/worker_rush_parent/matches/match_108/match_trace.jsonl.gz",</a:t>
            </a:r>
          </a:p>
          <a:p xmlns:a="http://schemas.openxmlformats.org/drawingml/2006/main">
            <a:r>
              <a:t>    "opponent_id": "allinbot",</a:t>
            </a:r>
          </a:p>
          <a:p xmlns:a="http://schemas.openxmlformats.org/drawingml/2006/main">
            <a:r>
              <a:t>    "opponent_name": "AllInBot (upstream runtime, fault-contained)",</a:t>
            </a:r>
          </a:p>
          <a:p xmlns:a="http://schemas.openxmlformats.org/drawingml/2006/main">
            <a:r>
              <a:t>    "performance": -99.713333,</a:t>
            </a:r>
          </a:p>
          <a:p xmlns:a="http://schemas.openxmlformats.org/drawingml/2006/main">
            <a:r>
              <a:t>    "result": "p1_win",</a:t>
            </a:r>
          </a:p>
          <a:p xmlns:a="http://schemas.openxmlformats.org/drawingml/2006/main">
            <a:r>
              <a:t>    "winner": 1</a:t>
            </a:r>
          </a:p>
          <a:p xmlns:a="http://schemas.openxmlformats.org/drawingml/2006/main">
            <a:r>
              <a:t>  },</a:t>
            </a:r>
          </a:p>
          <a:p xmlns:a="http://schemas.openxmlformats.org/drawingml/2006/main">
            <a:r>
              <a:t>  {</a:t>
            </a:r>
          </a:p>
          <a:p xmlns:a="http://schemas.openxmlformats.org/drawingml/2006/main">
            <a:r>
              <a:t>    "candidate_player": 1,</a:t>
            </a:r>
          </a:p>
          <a:p xmlns:a="http://schemas.openxmlformats.org/drawingml/2006/main">
            <a:r>
              <a:t>    "candidate_side": "p1",</a:t>
            </a:r>
          </a:p>
          <a:p xmlns:a="http://schemas.openxmlformats.org/drawingml/2006/main">
            <a:r>
              <a:t>    "map": "maps/24x24/basesWorkers24x24.xml",</a:t>
            </a:r>
          </a:p>
          <a:p xmlns:a="http://schemas.openxmlformats.org/drawingml/2006/main">
            <a:r>
              <a:t>    "map_id": "map_3",</a:t>
            </a:r>
          </a:p>
          <a:p xmlns:a="http://schemas.openxmlformats.org/drawingml/2006/main">
            <a:r>
              <a:t>    "match_id": "match_139",</a:t>
            </a:r>
          </a:p>
          <a:p xmlns:a="http://schemas.openxmlformats.org/drawingml/2006/main">
            <a:r>
              <a:t>    "match_index": 139,</a:t>
            </a:r>
          </a:p>
          <a:p xmlns:a="http://schemas.openxmlformats.org/drawingml/2006/main">
            <a:r>
              <a:t>    "match_trace_path": "/home/mhlab/EAGLE/runs/reflection_inspections/20260903_151343_710298_worker_rush_three_reflections/baseline/candidates/worker_rush_parent/matches/match_139/match_trace.jsonl.gz",</a:t>
            </a:r>
          </a:p>
          <a:p xmlns:a="http://schemas.openxmlformats.org/drawingml/2006/main">
            <a:r>
              <a:t>    "opponent_id": "mayari",</a:t>
            </a:r>
          </a:p>
          <a:p xmlns:a="http://schemas.openxmlformats.org/drawingml/2006/main">
            <a:r>
              <a:t>    "opponent_name": "Mayari",</a:t>
            </a:r>
          </a:p>
          <a:p xmlns:a="http://schemas.openxmlformats.org/drawingml/2006/main">
            <a:r>
              <a:t>    "performance": -104.508386,</a:t>
            </a:r>
          </a:p>
          <a:p xmlns:a="http://schemas.openxmlformats.org/drawingml/2006/main">
            <a:r>
              <a:t>    "result": "p0_win",</a:t>
            </a:r>
          </a:p>
          <a:p xmlns:a="http://schemas.openxmlformats.org/drawingml/2006/main">
            <a:r>
              <a:t>    "winner": 0</a:t>
            </a:r>
          </a:p>
          <a:p xmlns:a="http://schemas.openxmlformats.org/drawingml/2006/main">
            <a:r>
              <a:t>  },</a:t>
            </a:r>
          </a:p>
          <a:p xmlns:a="http://schemas.openxmlformats.org/drawingml/2006/main">
            <a:r>
              <a:t>  {</a:t>
            </a:r>
          </a:p>
          <a:p xmlns:a="http://schemas.openxmlformats.org/drawingml/2006/main">
            <a:r>
              <a:t>    "candidate_player": 0,</a:t>
            </a:r>
          </a:p>
          <a:p xmlns:a="http://schemas.openxmlformats.org/drawingml/2006/main">
            <a:r>
              <a:t>    "candidate_side": "p0",</a:t>
            </a:r>
          </a:p>
          <a:p xmlns:a="http://schemas.openxmlformats.org/drawingml/2006/main">
            <a:r>
              <a:t>    "map": "maps/16x16/basesWorkers16x16.xml",</a:t>
            </a:r>
          </a:p>
          <a:p xmlns:a="http://schemas.openxmlformats.org/drawingml/2006/main">
            <a:r>
              <a:t>    "map_id": "map_2",</a:t>
            </a:r>
          </a:p>
          <a:p xmlns:a="http://schemas.openxmlformats.org/drawingml/2006/main">
            <a:r>
              <a:t>    "match_id": "match_154",</a:t>
            </a:r>
          </a:p>
          <a:p xmlns:a="http://schemas.openxmlformats.org/drawingml/2006/main">
            <a:r>
              <a:t>    "match_index": 154,</a:t>
            </a:r>
          </a:p>
          <a:p xmlns:a="http://schemas.openxmlformats.org/drawingml/2006/main">
            <a:r>
              <a:t>    "match_trace_path": "/home/mhlab/EAGLE/runs/reflection_inspections/20260903_151343_710298_worker_rush_three_reflections/baseline/candidates/worker_rush_parent/matches/match_154/match_trace.jsonl.gz",</a:t>
            </a:r>
          </a:p>
          <a:p xmlns:a="http://schemas.openxmlformats.org/drawingml/2006/main">
            <a:r>
              <a:t>    "opponent_id": "coac",</a:t>
            </a:r>
          </a:p>
          <a:p xmlns:a="http://schemas.openxmlformats.org/drawingml/2006/main">
            <a:r>
              <a:t>    "opponent_name": "COAC",</a:t>
            </a:r>
          </a:p>
          <a:p xmlns:a="http://schemas.openxmlformats.org/drawingml/2006/main">
            <a:r>
              <a:t>    "performance": -102.199777,</a:t>
            </a:r>
          </a:p>
          <a:p xmlns:a="http://schemas.openxmlformats.org/drawingml/2006/main">
            <a:r>
              <a:t>    "result": "p1_win",</a:t>
            </a:r>
          </a:p>
          <a:p xmlns:a="http://schemas.openxmlformats.org/drawingml/2006/main">
            <a:r>
              <a:t>    "winner": 1</a:t>
            </a:r>
          </a:p>
          <a:p xmlns:a="http://schemas.openxmlformats.org/drawingml/2006/main">
            <a:r>
              <a:t>  },</a:t>
            </a:r>
          </a:p>
          <a:p xmlns:a="http://schemas.openxmlformats.org/drawingml/2006/main">
            <a:r>
              <a:t>  {</a:t>
            </a:r>
          </a:p>
          <a:p xmlns:a="http://schemas.openxmlformats.org/drawingml/2006/main">
            <a:r>
              <a:t>    "candidate_player": 0,</a:t>
            </a:r>
          </a:p>
          <a:p xmlns:a="http://schemas.openxmlformats.org/drawingml/2006/main">
            <a:r>
              <a:t>    "candidate_side": "p0",</a:t>
            </a:r>
          </a:p>
          <a:p xmlns:a="http://schemas.openxmlformats.org/drawingml/2006/main">
            <a:r>
              <a:t>    "map": "maps/16x16/basesWorkers16x16.xml",</a:t>
            </a:r>
          </a:p>
          <a:p xmlns:a="http://schemas.openxmlformats.org/drawingml/2006/main">
            <a:r>
              <a:t>    "map_id": "map_2",</a:t>
            </a:r>
          </a:p>
          <a:p xmlns:a="http://schemas.openxmlformats.org/drawingml/2006/main">
            <a:r>
              <a:t>    "match_id": "match_170",</a:t>
            </a:r>
          </a:p>
          <a:p xmlns:a="http://schemas.openxmlformats.org/drawingml/2006/main">
            <a:r>
              <a:t>    "match_index": 170,</a:t>
            </a:r>
          </a:p>
          <a:p xmlns:a="http://schemas.openxmlformats.org/drawingml/2006/main">
            <a:r>
              <a:t>    "match_trace_path": "/home/mhlab/EAGLE/runs/reflection_inspections/20260903_151343_710298_worker_rush_three_reflections/baseline/candidates/worker_rush_parent/matches/match_170/match_trace.jsonl.gz",</a:t>
            </a:r>
          </a:p>
          <a:p xmlns:a="http://schemas.openxmlformats.org/drawingml/2006/main">
            <a:r>
              <a:t>    "opponent_id": "tma",</a:t>
            </a:r>
          </a:p>
          <a:p xmlns:a="http://schemas.openxmlformats.org/drawingml/2006/main">
            <a:r>
              <a:t>    "opponent_name": "TMA",</a:t>
            </a:r>
          </a:p>
          <a:p xmlns:a="http://schemas.openxmlformats.org/drawingml/2006/main">
            <a:r>
              <a:t>    "performance": -101.123186,</a:t>
            </a:r>
          </a:p>
          <a:p xmlns:a="http://schemas.openxmlformats.org/drawingml/2006/main">
            <a:r>
              <a:t>    "result": "p1_win",</a:t>
            </a:r>
          </a:p>
          <a:p xmlns:a="http://schemas.openxmlformats.org/drawingml/2006/main">
            <a:r>
              <a:t>    "winner": 1</a:t>
            </a:r>
          </a:p>
          <a:p xmlns:a="http://schemas.openxmlformats.org/drawingml/2006/main">
            <a:r>
              <a:t>  }</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REFLECTION INPUT — global evaluation summary</a:t>
            </a:r>
          </a:p>
          <a:p xmlns:a="http://schemas.openxmlformats.org/drawingml/2006/main">
            <a:r>
              <a:t>{</a:t>
            </a:r>
          </a:p>
          <a:p xmlns:a="http://schemas.openxmlformats.org/drawingml/2006/main">
            <a:r>
              <a:t>  "competitive_win_rate": 0.0,</a:t>
            </a:r>
          </a:p>
          <a:p xmlns:a="http://schemas.openxmlformats.org/drawingml/2006/main">
            <a:r>
              <a:t>  "evaluated_match_count": 180,</a:t>
            </a:r>
          </a:p>
          <a:p xmlns:a="http://schemas.openxmlformats.org/drawingml/2006/main">
            <a:r>
              <a:t>  "evaluation_configuration": {</a:t>
            </a:r>
          </a:p>
          <a:p xmlns:a="http://schemas.openxmlformats.org/drawingml/2006/main">
            <a:r>
              <a:t>    "maps": [</a:t>
            </a:r>
          </a:p>
          <a:p xmlns:a="http://schemas.openxmlformats.org/drawingml/2006/main">
            <a:r>
              <a:t>      "maps/8x8/basesWorkers8x8.xml",</a:t>
            </a:r>
          </a:p>
          <a:p xmlns:a="http://schemas.openxmlformats.org/drawingml/2006/main">
            <a:r>
              <a:t>      "maps/16x16/basesWorkers16x16.xml",</a:t>
            </a:r>
          </a:p>
          <a:p xmlns:a="http://schemas.openxmlformats.org/drawingml/2006/main">
            <a:r>
              <a:t>      "maps/24x24/basesWorkers24x24.xml"</a:t>
            </a:r>
          </a:p>
          <a:p xmlns:a="http://schemas.openxmlformats.org/drawingml/2006/main">
            <a:r>
              <a:t>    ],</a:t>
            </a:r>
          </a:p>
          <a:p xmlns:a="http://schemas.openxmlformats.org/drawingml/2006/main">
            <a:r>
              <a:t>    "required_cases_per_opponent": 18,</a:t>
            </a:r>
          </a:p>
          <a:p xmlns:a="http://schemas.openxmlformats.org/drawingml/2006/main">
            <a:r>
              <a:t>    "rounds_per_map": 3,</a:t>
            </a:r>
          </a:p>
          <a:p xmlns:a="http://schemas.openxmlformats.org/drawingml/2006/main">
            <a:r>
              <a:t>    "swap_player_sides": true</a:t>
            </a:r>
          </a:p>
          <a:p xmlns:a="http://schemas.openxmlformats.org/drawingml/2006/main">
            <a:r>
              <a:t>  },</a:t>
            </a:r>
          </a:p>
          <a:p xmlns:a="http://schemas.openxmlformats.org/drawingml/2006/main">
            <a:r>
              <a:t>  "failed_or_unresolved_match_count": 0,</a:t>
            </a:r>
          </a:p>
          <a:p xmlns:a="http://schemas.openxmlformats.org/drawingml/2006/main">
            <a:r>
              <a:t>  "fully_beaten_opponents": [],</a:t>
            </a:r>
          </a:p>
          <a:p xmlns:a="http://schemas.openxmlformats.org/drawingml/2006/main">
            <a:r>
              <a:t>  "fully_beaten_opponents_count": 0,</a:t>
            </a:r>
          </a:p>
          <a:p xmlns:a="http://schemas.openxmlformats.org/drawingml/2006/main">
            <a:r>
              <a:t>  "opponents": [</a:t>
            </a:r>
          </a:p>
          <a:p xmlns:a="http://schemas.openxmlformats.org/drawingml/2006/main">
            <a:r>
              <a:t>    {</a:t>
            </a:r>
          </a:p>
          <a:p xmlns:a="http://schemas.openxmlformats.org/drawingml/2006/main">
            <a:r>
              <a:t>      "completed_matches": 18,</a:t>
            </a:r>
          </a:p>
          <a:p xmlns:a="http://schemas.openxmlformats.org/drawingml/2006/main">
            <a:r>
              <a:t>      "draws": 18,</a:t>
            </a:r>
          </a:p>
          <a:p xmlns:a="http://schemas.openxmlformats.org/drawingml/2006/main">
            <a:r>
              <a:t>      "expected_matches": 18,</a:t>
            </a:r>
          </a:p>
          <a:p xmlns:a="http://schemas.openxmlformats.org/drawingml/2006/main">
            <a:r>
              <a:t>      "fully_beaten_opponent": false,</a:t>
            </a:r>
          </a:p>
          <a:p xmlns:a="http://schemas.openxmlformats.org/drawingml/2006/main">
            <a:r>
              <a:t>      "losses": 0,</a:t>
            </a:r>
          </a:p>
          <a:p xmlns:a="http://schemas.openxmlformats.org/drawingml/2006/main">
            <a:r>
              <a:t>      "maps": {</a:t>
            </a:r>
          </a:p>
          <a:p xmlns:a="http://schemas.openxmlformats.org/drawingml/2006/main">
            <a:r>
              <a:t>        "map_1":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"PassiveAI",</a:t>
            </a:r>
          </a:p>
          <a:p xmlns:a="http://schemas.openxmlformats.org/drawingml/2006/main">
            <a:r>
              <a:t>      "opponent_id": "passive",</a:t>
            </a:r>
          </a:p>
          <a:p xmlns:a="http://schemas.openxmlformats.org/drawingml/2006/main">
            <a:r>
              <a:t>      "player_sides": {</a:t>
            </a:r>
          </a:p>
          <a:p xmlns:a="http://schemas.openxmlformats.org/drawingml/2006/main">
            <a:r>
              <a:t>        "p0":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18,</a:t>
            </a:r>
          </a:p>
          <a:p xmlns:a="http://schemas.openxmlformats.org/drawingml/2006/main">
            <a:r>
              <a:t>      "expected_matches": 18,</a:t>
            </a:r>
          </a:p>
          <a:p xmlns:a="http://schemas.openxmlformats.org/drawingml/2006/main">
            <a:r>
              <a:t>      "fully_beaten_opponent": false,</a:t>
            </a:r>
          </a:p>
          <a:p xmlns:a="http://schemas.openxmlformats.org/drawingml/2006/main">
            <a:r>
              <a:t>      "losses": 0,</a:t>
            </a:r>
          </a:p>
          <a:p xmlns:a="http://schemas.openxmlformats.org/drawingml/2006/main">
            <a:r>
              <a:t>      "maps": {</a:t>
            </a:r>
          </a:p>
          <a:p xmlns:a="http://schemas.openxmlformats.org/drawingml/2006/main">
            <a:r>
              <a:t>        "map_1":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"RandomAI",</a:t>
            </a:r>
          </a:p>
          <a:p xmlns:a="http://schemas.openxmlformats.org/drawingml/2006/main">
            <a:r>
              <a:t>      "opponent_id": "random",</a:t>
            </a:r>
          </a:p>
          <a:p xmlns:a="http://schemas.openxmlformats.org/drawingml/2006/main">
            <a:r>
              <a:t>      "player_sides": {</a:t>
            </a:r>
          </a:p>
          <a:p xmlns:a="http://schemas.openxmlformats.org/drawingml/2006/main">
            <a:r>
              <a:t>        "p0":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11,</a:t>
            </a:r>
          </a:p>
          <a:p xmlns:a="http://schemas.openxmlformats.org/drawingml/2006/main">
            <a:r>
              <a:t>      "expected_matches": 18,</a:t>
            </a:r>
          </a:p>
          <a:p xmlns:a="http://schemas.openxmlformats.org/drawingml/2006/main">
            <a:r>
              <a:t>      "fully_beaten_opponent": false,</a:t>
            </a:r>
          </a:p>
          <a:p xmlns:a="http://schemas.openxmlformats.org/drawingml/2006/main">
            <a:r>
              <a:t>      "losses": 7,</a:t>
            </a:r>
          </a:p>
          <a:p xmlns:a="http://schemas.openxmlformats.org/drawingml/2006/main">
            <a:r>
              <a:t>      "maps": {</a:t>
            </a:r>
          </a:p>
          <a:p xmlns:a="http://schemas.openxmlformats.org/drawingml/2006/main">
            <a:r>
              <a:t>        "map_1": {</a:t>
            </a:r>
          </a:p>
          <a:p xmlns:a="http://schemas.openxmlformats.org/drawingml/2006/main">
            <a:r>
              <a:t>          "draws": 1,</a:t>
            </a:r>
          </a:p>
          <a:p xmlns:a="http://schemas.openxmlformats.org/drawingml/2006/main">
            <a:r>
              <a:t>          "losses": 5,</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4,</a:t>
            </a:r>
          </a:p>
          <a:p xmlns:a="http://schemas.openxmlformats.org/drawingml/2006/main">
            <a:r>
              <a:t>          "losses": 2,</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"RandomBiasedAI",</a:t>
            </a:r>
          </a:p>
          <a:p xmlns:a="http://schemas.openxmlformats.org/drawingml/2006/main">
            <a:r>
              <a:t>      "opponent_id": "randombias",</a:t>
            </a:r>
          </a:p>
          <a:p xmlns:a="http://schemas.openxmlformats.org/drawingml/2006/main">
            <a:r>
              <a:t>      "player_sides": {</a:t>
            </a:r>
          </a:p>
          <a:p xmlns:a="http://schemas.openxmlformats.org/drawingml/2006/main">
            <a:r>
              <a:t>        "p0": {</a:t>
            </a:r>
          </a:p>
          <a:p xmlns:a="http://schemas.openxmlformats.org/drawingml/2006/main">
            <a:r>
              <a:t>          "draws": 5,</a:t>
            </a:r>
          </a:p>
          <a:p xmlns:a="http://schemas.openxmlformats.org/drawingml/2006/main">
            <a:r>
              <a:t>          "losses": 4,</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6,</a:t>
            </a:r>
          </a:p>
          <a:p xmlns:a="http://schemas.openxmlformats.org/drawingml/2006/main">
            <a:r>
              <a:t>          "losses": 3,</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"LightRush",</a:t>
            </a:r>
          </a:p>
          <a:p xmlns:a="http://schemas.openxmlformats.org/drawingml/2006/main">
            <a:r>
              <a:t>      "opponent_id": "lightrush",</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"HeavyRush",</a:t>
            </a:r>
          </a:p>
          <a:p xmlns:a="http://schemas.openxmlformats.org/drawingml/2006/main">
            <a:r>
              <a:t>      "opponent_id": "heavyrush",</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"WorkerRush",</a:t>
            </a:r>
          </a:p>
          <a:p xmlns:a="http://schemas.openxmlformats.org/drawingml/2006/main">
            <a:r>
              <a:t>      "opponent_id": "workerrush",</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"AllInBot (upstream runtime, fault-contained)",</a:t>
            </a:r>
          </a:p>
          <a:p xmlns:a="http://schemas.openxmlformats.org/drawingml/2006/main">
            <a:r>
              <a:t>      "opponent_id": "allinbot",</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"Mayari",</a:t>
            </a:r>
          </a:p>
          <a:p xmlns:a="http://schemas.openxmlformats.org/drawingml/2006/main">
            <a:r>
              <a:t>      "opponent_id": "mayari",</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"COAC",</a:t>
            </a:r>
          </a:p>
          <a:p xmlns:a="http://schemas.openxmlformats.org/drawingml/2006/main">
            <a:r>
              <a:t>      "opponent_id": "coac",</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"TMA",</a:t>
            </a:r>
          </a:p>
          <a:p xmlns:a="http://schemas.openxmlformats.org/drawingml/2006/main">
            <a:r>
              <a:t>      "opponent_id": "tma",</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"schema_version": "strategy-reflection-global-summary-v1",</a:t>
            </a:r>
          </a:p>
          <a:p xmlns:a="http://schemas.openxmlformats.org/drawingml/2006/main">
            <a:r>
              <a:t>  "source": "all_evaluated_match_results",</a:t>
            </a:r>
          </a:p>
          <a:p xmlns:a="http://schemas.openxmlformats.org/drawingml/2006/main">
            <a:r>
              <a:t>  "total_draws": 47,</a:t>
            </a:r>
          </a:p>
          <a:p xmlns:a="http://schemas.openxmlformats.org/drawingml/2006/main">
            <a:r>
              <a:t>  "total_losses": 133,</a:t>
            </a:r>
          </a:p>
          <a:p xmlns:a="http://schemas.openxmlformats.org/drawingml/2006/main">
            <a:r>
              <a:t>  "total_matches": 180,</a:t>
            </a:r>
          </a:p>
          <a:p xmlns:a="http://schemas.openxmlformats.org/drawingml/2006/main">
            <a:r>
              <a:t>  "total_wins": 0</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REFLECTION INPUT — coach semantic payload</a:t>
            </a:r>
          </a:p>
          <a:p xmlns:a="http://schemas.openxmlformats.org/drawingml/2006/main">
            <a:r>
              <a:t>{</a:t>
            </a:r>
          </a:p>
          <a:p xmlns:a="http://schemas.openxmlformats.org/drawingml/2006/main">
            <a:r>
              <a:t>  "prompt_name": "coach_refine",</a:t>
            </a:r>
          </a:p>
          <a:p xmlns:a="http://schemas.openxmlformats.org/drawingml/2006/main">
            <a:r>
              <a:t>  "render_variables": {</a:t>
            </a:r>
          </a:p>
          <a:p xmlns:a="http://schemas.openxmlformats.org/drawingml/2006/main">
            <a:r>
              <a:t>    "commentator_diagnoses_and_evaluation_metadata": "{\"candidate_id\": \"worker_rush_reflection_subject\", \"commentator_diagnoses\": [{\"candidate_side\": \"p1\", \"candidate_strategy_summary\": \"Implemented continuous Worker-rush: prioritized base production, dedicated one Worker per base to resource collection, and sent additional Workers directly toward enemy Base. No defensive structures or combat units produced.\", \"candidate_strengths\": [\"{'strength': 'Efficient resource collection: maintained continuous production by prioritizing Worker return to base.', 'evidence': 'Candidate’s base produced 7 Workers by tick 1496 while opponent’s base remained idle.'}\", \"{'strength': 'Aggressive expansion: Workers consistently advanced toward enemy Base without hesitation.', 'evidence': 'Opponent’s Workers never engaged in combat or defended; candidate’s Workers surrounded enemy Base by tick 1496.'}\"], \"candidate_weaknesses\": [\"{'weakness': 'No defensive adaptation: no Barracks or combat units produced despite opponent’s passive nature.', 'evidence': 'Opponent’s Workers could have been eliminated with combat units, but candidate relied solely on Workers.'}\"], \"map\": null, \"match_id\": \"match_03\", \"opponent\": \"PassiveAI\", \"opponent_strategy_summary\": \"PassiveAI: no visible aggressive or defensive actions; remained static with minimal resource collection (1 Worker per base). No production or expansion observed.\", \"result\": \"draw\", \"turning_points\": [{\"event\": \"Both players start with identical initial conditions (1 Base + 1 Worker each). Opponent’s Worker remains idle at base (x6,y6).\", \"impact\": \"Candidate’s Worker (x1,y1) immediately begins harvesting nearest resource (0,0), while opponent’s Worker never moves from base. Candidate gains resource advantage.\", \"tick\": 0}, {\"event\": \"Opponent’s Worker (x6,y6) begins moving toward (7,7) resource node, but candidate’s base has already produced 7 additional Workers (tick 1496).\", \"impact\": \"Candidate’s overwhelming numerical superiority (8:1 Worker ratio) neutralizes opponent’s passive strategy. Opponent’s Workers remain scattered and ineffective.\", \"tick\": 20}], \"win_loss_analysis\": {\"decisive_causes\": [{\"cause\": \"Opponent’s timeout: PassiveAI’s inaction prevented meaningful engagement beyond numerical stalemate.\", \"details\": \"Opponent’s Workers never attacked or defended; candidate’s Workers outnumbered but lacked combat units to finish the enemy.\"}], \"result\": \"draw\"}}, {\"candidate_side\": \"p0\", \"candidate_strategy_summary\": \"Implemented continuous Worker-rush: prioritized production of Workers, allocated one Worker per Base to harvest resources, and dispatched additional Workers toward enemy Base or visible enemy units.\", \"candidate_strengths\": [\"{'strength': 'Efficient resource management: Workers consistently harvest and return resources to Base, enabling continuous production.'}\", \"{'strength': 'Coordinated aggression: Additional Workers advance toward enemy territory in a directed manner, maximizing pressure.'}\"], \"candidate_weaknesses\": [\"{'weakness': 'No defensive adaptation: Despite opponent’s scattered Workers, candidate does not prioritize defending against potential ambushes or resource node threats.'}\"], \"map\": null, \"match_id\": \"match_26\", \"opponent\": \"RandomAI\", \"opponent_strategy_summary\": \"RandomAI: no structured strategy; Workers moved unpredictably without coordinated production or targeting.\", \"result\": \"draw\", \"turning_points\": [{\"event\": \"Both players start with 1 Worker each; no immediate resource collection or production observed.\", \"impact\": \"Neither player initiates meaningful action, delaying early resource accumulation and unit production.\", \"tick\": 0}, {\"event\": \"Candidate produces 6 Workers (total: 7 units), while opponent deploys 15 Workers (total: 15 units) in scattered, uncoordinated positions. Candidate’s Workers consolidate near resources and Base; opponent’s Workers remain dispersed.\", \"impact\": \"Candidate achieves resource advantage (21 resources vs. opponent’s 0) due to efficient Worker allocation, while opponent’s random movement wastes resources and fails to threaten candidate’s Base.\", \"tick\": 2998}], \"win_loss_analysis\": {\"decisive_causes\": [{\"cause\": \"Opponent’s randomness: RandomAI’s lack of structure prevents meaningful counterplay, but also fails to exploit candidate’s lack of defensive focus.\"}, {\"cause\": \"Resource advantage: Candidate’s disciplined Worker allocation outpaces opponent’s chaotic deployment, but opponent’s sheer numbers prevent decisive victory.\"}], \"result\": \"draw\"}}, {\"candidate_side\": \"p1\", \"candidate_strategy_summary\": \"Implemented continuous Worker-rush: prioritized immediate Worker production, assigned one Worker per Base to harvest resources, and dispatched additional Workers toward enemy Base without Barracks or combat unit production.\", \"candidate_strengths\": [\"{'strength': 'Aggressive Worker production and deployment', 'evidence': 'Produced 18 Workers by tick 1173, overwhelming opponent’s single Worker.'}\", \"{'strength': 'Efficient resource collection and territorial control', 'evidence': 'Secured all resource nodes by tick 1173, preventing opponent from gathering resources.'}\"], \"candidate_weaknesses\": [\"{'weakness': 'No defensive structures or combat units', 'evidence': 'Relied solely on Workers for both resource collection and combat, leaving no redundancy.'}\", \"{'weakness': 'Vulnerable to early opportunistic strikes', 'evidence': 'If opponent had coordinated even minimally (e.g., Barracks production), candidate’s Base could have been targeted earlier.'}\"], \"map\": null, \"match_id\": \"match_41\", \"opponent\": \"RandomBiasedAI\", \"opponent_strategy_summary\": \"RandomBiasedAI exhibited no structured strategy; actions were likely stochastic (e.g., no consistent resource collection, no coordinated attacks, and no Barracks/unit production).\", \"result\": \"loss\", \"turning_points\": [{\"event\": \"Both players start with identical initial state (1 Base + 1 Worker, 5 resources each). Opponent’s Worker remains stationary at (6,6) while candidate’s Worker begins moving toward (0,0) resource node.\", \"impact\": \"Candidate gains early resource advantage by actively harvesting, while opponent’s Worker does not contribute to resource collection or expansion.\", \"tick\": 0}, {\"event\": \"Candidate produces 4 additional Workers (total: 5 Workers), all dispatched toward enemy Base or enemy territory. Opponent’s Worker remains idle at (6,6).\", \"impact\": \"Candidate establishes overwhelming numerical superiority (5 vs. 1 Worker) and begins aggressive territorial expansion, while opponent fails to counter with any coordinated response.\", \"tick\": 20}, {\"event\": \"Candidate’s 18 Workers control all resource nodes and enemy territory; opponent’s lone Worker is isolated at (6,6) with no support or resources. Opponent’s Base is destroyed by candidate’s Workers.\", \"impact\": \"Opponent’s inability to produce or coordinate units leads to total resource starvation and Base elimination, sealing the loss.\", \"tick\": 1173}], \"win_loss_analysis\": {\"decisive_causes\": [{\"cause\": \"Opponent’s identity misclassification\", \"details\": \"Opponent was RandomBiasedAI, which lacked structured responses to candidate’s aggressive rush, enabling uncontested dominance.\"}, {\"cause\": \"Candidate’s strategy misalignment with opponent’s incompetence\", \"details\": \"Strategy assumed opponent would resist or counter; instead, opponent’s randomness amplified candidate’s numerical advantage.\"}], \"result\": \"loss\"}}, {\"candidate_side\": \"p1\", \"candidate_strategy_summary\": \"Pure Worker-rush with no Barracks production. Workers harvest optimally and attack enemy Base directly or nearest enemy units.\", \"candidate_strengths\": [\"{'strength': 'Rapid Barracks construction upon detecting enemy threat, enabling combat unit production.'}\", \"{'strength': 'Effective Light unit positioning (spread formation) to cover multiple enemy units.'}\"], \"candidate_weaknesses\": [\"{'weakness': \\\"Initial Worker-rush failed to eliminate opponent's Worker before Barracks production, allowing opponent to gather resources.\\\"}\"], \"map\": null, \"match_id\": \"match_67\", \"opponent\": \"LightRush\", \"opponent_strategy_summary\": \"LightRush: Rapid production of lightweight combat units (Lights) after initial Worker presence. Adaptive positioning and aggressive expansion.\", \"result\": \"win\", \"turning_points\": [{\"event\": \"Candidate produces first Barracks at (1,0) after detecting enemy Worker movement toward base.\", \"impact\": \"Shift from pure Worker-rush to mixed strategy, enabling rapid Light production. Opponent's Worker was eliminated by candidate's Lights before reaching base.\", \"tick\": 18}, {\"event\": \"Opponent's Worker (22,22) begins carrying resources, indicating resource depletion and potential retreat.\", \"impact\": \"Candidate's early Barracks production allowed deployment of 6 Lights, overwhelming opponent's lone Worker before it could consolidate resources.\", \"tick\": 79}, {\"event\": \"Opponent's Worker (22,22) dies to candidate's Light units (3,18) and (21,22).\", \"impact\": \"Final elimination of opponent's last unit, ending match. Candidate's adaptive Light positioning (spread formation) maximized pressure.\", \"tick\": 822}], \"win_loss_analysis\": {\"decisive_causes\": [{\"cause\": \"Opponent's Worker was isolated and overwhelmed by candidate's Lights before it could consolidate resources or retreat.\"}, {\"cause\": \"Candidate's adaptive shift from pure Worker-rush to mixed strategy (Barracks + Lights) disrupted opponent's economy.\"}], \"result\": \"win\"}}, {\"candidate_side\": \"p1\", \"candidate_strategy_summary\": \"Worker-rush: continuous production of Workers to attack enemy base. Prioritizes resource harvesting for production, no barracks or non-Worker units.\", \"candidate_strengths\": [\"{'strength': 'Initial resource efficiency: harvested resources consistently to sustain Worker production.', 'context': 'Ticks 0–934: Candidate maintained 1 Worker harvesting and 1 Worker attacking/en route.'}\"], \"candidate_weaknesses\": [\"{'weakness': 'No defensive structures or non-Worker units until Heavy production at tick 935.', 'context': 'Opponent’s Heavy units exploited this gap to destroy candidate’s base and Worker.'}\", \"{'weakness': 'Delayed Heavy production: candidate’s Barracks built only after opponent’s base was already under attack.', 'context': 'Heavy units arrived post-gameover (tick 940).'}\"], \"map\": null, \"match_id\": \"match_85\", \"opponent\": \"HeavyRush\", \"opponent_strategy_summary\": \"HeavyRush: deployed Heavy units (likely melee/armored) in coordinated positions (ticks 934–940) to overwhelm candidate’s base and Workers.\", \"result\": \"loss\", \"turning_points\": [{\"event\": \"Opponent deploys 4 Heavy units near candidate’s base (positions (3,11), (7,21), (13,23), (15,22)) while candidate’s Worker at (15,23) remains isolated.\", \"impact\": \"Candidate’s lone Worker was overwhelmed; Heavy units coordinated to eliminate candidate’s base and remaining Worker.\", \"tick\": 934}, {\"event\": \"Candidate’s Barracks produced 4 Heavy units (revealing adaptive response), but opponent’s Worker was already destroyed.\", \"impact\": \"Candidate’s late Heavy production arrived after opponent’s base was already destroyed (tick 940).\", \"tick\": 939}], \"win_loss_analysis\": {\"decisive_causes\": [{\"cause\": \"Opponent’s Heavy units overwhelmed candidate’s base and Worker before candidate could scale up defenses.\", \"evidence\": [\"Heavy units positioned at ticks 934–939\", \"Candidate’s Worker destroyed at tick 939\", \"Base destroyed at tick 940\"]}, {\"cause\": \"Candidate’s lack of barracks/defensive units until late (tick 935) left no counterplay.\", \"evidence\": [\"No Barracks until tick 935\", \"No defensive structures or combat units prior to Heavy production\"]}], \"result\": \"loss\"}}, {\"candidate_side\": \"p1\", \"candidate_strategy_summary\": \"Continuous Worker-rush with immediate enemy Base targeting. Prioritizes production and direct assault without defensive structures or non-Worker units.\", \"candidate_strengths\": [\"{'strength': 'Rapid Worker production (12 Workers by tick 597) and aggressive Base targeting.', 'context': 'Executed strategy flawlessly during early-mid game, overwhelming opponent’s lone Worker.'}\"], \"candidate_weaknesses\": [\"{'weakness': 'No defensive structures or resource storage. Base was vulnerable to single Worker attacks.', 'context': 'Opponent’s Worker destroyed candidate’s Base at tick 18, halting production and resource accumulation.'}\", \"{'weakness': 'Resource depletion without storage. Candidate’s Base ran out of resources (0.0 at tick 597) despite having 12 Workers.', 'context': 'Lack of resource buffering prevented sustained production or defensive actions.'}\"], \"map\": null, \"match_id\": \"match_107\", \"opponent\": \"WorkerRush\", \"opponent_strategy_summary\": \"Worker-rush with aggressive expansion and resource exploitation. Opponent maintained a lone Worker near its Base while rapidly producing additional Workers to overwhelm candidate’s Base.\", \"result\": \"loss\", \"turning_points\": [{\"event\": \"Candidate produced 4th Worker (total: 4). Opponent’s Worker (x=23,y=21) moved into adjacent tile (x=22,y=21), initiating direct Base assault. Candidate’s Workers (x=18-22,y=20-22) converged toward enemy Base but were outnumbered.\", \"impact\": \"Opponent’s Worker reached candidate’s Base perimeter, initiating combat. Candidate’s numerical advantage was neutralized by opponent’s aggressive positioning and resource advantage.\", \"tick\": 18}, {\"event\": \"Candidate’s 12 Workers reached opponent’s Base perimeter. Opponent’s lone Worker (x=23,y=21) was isolated and destroyed by candidate’s coordinated assault.\", \"impact\": \"Opponent’s Base was destroyed, but candidate’s Base was already depleted of resources (0.0) and lacked defensive structures. Opponent’s remaining Worker escaped, securing victory.\", \"tick\": 597}], \"win_loss_analysis\": {\"decisive_causes\": [{\"cause\": \"Opponent’s Worker destroyed candidate’s Base at tick 18, disabling production and resource flow.\", \"evidence\": [\"Base HP dropped to 0 at tick 18\", \"Candidate’s resources stagnated at 5.0 until tick 597\"]}, {\"cause\": \"Candidate’s numerical advantage (12 vs. 1 Worker) was negated by opponent’s Base destruction and resource advantage.\", \"evidence\": [\"Opponent’s Base destroyed at tick 597\", \"Candidate’s Base had 0 resources at game end\"]}], \"result\": \"loss\"}}, {\"candidate_side\": \"p0\", \"candidate_strategy_summary\": \"\", \"candidate_strengths\": [\"{'evidence': {'tick_range': '0-214', 'observation': 'workers were produced continuously (log shows no barracks, but candidate maintained unit count until collapse)'}, 'strength': 'adherence to rush policy (no production halts)'}\"], \"candidate_weaknesses\": [\"{'evidence': {'tick': 215, 'observation': 'no resources (0.0) and zero workers at terminal state despite prior production'}, 'weakness': 'harvesting inefficiency (failed to sustain resource flow)'}\", \"{'evidence': {'tick': 215, 'observation': 'opponent retained viability (0 vs. 0 units at terminal, but no collapse evidence for p1)'}, 'weakness': \\\"no defensive pressure mitigation (no barracks/units to counter opponent's fault-contained aggression)\\\"}\"], \"map\": null, \"match_id\": \"match_108\", \"opponent\": \"AllInBot (upstream runtime, fault-contained)\", \"opponent_strategy_summary\": \"\", \"result\": \"loss\", \"turning_points\": [{\"event\": \"terminal state reached (no units remaining)\", \"impact\": \"candidate collapsed due to resource starvation (0 workers, 0 resources) while opponent maintained viability\", \"tick\": 215}], \"win_loss_analysis\": {\"decisive_causes\": [{\"cause\": \"resource starvation\", \"mechanism\": \"failed to harvest sustainably (0 resources at tick 215)\"}, {\"cause\": \"opponent resilience\", \"mechanism\": \"AllInBot maintained viability despite unknown strategy\"}], \"result\": \"loss\"}}, {\"candidate_side\": \"p1\", \"candidate_strategy_summary\": \"Worker-rush with continuous production and immediate enemy base targeting. No barracks built; relies solely on Workers for combat and resource collection.\", \"candidate_strengths\": [\"{'strength': 'Resource efficiency', 'evidence': 'Sustained Worker production (2 Workers by tick 780) with no idle units. Barracks construction at tick 780 enables rapid combat unit scaling.'}\", \"{'strength': 'Adaptive transition', 'evidence': 'Shifted from pure Worker-rush to mixed strategy (Heavies) at tick 780, exploiting opponent’s static positioning.'}\"], \"candidate_weaknesses\": [\"{'weakness': 'No early defensive structures', 'evidence': 'Barracks built only at tick 780; initial 18 ticks vulnerable to opponent’s Worker if Mayari had engaged aggressively.'}\", \"{'weakness': 'Over-reliance on Worker combat', 'evidence': 'Early ticks (0–17) only Workers attack; opponent’s Worker at (22,22) could have disrupted production if Mayari had prioritized base harassment.'}\"], \"map\": null, \"match_id\": \"match_139\", \"opponent\": \"Mayari\", \"opponent_strategy_summary\": \"\", \"result\": \"loss\", \"turning_points\": [{\"event\": \"Both players start with identical initial conditions (1 Base, 1 Worker, 5 resources each). Opponent’s Worker positioned adjacent to candidate’s Base (1,1) vs (22,22).\", \"impact\": \"Opponent’s Worker is closer to candidate’s Base, enabling potential early interference if Mayari deviates from passive stance.\", \"tick\": 0}, {\"event\": \"Candidate’s Base produces first Worker (resources: 5 → 0). Opponent’s Worker remains stationary near (17,23) with 1 resource, indicating no aggressive expansion.\", \"impact\": \"Candidate gains resource advantage; opponent’s passive stance delays counter-rush. Candidate’s Worker production rate outpaces opponent’s resource collection efficiency.\", \"tick\": 18}, {\"event\": \"Candidate constructs Barracks (building_count: 1) and deploys 4 Heavy units. Opponent’s Worker (1/1) is isolated at (17,23) with 1 resource; no defensive structures or combat units.\", \"impact\": \"Candidate transitions from pure Worker-rush to mixed strategy (Workers + Heavies). Opponent’s single Worker is overwhelmed by candidate’s Heavies and Workers converging on (17,23).\", \"tick\": 780}, {\"event\": \"Opponent’s last Worker destroyed (game_over: true). Candidate’s 4 Heavies and 2 Workers remain intact.\", \"impact\": \"Decisive victory via overwhelming numerical and unit-type superiority. Opponent’s lack of adaptive strategy (no Barracks, no combat units) leaves them vulnerable to candidate’s transition.\", \"tick\": 785}], \"win_loss_analysis\": {\"decisive_causes\": [{\"cause\": \"Opponent’s identity/missing strategy\", \"details\": \"Mayari’s unknown strategy likely passive or non-aggressive. Candidate’s Worker-rush overwhelmed opponent’s single Worker at (17,23) by tick 785.\"}, {\"cause\": \"Temporal misalignment\", \"details\": \"Opponent’s Worker remained stationary near (17,23) for 767 ticks (18–785), collecting minimal resources (1 unit) while candidate scaled production and combat units.\"}], \"result\": \"loss\"}}, {\"candidate_side\": \"p0\", \"candidate_strategy_summary\": \"Strict continuous Worker-rush with no barracks production. Prioritized immediate enemy Base attack after resource allocation.\", \"candidate_strengths\": [\"{'strength': 'Resource efficiency in early game (collected all visible resources before opponent’s Barracks production).', 'context': 'Tick 0–660: Candidate’s Worker harvested all accessible nodes (0,0; 0,1; 15,15) before opponent’s Barracks enabled production.'}\"], \"candidate_weaknesses\": [\"{'weakness': 'No defensive infrastructure or combat units; vulnerable to ranged harassment.', 'context': 'Tick 660+: Opponent’s Ranged units (3x) and Heavy unit targeted candidate’s Base and Worker without retaliation.'}\", \"{'weakness': 'Over-reliance on pure Worker-rush without adaptive production.', 'context': 'Candidate’s strategy ignored opponent’s Barracks construction, leaving no counter to sustained combat units.'}\"], \"map\": null, \"match_id\": \"match_154\", \"opponent\": \"COAC\", \"opponent_strategy_summary\": \"Unknown (COAC), but exhibited adaptive Barracks production (~tick 660), ranged/heavy unit manufacturing, and aggressive resource exploitation.\", \"result\": \"loss\", \"turning_points\": [{\"event\": \"Both players start with identical initial state (1 Worker + Base, 5 resources). No immediate tactical advantage.\", \"impact\": \"Neutral opening; candidate’s Worker-rush strategy exposed to opponent’s eventual barracks production.\", \"tick\": 0}, {\"event\": \"Opponent constructs Barracks (~tick 659) and begins producing Heavy/Ranged units, while candidate’s Base is destroyed by ranged fire.\", \"impact\": \"Candidate’s lack of defensive structures or combat units rendered them vulnerable to sustained ranged harassment. Opponent’s transition to mixed-unit army overwhelmed candidate’s single Worker.\", \"tick\": 660}], \"win_loss_analysis\": {\"decisive_causes\": [{\"cause\": \"Opponent’s barracks production enabled unit diversity (Ranged/Heavy), breaking candidate’s Worker-rush dominance.\", \"evidence\": [\"Barracks built at tick ~659\", \"Candidate’s Base destroyed by tick 665\"]}, {\"cause\": \"Candidate’s lack of defensive units or structures prevented recovery.\", \"evidence\": [\"No Barracks or combat units produced\", \"Single Worker eliminated by tick 665\"]}], \"result\": \"loss\"}}, {\"candidate_side\": \"p0\", \"candidate_strategy_summary\": \"Pure Worker-rush with no barracks or combat unit production. Prioritizes immediate enemy Base attack via Workers, ignoring resource node defense until enemy Base is visible.\", \"candidate_strengths\": [\"{'strength': 'Initial Worker production rate (2 Workers by tick 19).', 'context': \\\"Candidate's Base was fully functional and produced Workers continuously.\\\"}\"], \"candidate_weaknesses\": [\"{'weakness': \\\"No defensive infrastructure or combat units to counter opponent's Barracks/unit production.\\\", 'context': \\\"Opponent's Barracks at tick 19 enabled rapid production of Heavies, Lights, and Ranged units.\\\"}\", \"{'weakness': 'Lack of resource node defense strategy.', 'context': \\\"Opponent's Workers and combat units freely harvested candidate's resources without retaliation.\\\"}\", \"{'weakness': 'Over-reliance on direct Base assault without resource sustainability.', 'context': \\\"Candidate's Workers were vulnerable to enemy combat units during resource collection.\\\"}\"], \"map\": null, \"match_id\": \"match_170\", \"opponent\": \"TMA\", \"opponent_strategy_summary\": \"Unknown (TMA), but exhibited rapid barracks construction (~tick 19), combat unit production (Heavies, Light, Ranged), and aggressive expansion into candidate territory.\", \"result\": \"loss\", \"turning_points\": [{\"event\": \"Opponent constructs first Barracks at (14,12) and begins producing combat units (Heavies, Light, Ranged). Candidate has no defensive structures or combat units.\", \"impact\": \"Candidate loses ability to produce defensive units or counterattack. Opponent gains overwhelming numerical and unit-type advantage.\", \"tick\": 19}, {\"event\": \"Opponent's Heavy units (x=0,y=4 and x=15,y=11) and Light unit (x=0,y=7) converge on candidate's Workers at (0,9) and (1,1). Candidate's Workers are isolated and outnumbered.\", \"impact\": \"Candidate's resource collection halts. Opponent's superior combat units eliminate candidate's Workers without retaliation, leading to resource starvation.\", \"tick\": 634}], \"win_loss_analysis\": {\"decisive_causes\": [{\"cause\": \"Opponent's Barracks production enabled overwhelming combat unit superiority.\", \"evidence\": [\"tick 19 Barracks construction\", \"combat units at tick 632 (4 units vs. 0 candidate combat units)\"]}, {\"cause\": \"Candidate's Workers were outnumbered and outmaneuvered by opponent's combat units.\", \"evidence\": [\"tick 634 Heavy/Light units converging on candidate Workers\", \"resource starvation by tick 635\"]}], \"result\": \"loss\"}}], \"global_evaluation_summary\": {\"competitive_win_rate\": 0.0, \"evaluated_match_count\": 180, \"evaluation_configuration\": {\"maps\": [\"maps/8x8/basesWorkers8x8.xml\", \"maps/16x16/basesWorkers16x16.xml\", \"maps/24x24/basesWorkers24x24.xml\"], \"required_cases_per_opponent\": 18, \"rounds_per_map\": 3, \"swap_player_sides\": true}, \"failed_or_unresolved_match_count\": 0, \"fully_beaten_opponents\": [], \"fully_beaten_opponents_count\": 0, \"opponents\": [{\"completed_matches\": 18, \"draws\": 18, \"expected_matches\": 18, \"fully_beaten_opponent\": false, \"losses\": 0, \"maps\": {\"map_1\": {\"draws\": 6, \"losses\": 0, \"matches\": 6, \"win_rate\": 0.0, \"wins\": 0}, \"map_2\": {\"draws\": 6, \"losses\": 0, \"matches\": 6, \"win_rate\": 0.0, \"wins\": 0}, \"map_3\": {\"draws\": 6, \"losses\": 0, \"matches\": 6, \"win_rate\": 0.0, \"wins\": 0}}, \"opponent\": \"PassiveAI\", \"opponent_id\": \"passive\", \"player_sides\": {\"p0\": {\"draws\": 9, \"losses\": 0, \"matches\": 9, \"win_rate\": 0.0, \"wins\": 0}, \"p1\": {\"draws\": 9, \"losses\": 0, \"matches\": 9, \"win_rate\": 0.0, \"wins\": 0}}, \"win_rate\": 0.0, \"wins\": 0}, {\"completed_matches\": 18, \"draws\": 18, \"expected_matches\": 18, \"fully_beaten_opponent\": false, \"losses\": 0, \"maps\": {\"map_1\": {\"draws\": 6, \"losses\": 0, \"matches\": 6, \"win_rate\": 0.0, \"wins\": 0}, \"map_2\": {\"draws\": 6, \"losses\": 0, \"matches\": 6, \"win_rate\": 0.0, \"wins\": 0}, \"map_3\": {\"draws\": 6, \"losses\": 0, \"matches\": 6, \"win_rate\": 0.0, \"wins\": 0}}, \"opponent\": \"RandomAI\", \"opponent_id\": \"random\", \"player_sides\": {\"p0\": {\"draws\": 9, \"losses\": 0, \"matches\": 9, \"win_rate\": 0.0, \"wins\": 0}, \"p1\": {\"draws\": 9, \"losses\": 0, \"matches\": 9, \"win_rate\": 0.0, \"wins\": 0}}, \"win_rate\": 0.0, \"wins\": 0}, {\"completed_matches\": 18, \"draws\": 11, \"expected_matches\": 18, \"fully_beaten_opponent\": false, \"losses\": 7, \"maps\": {\"map_1\": {\"draws\": 1, \"losses\": 5, \"matches\": 6, \"win_rate\": 0.0, \"wins\": 0}, \"map_2\": {\"draws\": 4, \"losses\": 2, \"matches\": 6, \"win_rate\": 0.0, \"wins\": 0}, \"map_3\": {\"draws\": 6, \"losses\": 0, \"matches\": 6, \"win_rate\": 0.0, \"wins\": 0}}, \"opponent\": \"RandomBiasedAI\", \"opponent_id\": \"randombias\", \"player_sides\": {\"p0\": {\"draws\": 5, \"losses\": 4, \"matches\": 9, \"win_rate\": 0.0, \"wins\": 0}, \"p1\": {\"draws\": 6, \"losses\": 3,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\"LightRush\", \"opponent_id\": \"lightrush\", \"player_sides\": {\"p0\": {\"draws\": 0, \"losses\": 9, \"matches\": 9, \"win_rate\": 0.0, \"wins\": 0}, \"p1\": {\"draws\": 0, \"losses\": 9,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\"HeavyRush\", \"opponent_id\": \"heavyrush\", \"player_sides\": {\"p0\": {\"draws\": 0, \"losses\": 9, \"matches\": 9, \"win_rate\": 0.0, \"wins\": 0}, \"p1\": {\"draws\": 0, \"losses\": 9,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\"WorkerRush\", \"opponent_id\": \"workerrush\", \"player_sides\": {\"p0\": {\"draws\": 0, \"losses\": 9, \"matches\": 9, \"win_rate\": 0.0, \"wins\": 0}, \"p1\": {\"draws\": 0, \"losses\": 9,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\"AllInBot (upstream runtime, fault-contained)\", \"opponent_id\": \"allinbot\", \"player_sides\": {\"p0\": {\"draws\": 0, \"losses\": 9, \"matches\": 9, \"win_rate\": 0.0, \"wins\": 0}, \"p1\": {\"draws\": 0, \"losses\": 9,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\"Mayari\", \"opponent_id\": \"mayari\", \"player_sides\": {\"p0\": {\"draws\": 0, \"losses\": 9, \"matches\": 9, \"win_rate\": 0.0, \"wins\": 0}, \"p1\": {\"draws\": 0, \"losses\": 9,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\"COAC\", \"opponent_id\": \"coac\", \"player_sides\": {\"p0\": {\"draws\": 0, \"losses\": 9, \"matches\": 9, \"win_rate\": 0.0, \"wins\": 0}, \"p1\": {\"draws\": 0, \"losses\": 9, \"matches\": 9, \"win_rate\": 0.0, \"wins\": 0}}, \"win_rate\": 0.0, \"wins\": 0}, {\"completed_matches\": 18, \"draws\": 0, \"expected_matches\": 18, \"fully_beaten_opponent\": false, \"losses\": 18, \"maps\": {\"map_1\": {\"draws\": 0, \"losses\": 6, \"matches\": 6, \"win_rate\": 0.0, \"wins\": 0}, \"map_2\": {\"draws\": 0, \"losses\": 6, \"matches\": 6, \"win_rate\": 0.0, \"wins\": 0}, \"map_3\": {\"draws\": 0, \"losses\": 6, \"matches\": 6, \"win_rate\": 0.0, \"wins\": 0}}, \"opponent\": \"TMA\", \"opponent_id\": \"tma\", \"player_sides\": {\"p0\": {\"draws\": 0, \"losses\": 9, \"matches\": 9, \"win_rate\": 0.0, \"wins\": 0}, \"p1\": {\"draws\": 0, \"losses\": 9, \"matches\": 9, \"win_rate\": 0.0, \"wins\": 0}}, \"win_rate\": 0.0, \"wins\": 0}], \"schema_version\": \"strategy-reflection-global-summary-v1\", \"source\": \"all_evaluated_match_results\", \"total_draws\": 47, \"total_losses\": 133, \"total_matches\": 180, \"total_wins\": 0}, \"match_selection\": {\"actual_sample_size\": 10, \"available_results\": {\"draw\": 47, \"loss\": 133, \"win\": 0}, \"candidate_id\": \"worker_rush_reflection_subject\", \"commentary_failures\": [], \"coverage_counts\": {\"maps\": 3, \"opponent_map_side_combinations\": 10, \"opponents\": 10}, \"draws_sampled\": 2, \"eligible_match_count\": 180, \"eligible_match_ids\": [\"match_00\", \"match_01\", \"match_02\", \"match_03\", \"match_04\", \"match_05\", \"match_06\", \"match_07\", \"match_08\", \"match_09\", \"match_10\", \"match_11\", \"match_12\", \"match_13\", \"match_14\", \"match_15\", \"match_16\", \"match_17\", \"match_18\", \"match_19\", \"match_20\", \"match_21\", \"match_22\", \"match_23\", \"match_24\", \"match_25\", \"match_26\", \"match_27\", \"match_28\", \"match_29\", \"match_30\", \"match_31\", \"match_32\", \"match_33\", \"match_34\", \"match_35\", \"match_36\", \"match_37\", \"match_38\", \"match_39\", \"match_40\", \"match_41\", \"match_42\", \"match_43\", \"match_44\", \"match_45\", \"match_46\", \"match_47\", \"match_48\", \"match_49\", \"match_50\", \"match_51\", \"match_52\", \"match_53\", \"match_54\", \"match_55\", \"match_56\", \"match_57\", \"match_58\", \"match_59\", \"match_60\", \"match_61\", \"match_62\", \"match_63\", \"match_64\", \"match_65\", \"match_66\", \"match_67\", \"match_68\", \"match_69\", \"match_70\", \"match_71\", \"match_72\", \"match_73\", \"match_74\", \"match_75\", \"match_76\", \"match_77\", \"match_78\", \"match_79\", \"match_80\", \"match_81\", \"match_82\", \"match_83\", \"match_84\", \"match_85\", \"match_86\", \"match_87\", \"match_88\", \"match_89\", \"match_90\", \"match_91\", \"match_92\", \"match_93\", \"match_94\", \"match_95\", \"match_96\", \"match_97\", \"match_98\", \"match_99\", \"match_100\", \"match_101\", \"match_102\", \"match_103\", \"match_104\", \"match_105\", \"match_106\", \"match_107\", \"match_108\", \"match_109\", \"match_110\", \"match_111\", \"match_112\", \"match_113\", \"match_114\", \"match_115\", \"match_116\", \"match_117\", \"match_118\", \"match_119\", \"match_120\", \"match_121\", \"match_122\", \"match_123\", \"match_124\", \"match_125\", \"match_126\", \"match_127\", \"match_128\", \"match_129\", \"match_130\", \"match_131\", \"match_132\", \"match_133\", \"match_134\", \"match_135\", \"match_136\", \"match_137\", \"match_138\", \"match_139\", \"match_140\", \"match_141\", \"match_142\", \"match_143\", \"match_144\", \"match_145\", \"match_146\", \"match_147\", \"match_148\", \"match_149\", \"match_150\", \"match_151\", \"match_152\", \"match_153\", \"match_154\", \"match_155\", \"match_156\", \"match_157\", \"match_158\", \"match_159\", \"match_160\", \"match_161\", \"match_162\", \"match_163\", \"match_164\", \"match_165\", \"match_166\", \"match_167\", \"match_168\", \"match_169\", \"match_170\", \"match_171\", \"match_172\", \"match_173\", \"match_174\", \"match_175\", \"match_176\", \"match_177\", \"match_178\", \"match_179\"], \"generation_index\": 1, \"losses_sampled\": 8, \"random_provenance\": {\"candidate_id\": \"worker_rush_reflection_subject\", \"generation_index\": 1, \"reflection_invocation\": 0, \"run_seed\": 7, \"seed\": 990237553232952629}, \"requested_sample_size\": 10, \"sample_count\": 10, \"sampled_maps\": [\"map_1\", \"map_2\", \"map_1\", \"map_3\", \"map_3\", \"map_3\", \"map_1\", \"map_3\", \"map_2\", \"map_2\"], \"sampled_match_ids\": [\"match_03\", \"match_26\", \"match_41\", \"match_67\", \"match_85\", \"match_107\", \"match_108\", \"match_139\", \"match_154\", \"match_170\"], \"sampled_opponents\": [\"passive\", \"random\", \"randombias\", \"lightrush\", \"heavyrush\", \"workerrush\", \"allinbot\", \"mayari\", \"coac\", \"tma\"], \"sampled_player_positions\": [\"p1\", \"p0\", \"p1\", \"p1\", \"p1\", \"p1\", \"p0\", \"p1\", \"p0\", \"p0\"], \"sampled_results\": [\"draw\", \"draw\", \"loss\", \"loss\", \"loss\", \"loss\", \"loss\", \"loss\", \"loss\", \"loss\"], \"sampling_priority\": \"opponent_coverage_then_map_coverage_then_loss_draw_win_then_seeded_random_ties\", \"schema_version\": \"strategy-reflection-match-selection-v2\", \"selected_match_count\": 10, \"selected_match_ids\": [\"match_03\", \"match_26\", \"match_41\", \"match_67\", \"match_85\", \"match_107\", \"match_108\", \"match_139\", \"match_154\", \"match_170\"], \"selected_outcome_class\": \"mixed\", \"selection_is_coverage_aware\": true, \"selection_rule\": \"opponent_coverage_then_map_coverage_then_loss_draw_win\", \"total_draws\": 47, \"total_losses\": 133, \"total_match_count\": 180, \"total_wins\": 0, \"unique_maps_sampled\": 3, \"unique_opponents_sampled\": 10, \"wins_sampled\": 0}, \"parent_comparison\": {\"available\": true, \"improved\": [{\"candidate_side\": \"p0\", \"child_candidate_id\": \"worker_rush_parent\", \"child_match_id\": \"match_18\", \"delta\": 3.367457, \"map\": \"map_1\", \"opponent\": \"random\", \"parent_candidate_id\": \"worker_rush_parent\", \"parent_match_id\": \"match_22\", \"reference\": \"worker_rush_parent\", \"relevant_ticks\": [], \"status\": \"improved\"}, {\"candidate_side\": \"p1\", \"child_candidate_id\": \"worker_rush_parent\", \"child_match_id\": \"match_19\", \"delta\": 1.586391, \"map\": \"map_1\", \"opponent\": \"random\", \"parent_candidate_id\": \"worker_rush_parent\", \"parent_match_id\": \"match_23\", \"reference\": \"worker_rush_parent\", \"relevant_ticks\": [], \"status\": \"improved\"}, {\"candidate_side\": \"p0\", \"child_candidate_id\": \"worker_rush_parent\", \"child_match_id\": \"match_20\", \"delta\": 0.768847, \"map\": \"map_1\", \"opponent\": \"random\", \"parent_candidate_id\": \"worker_rush_parent\", \"parent_match_id\": \"match_22\", \"reference\": \"worker_rush_parent\", \"relevant_ticks\": [], \"status\": \"improved\"}, {\"candidate_side\": \"p0\", \"child_candidate_id\": \"worker_rush_parent\", \"child_match_id\": \"match_24\", \"delta\": 2.478857, \"map\": \"map_2\", \"opponent\": \"random\", \"parent_candidate_id\": \"worker_rush_parent\", \"parent_match_id\": \"match_28\", \"reference\": \"worker_rush_parent\", \"relevant_ticks\": [], \"status\": \"improved\"}, {\"candidate_side\": \"p0\", \"child_candidate_id\": \"worker_rush_parent\", \"child_match_id\": \"match_26\", \"delta\": 2.522787, \"map\": \"map_2\", \"opponent\": \"random\", \"parent_candidate_id\": \"worker_rush_parent\", \"parent_match_id\": \"match_28\", \"reference\": \"worker_rush_parent\", \"relevant_ticks\": [], \"status\": \"improved\"}, {\"candidate_side\": \"p1\", \"child_candidate_id\": \"worker_rush_parent\", \"child_match_id\": \"match_27\", \"delta\": 0.196029, \"map\": \"map_2\", \"opponent\": \"random\", \"parent_candidate_id\": \"worker_rush_parent\", \"parent_match_id\": \"match_29\", \"reference\": \"worker_rush_parent\", \"relevant_ticks\": [], \"status\": \"improved\"}, {\"candidate_side\": \"p1\", \"child_candidate_id\": \"worker_rush_parent\", \"child_match_id\": \"match_31\", \"delta\": 2.676041, \"map\": \"map_3\", \"opponent\": \"random\", \"parent_candidate_id\": \"worker_rush_parent\", \"parent_match_id\": \"match_35\", \"reference\": \"worker_rush_parent\", \"relevant_ticks\": [], \"status\": \"improved\"}, {\"candidate_side\": \"p1\", \"child_candidate_id\": \"worker_rush_parent\", \"child_match_id\": \"match_33\", \"delta\": 1.348416, \"map\": \"map_3\", \"opponent\": \"random\", \"parent_candidate_id\": \"worker_rush_parent\", \"parent_match_id\": \"match_35\", \"reference\": \"worker_rush_parent\", \"relevant_ticks\": [], \"status\": \"improved\"}, {\"candidate_side\": \"p0\", \"child_candidate_id\": \"worker_rush_parent\", \"child_match_id\": \"match_36\", \"delta\": 101.792871, \"map\": \"map_1\", \"opponent\": \"randombias\", \"parent_candidate_id\": \"worker_rush_parent\", \"parent_match_id\": \"match_40\", \"reference\": \"worker_rush_parent\", \"relevant_ticks\": [], \"status\": \"improved\"}, {\"candidate_side\": \"p1\", \"child_candidate_id\": \"worker_rush_parent\", \"child_match_id\": \"match_37\", \"delta\": 0.444316, \"map\": \"map_1\", \"opponent\": \"randombias\", \"parent_candidate_id\": \"worker_rush_parent\", \"parent_match_id\": \"match_41\", \"reference\": \"worker_rush_parent\", \"relevant_ticks\": [], \"status\": \"improved\"}, {\"candidate_side\": \"p0\", \"child_candidate_id\": \"worker_rush_parent\", \"child_match_id\": \"match_38\", \"delta\": 1.159951, \"map\": \"map_1\", \"opponent\": \"randombias\", \"parent_candidate_id\": \"worker_rush_parent\", \"parent_match_id\": \"match_40\", \"reference\": \"worker_rush_parent\", \"relevant_ticks\": [], \"status\": \"improved\"}, {\"candidate_side\": \"p0\", \"child_candidate_id\": \"worker_rush_parent\", \"child_match_id\": \"match_44\", \"delta\": 95.829322, \"map\": \"map_2\", \"opponent\": \"randombias\", \"parent_candidate_id\": \"worker_rush_parent\", \"parent_match_id\": \"match_46\", \"reference\": \"worker_rush_parent\", \"relevant_ticks\": [], \"status\": \"improved\"}, {\"candidate_side\": \"p1\", \"child_candidate_id\": \"worker_rush_parent\", \"child_match_id\": \"match_45\", \"delta\": 1.751283, \"map\": \"map_2\", \"opponent\": \"randombias\", \"parent_candidate_id\": \"worker_rush_parent\", \"parent_match_id\": \"match_47\", \"reference\": \"worker_rush_parent\", \"relevant_ticks\": [], \"status\": \"improved\"}, {\"candidate_side\": \"p0\", \"child_candidate_id\": \"worker_rush_parent\", \"child_match_id\": \"match_48\", \"delta\": 0.246775, \"map\": \"map_3\", \"opponent\": \"randombias\", \"parent_candidate_id\": \"worker_rush_parent\", \"parent_match_id\": \"match_52\", \"reference\": \"worker_rush_parent\", \"relevant_ticks\": [], \"status\": \"improved\"}, {\"candidate_side\": \"p1\", \"child_candidate_id\": \"worker_rush_parent\", \"child_match_id\": \"match_49\", \"delta\": 0.199866, \"map\": \"map_3\", \"opponent\": \"randombias\", \"parent_candidate_id\": \"worker_rush_parent\", \"parent_match_id\": \"match_53\", \"reference\": \"worker_rush_parent\", \"relevant_ticks\": [], \"status\": \"improved\"}, {\"candidate_side\": \"p0\", \"child_candidate_id\": \"worker_rush_parent\", \"child_match_id\": \"match_50\", \"delta\": 0.296717, \"map\": \"map_3\", \"opponent\": \"randombias\", \"parent_candidate_id\": \"worker_rush_parent\", \"parent_match_id\": \"match_52\", \"reference\": \"worker_rush_parent\", \"relevant_ticks\": [], \"status\": \"improved\"}, {\"candidate_side\": \"p1\", \"child_candidate_id\": \"worker_rush_parent\", \"child_match_id\": \"match_51\", \"delta\": 0.100062, \"map\": \"map_3\", \"opponent\": \"randombias\", \"parent_candidate_id\": \"worker_rush_parent\", \"parent_match_id\": \"match_53\", \"reference\": \"worker_rush_parent\", \"relevant_ticks\": [], \"status\": \"improved\"}, {\"candidate_side\": \"p0\", \"child_candidate_id\": \"worker_rush_parent\", \"child_match_id\": \"match_132\", \"delta\": 0.000933, \"map\": \"map_2\", \"opponent\": \"mayari\", \"parent_candidate_id\": \"worker_rush_parent\", \"parent_match_id\": \"match_136\", \"reference\": \"worker_rush_parent\", \"relevant_ticks\": [], \"status\": \"improved\"}, {\"candidate_side\": \"p1\", \"child_candidate_id\": \"worker_rush_parent\", \"child_match_id\": \"match_133\", \"delta\": 0.374676, \"map\": \"map_2\", \"opponent\": \"mayari\", \"parent_candidate_id\": \"worker_rush_parent\", \"parent_match_id\": \"match_137\", \"reference\": \"worker_rush_parent\", \"relevant_ticks\": [], \"status\": \"improved\"}, {\"candidate_side\": \"p0\", \"child_candidate_id\": \"worker_rush_parent\", \"child_match_id\": \"match_134\", \"delta\": 0.841776, \"map\": \"map_2\", \"opponent\": \"mayari\", \"parent_candidate_id\": \"worker_rush_parent\", \"parent_match_id\": \"match_136\", \"reference\": \"worker_rush_parent\", \"relevant_ticks\": [], \"status\": \"improved\"}, {\"candidate_side\": \"p1\", \"child_candidate_id\": \"worker_rush_parent\", \"child_match_id\": \"match_135\", \"delta\": 0.371047, \"map\": \"map_2\", \"opponent\": \"mayari\", \"parent_candidate_id\": \"worker_rush_parent\", \"parent_match_id\": \"match_137\", \"reference\": \"worker_rush_parent\", \"relevant_ticks\": [], \"status\": \"improved\"}], \"matched_pairs\": [{\"candidate_side\": \"p0\", \"child_candidate_id\": \"worker_rush_parent\", \"child_match_id\": \"match_00\", \"delta\": 0.0, \"map\": \"map_1\", \"opponent\": \"passive\", \"parent_candidate_id\": \"worker_rush_parent\", \"parent_match_id\": \"match_04\", \"reference\": \"worker_rush_parent\", \"relevant_ticks\": [], \"status\": \"unchanged\"}, {\"candidate_side\": \"p1\", \"child_candidate_id\": \"worker_rush_parent\", \"child_match_id\": \"match_01\", \"delta\": 0.0, \"map\": \"map_1\", \"opponent\": \"passive\", \"parent_candidate_id\": \"worker_rush_parent\", \"parent_match_id\": \"match_05\", \"reference\": \"worker_rush_parent\", \"relevant_ticks\": [], \"status\": \"unchanged\"}, {\"candidate_side\": \"p0\", \"child_candidate_id\": \"worker_rush_parent\", \"child_match_id\": \"match_02\", \"delta\": 0.0, \"map\": \"map_1\", \"opponent\": \"passive\", \"parent_candidate_id\": \"worker_rush_parent\", \"parent_match_id\": \"match_04\", \"reference\": \"worker_rush_parent\", \"relevant_ticks\": [], \"status\": \"unchanged\"}, {\"candidate_side\": \"p1\", \"child_candidate_id\": \"worker_rush_parent\", \"child_match_id\": \"match_03\", \"delta\": 0.0, \"map\": \"map_1\", \"opponent\": \"passive\", \"parent_candidate_id\": \"worker_rush_parent\", \"parent_match_id\": \"match_05\", \"reference\": \"worker_rush_parent\", \"relevant_ticks\": [], \"status\": \"unchanged\"}, {\"candidate_side\": \"p0\", \"child_candidate_id\": \"worker_rush_parent\", \"child_match_id\": \"match_04\", \"delta\": 0.0, \"map\": \"map_1\", \"opponent\": \"passive\", \"parent_candidate_id\": \"worker_rush_parent\", \"parent_match_id\": \"match_04\", \"reference\": \"worker_rush_parent\", \"relevant_ticks\": [], \"status\": \"unchanged\"}, {\"candidate_side\": \"p1\", \"child_candidate_id\": \"worker_rush_parent\", \"child_match_id\": \"match_05\", \"delta\": 0.0, \"map\": \"map_1\", \"opponent\": \"passive\", \"parent_candidate_id\": \"worker_rush_parent\", \"parent_match_id\": \"match_05\", \"reference\": \"worker_rush_parent\", \"relevant_ticks\": [], \"status\": \"unchanged\"}, {\"candidate_side\": \"p0\", \"child_candidate_id\": \"worker_rush_parent\", \"child_match_id\": \"match_06\", \"delta\": 0.0, \"map\": \"map_2\", \"opponent\": \"passive\", \"parent_candidate_id\": \"worker_rush_parent\", \"parent_match_id\": \"match_10\", \"reference\": \"worker_rush_parent\", \"relevant_ticks\": [], \"status\": \"unchanged\"}, {\"candidate_side\": \"p1\", \"child_candidate_id\": \"worker_rush_parent\", \"child_match_id\": \"match_07\", \"delta\": 0.0, \"map\": \"map_2\", \"opponent\": \"passive\", \"parent_candidate_id\": \"worker_rush_parent\", \"parent_match_id\": \"match_11\", \"reference\": \"worker_rush_parent\", \"relevant_ticks\": [], \"status\": \"unchanged\"}, {\"candidate_side\": \"p0\", \"child_candidate_id\": \"worker_rush_parent\", \"child_match_id\": \"match_08\", \"delta\": 0.0, \"map\": \"map_2\", \"opponent\": \"passive\", \"parent_candidate_id\": \"worker_rush_parent\", \"parent_match_id\": \"match_10\", \"reference\": \"worker_rush_parent\", \"relevant_ticks\": [], \"status\": \"unchanged\"}, {\"candidate_side\": \"p1\", \"child_candidate_id\": \"worker_rush_parent\", \"child_match_id\": \"match_09\", \"delta\": 0.0, \"map\": \"map_2\", \"opponent\": \"passive\", \"parent_candidate_id\": \"worker_rush_parent\", \"parent_match_id\": \"match_11\", \"reference\": \"worker_rush_parent\", \"relevant_ticks\": [], \"status\": \"unchanged\"}, {\"candidate_side\": \"p0\", \"child_candidate_id\": \"worker_rush_parent\", \"child_match_id\": \"match_10\", \"delta\": 0.0, \"map\": \"map_2\", \"opponent\": \"passive\", \"parent_candidate_id\": \"worker_rush_parent\", \"parent_match_id\": \"match_10\", \"reference\": \"worker_rush_parent\", \"relevant_ticks\": [], \"status\": \"unchanged\"}, {\"candidate_side\": \"p1\", \"child_candidate_id\": \"worker_rush_parent\", \"child_match_id\": \"match_11\", \"delta\": 0.0, \"map\": \"map_2\", \"opponent\": \"passive\", \"parent_candidate_id\": \"worker_rush_parent\", \"parent_match_id\": \"match_11\", \"reference\": \"worker_rush_parent\", \"relevant_ticks\": [], \"status\": \"unchanged\"}, {\"candidate_side\": \"p0\", \"child_candidate_id\": \"worker_rush_parent\", \"child_match_id\": \"match_12\", \"delta\": 0.0, \"map\": \"map_3\", \"opponent\": \"passive\", \"parent_candidate_id\": \"worker_rush_parent\", \"parent_match_id\": \"match_16\", \"reference\": \"worker_rush_parent\", \"relevant_ticks\": [], \"status\": \"unchanged\"}, {\"candidate_side\": \"p1\", \"child_candidate_id\": \"worker_rush_parent\", \"child_match_id\": \"match_13\", \"delta\": 0.0, \"map\": \"map_3\", \"opponent\": \"passive\", \"parent_candidate_id\": \"worker_rush_parent\", \"parent_match_id\": \"match_17\", \"reference\": \"worker_rush_parent\", \"relevant_ticks\": [], \"status\": \"unchanged\"}, {\"candidate_side\": \"p0\", \"child_candidate_id\": \"worker_rush_parent\", \"child_match_id\": \"match_14\", \"delta\": 0.0, \"map\": \"map_3\", \"opponent\": \"passive\", \"parent_candidate_id\": \"worker_rush_parent\", \"parent_match_id\": \"match_16\", \"reference\": \"worker_rush_parent\", \"relevant_ticks\": [], \"status\": \"unchanged\"}, {\"candidate_side\": \"p1\", \"child_candidate_id\": \"worker_rush_parent\", \"child_match_id\": \"match_15\", \"delta\": 0.0, \"map\": \"map_3\", \"opponent\": \"passive\", \"parent_candidate_id\": \"worker_rush_parent\", \"parent_match_id\": \"match_17\", \"reference\": \"worker_rush_parent\", \"relevant_ticks\": [], \"status\": \"unchanged\"}, {\"candidate_side\": \"p0\", \"child_candidate_id\": \"worker_rush_parent\", \"child_match_id\": \"match_16\", \"delta\": 0.0, \"map\": \"map_3\", \"opponent\": \"passive\", \"parent_candidate_id\": \"worker_rush_parent\", \"parent_match_id\": \"match_16\", \"reference\": \"worker_rush_parent\", \"relevant_ticks\": [], \"status\": \"unchanged\"}, {\"candidate_side\": \"p1\", \"child_candidate_id\": \"worker_rush_parent\", \"child_match_id\": \"match_17\", \"delta\": 0.0, \"map\": \"map_3\", \"opponent\": \"passive\", \"parent_candidate_id\": \"worker_rush_parent\", \"parent_match_id\": \"match_17\", \"reference\": \"worker_rush_parent\", \"relevant_ticks\": [], \"status\": \"unchanged\"}, {\"candidate_side\": \"p0\", \"child_candidate_id\": \"worker_rush_parent\", \"child_match_id\": \"match_18\", \"delta\": 3.367457, \"map\": \"map_1\", \"opponent\": \"random\", \"parent_candidate_id\": \"worker_rush_parent\", \"parent_match_id\": \"match_22\", \"reference\": \"worker_rush_parent\", \"relevant_ticks\": [], \"status\": \"improved\"}, {\"candidate_side\": \"p1\", \"child_candidate_id\": \"worker_rush_parent\", \"child_match_id\": \"match_19\", \"delta\": 1.586391, \"map\": \"map_1\", \"opponent\": \"random\", \"parent_candidate_id\": \"worker_rush_parent\", \"parent_match_id\": \"match_23\", \"reference\": \"worker_rush_parent\", \"relevant_ticks\": [], \"status\": \"improved\"}, {\"candidate_side\": \"p0\", \"child_candidate_id\": \"worker_rush_parent\", \"child_match_id\": \"match_20\", \"delta\": 0.768847, \"map\": \"map_1\", \"opponent\": \"random\", \"parent_candidate_id\": \"worker_rush_parent\", \"parent_match_id\": \"match_22\", \"reference\": \"worker_rush_parent\", \"relevant_ticks\": [], \"status\": \"improved\"}, {\"candidate_side\": \"p1\", \"child_candidate_id\": \"worker_rush_parent\", \"child_match_id\": \"match_21\", \"delta\": -2.911703, \"map\": \"map_1\", \"opponent\": \"random\", \"parent_candidate_id\": \"worker_rush_parent\", \"parent_match_id\": \"match_23\", \"reference\": \"worker_rush_parent\", \"relevant_ticks\": [], \"status\": \"regressed\"}, {\"candidate_side\": \"p0\", \"child_candidate_id\": \"worker_rush_parent\", \"child_match_id\": \"match_22\", \"delta\": 0.0, \"map\": \"map_1\", \"opponent\": \"random\", \"parent_candidate_id\": \"worker_rush_parent\", \"parent_match_id\": \"match_22\", \"reference\": \"worker_rush_parent\", \"relevant_ticks\": [], \"status\": \"unchanged\"}, {\"candidate_side\": \"p1\", \"child_candidate_id\": \"worker_rush_parent\", \"child_match_id\": \"match_23\", \"delta\": 0.0, \"map\": \"map_1\", \"opponent\": \"random\", \"parent_candidate_id\": \"worker_rush_parent\", \"parent_match_id\": \"match_23\", \"reference\": \"worker_rush_parent\", \"relevant_ticks\": [], \"status\": \"unchanged\"}, {\"candidate_side\": \"p0\", \"child_candidate_id\": \"worker_rush_parent\", \"child_match_id\": \"match_24\", \"delta\": 2.478857, \"map\": \"map_2\", \"opponent\": \"random\", \"parent_candidate_id\": \"worker_rush_parent\", \"parent_match_id\": \"match_28\", \"reference\": \"worker_rush_parent\", \"relevant_ticks\": [], \"status\": \"improved\"}, {\"candidate_side\": \"p1\", \"child_candidate_id\": \"worker_rush_parent\", \"child_match_id\": \"match_25\", \"delta\": -1.732499, \"map\": \"map_2\", \"opponent\": \"random\", \"parent_candidate_id\": \"worker_rush_parent\", \"parent_match_id\": \"match_29\", \"reference\": \"worker_rush_parent\", \"relevant_ticks\": [], \"status\": \"regressed\"}, {\"candidate_side\": \"p0\", \"child_candidate_id\": \"worker_rush_parent\", \"child_match_id\": \"match_26\", \"delta\": 2.522787, \"map\": \"map_2\", \"opponent\": \"random\", \"parent_candidate_id\": \"worker_rush_parent\", \"parent_match_id\": \"match_28\", \"reference\": \"worker_rush_parent\", \"relevant_ticks\": [], \"status\": \"improved\"}, {\"candidate_side\": \"p1\", \"child_candidate_id\": \"worker_rush_parent\", \"child_match_id\": \"match_27\", \"delta\": 0.196029, \"map\": \"map_2\", \"opponent\": \"random\", \"parent_candidate_id\": \"worker_rush_parent\", \"parent_match_id\": \"match_29\", \"reference\": \"worker_rush_parent\", \"relevant_ticks\": [], \"status\": \"improved\"}, {\"candidate_side\": \"p0\", \"child_candidate_id\": \"worker_rush_parent\", \"child_match_id\": \"match_28\", \"delta\": 0.0, \"map\": \"map_2\", \"opponent\": \"random\", \"parent_candidate_id\": \"worker_rush_parent\", \"parent_match_id\": \"match_28\", \"reference\": \"worker_rush_parent\", \"relevant_ticks\": [], \"status\": \"unchanged\"}, {\"candidate_side\": \"p1\", \"child_candidate_id\": \"worker_rush_parent\", \"child_match_id\": \"match_29\", \"delta\": 0.0, \"map\": \"map_2\", \"opponent\": \"random\", \"parent_candidate_id\": \"worker_rush_parent\", \"parent_match_id\": \"match_29\", \"reference\": \"worker_rush_parent\", \"relevant_ticks\": [], \"status\": \"unchanged\"}, {\"candidate_side\": \"p0\", \"child_candidate_id\": \"worker_rush_parent\", \"child_match_id\": \"match_30\", \"delta\": -1.164926, \"map\": \"map_3\", \"opponent\": \"random\", \"parent_candidate_id\": \"worker_rush_parent\", \"parent_match_id\": \"match_34\", \"reference\": \"worker_rush_parent\", \"relevant_ticks\": [], \"status\": \"regressed\"}, {\"candidate_side\": \"p1\", \"child_candidate_id\": \"worker_rush_parent\", \"child_match_id\": \"match_31\", \"delta\": 2.676041, \"map\": \"map_3\", \"opponent\": \"random\", \"parent_candidate_id\": \"worker_rush_parent\", \"parent_match_id\": \"match_35\", \"reference\": \"worker_rush_parent\", \"relevant_ticks\": [], \"status\": \"improved\"}, {\"candidate_side\": \"p0\", \"child_candidate_id\": \"worker_rush_parent\", \"child_match_id\": \"match_32\", \"delta\": -0.83732, \"map\": \"map_3\", \"opponent\": \"random\", \"parent_candidate_id\": \"worker_rush_parent\", \"parent_match_id\": \"match_34\", \"reference\": \"worker_rush_parent\", \"relevant_ticks\": [], \"status\": \"regressed\"}, {\"candidate_side\": \"p1\", \"child_candidate_id\": \"worker_rush_parent\", \"child_match_id\": \"match_33\", \"delta\": 1.348416, \"map\": \"map_3\", \"opponent\": \"random\", \"parent_candidate_id\": \"worker_rush_parent\", \"parent_match_id\": \"match_35\", \"reference\": \"worker_rush_parent\", \"relevant_ticks\": [], \"status\": \"improved\"}, {\"candidate_side\": \"p0\", \"child_candidate_id\": \"worker_rush_parent\", \"child_match_id\": \"match_34\", \"delta\": 0.0, \"map\": \"map_3\", \"opponent\": \"random\", \"parent_candidate_id\": \"worker_rush_parent\", \"parent_match_id\": \"match_34\", \"reference\": \"worker_rush_parent\", \"relevant_ticks\": [], \"status\": \"unchanged\"}, {\"candidate_side\": \"p1\", \"child_candidate_id\": \"worker_rush_parent\", \"child_match_id\": \"match_35\", \"delta\": 0.0, \"map\": \"map_3\", \"opponent\": \"random\", \"parent_candidate_id\": \"worker_rush_parent\", \"parent_match_id\": \"match_35\", \"reference\": \"worker_rush_parent\", \"relevant_ticks\": [], \"status\": \"unchanged\"}, {\"candidate_side\": \"p0\", \"child_candidate_id\": \"worker_rush_parent\", \"child_match_id\": \"match_36\", \"delta\": 101.792871, \"map\": \"map_1\", \"opponent\": \"randombias\", \"parent_candidate_id\": \"worker_rush_parent\", \"parent_match_id\": \"match_40\", \"reference\": \"worker_rush_parent\", \"relevant_ticks\": [], \"status\": \"improved\"}, {\"candidate_side\": \"p1\", \"child_candidate_id\": \"worker_rush_parent\", \"child_match_id\": \"match_37\", \"delta\": 0.444316, \"map\": \"map_1\", \"opponent\": \"randombias\", \"parent_candidate_id\": \"worker_rush_parent\", \"parent_match_id\": \"match_41\", \"reference\": \"worker_rush_parent\", \"relevant_ticks\": [], \"status\": \"improved\"}, {\"candidate_side\": \"p0\", \"child_candidate_id\": \"worker_rush_parent\", \"child_match_id\": \"match_38\", \"delta\": 1.159951, \"map\": \"map_1\", \"opponent\": \"randombias\", \"parent_candidate_id\": \"worker_rush_parent\", \"parent_match_id\": \"match_40\", \"reference\": \"worker_rush_parent\", \"relevant_ticks\": [], \"status\": \"improved\"}, {\"candidate_side\": \"p1\", \"child_candidate_id\": \"worker_rush_parent\", \"child_match_id\": \"match_39\", \"delta\": -0.457126, \"map\": \"map_1\", \"opponent\": \"randombias\", \"parent_candidate_id\": \"worker_rush_parent\", \"parent_match_id\": \"match_41\", \"reference\": \"worker_rush_parent\", \"relevant_ticks\": [], \"status\": \"regressed\"}, {\"candidate_side\": \"p0\", \"child_candidate_id\": \"worker_rush_parent\", \"child_match_id\": \"match_40\", \"delta\": 0.0, \"map\": \"map_1\", \"opponent\": \"randombias\", \"parent_candidate_id\": \"worker_rush_parent\", \"parent_match_id\": \"match_40\", \"reference\": \"worker_rush_parent\", \"relevant_ticks\": [], \"status\": \"unchanged\"}, {\"candidate_side\": \"p1\", \"child_candidate_id\": \"worker_rush_parent\", \"child_match_id\": \"match_41\", \"delta\": 0.0, \"map\": \"map_1\", \"opponent\": \"randombias\", \"parent_candidate_id\": \"worker_rush_parent\", \"parent_match_id\": \"match_41\", \"reference\": \"worker_rush_parent\", \"relevant_ticks\": [], \"status\": \"unchanged\"}, {\"candidate_side\": \"p0\", \"child_candidate_id\": \"worker_rush_parent\", \"child_match_id\": \"match_42\", \"delta\": -1.182114, \"map\": \"map_2\", \"opponent\": \"randombias\", \"parent_candidate_id\": \"worker_rush_parent\", \"parent_match_id\": \"match_46\", \"reference\": \"worker_rush_parent\", \"relevant_ticks\": [], \"status\": \"regressed\"}, {\"candidate_side\": \"p1\", \"child_candidate_id\": \"worker_rush_parent\", \"child_match_id\": \"match_43\", \"delta\": -0.224205, \"map\": \"map_2\", \"opponent\": \"randombias\", \"parent_candidate_id\": \"worker_rush_parent\", \"parent_match_id\": \"match_47\", \"reference\": \"worker_rush_parent\", \"relevant_ticks\": [], \"status\": \"regressed\"}, {\"candidate_side\": \"p0\", \"child_candidate_id\": \"worker_rush_parent\", \"child_match_id\": \"match_44\", \"delta\": 95.829322, \"map\": \"map_2\", \"opponent\": \"randombias\", \"parent_candidate_id\": \"worker_rush_parent\", \"parent_match_id\": \"match_46\", \"reference\": \"worker_rush_parent\", \"relevant_ticks\": [], \"status\": \"improved\"}, {\"candidate_side\": \"p1\", \"child_candidate_id\": \"worker_rush_parent\", \"child_match_id\": \"match_45\", \"delta\": 1.751283, \"map\": \"map_2\", \"opponent\": \"randombias\", \"parent_candidate_id\": \"worker_rush_parent\", \"parent_match_id\": \"match_47\", \"reference\": \"worker_rush_parent\", \"relevant_ticks\": [], \"status\": \"improved\"}, {\"candidate_side\": \"p0\", \"child_candidate_id\": \"worker_rush_parent\", \"child_match_id\": \"match_46\", \"delta\": 0.0, \"map\": \"map_2\", \"opponent\": \"randombias\", \"parent_candidate_id\": \"worker_rush_parent\", \"parent_match_id\": \"match_46\", \"reference\": \"worker_rush_parent\", \"relevant_ticks\": [], \"status\": \"unchanged\"}, {\"candidate_side\": \"p1\", \"child_candidate_id\": \"worker_rush_parent\", \"child_match_id\": \"match_47\", \"delta\": 0.0, \"map\": \"map_2\", \"opponent\": \"randombias\", \"parent_candidate_id\": \"worker_rush_parent\", \"parent_match_id\": \"match_47\", \"reference\": \"worker_rush_parent\", \"relevant_ticks\": [], \"status\": \"unchanged\"}, {\"candidate_side\": \"p0\", \"child_candidate_id\": \"worker_rush_parent\", \"child_match_id\": \"match_48\", \"delta\": 0.246775, \"map\": \"map_3\", \"opponent\": \"randombias\", \"parent_candidate_id\": \"worker_rush_parent\", \"parent_match_id\": \"match_52\", \"reference\": \"worker_rush_parent\", \"relevant_ticks\": [], \"status\": \"improved\"}, {\"candidate_side\": \"p1\", \"child_candidate_id\": \"worker_rush_parent\", \"child_match_id\": \"match_49\", \"delta\": 0.199866, \"map\": \"map_3\", \"opponent\": \"randombias\", \"parent_candidate_id\": \"worker_rush_parent\", \"parent_match_id\": \"match_53\", \"reference\": \"worker_rush_parent\", \"relevant_ticks\": [], \"status\": \"improved\"}, {\"candidate_side\": \"p0\", \"child_candidate_id\": \"worker_rush_parent\", \"child_match_id\": \"match_50\", \"delta\": 0.296717, \"map\": \"map_3\", \"opponent\": \"randombias\", \"parent_candidate_id\": \"worker_rush_parent\", \"parent_match_id\": \"match_52\", \"reference\": \"worker_rush_parent\", \"relevant_ticks\": [], \"status\": \"improved\"}, {\"candidate_side\": \"p1\", \"child_candidate_id\": \"worker_rush_parent\", \"child_match_id\": \"match_51\", \"delta\": 0.100062, \"map\": \"map_3\", \"opponent\": \"randombias\", \"parent_candidate_id\": \"worker_rush_parent\", \"parent_match_id\": \"match_53\", \"reference\": \"worker_rush_parent\", \"relevant_ticks\": [], \"status\": \"improved\"}, {\"candidate_side\": \"p0\", \"child_candidate_id\": \"worker_rush_parent\", \"child_match_id\": \"match_52\", \"delta\": 0.0, \"map\": \"map_3\", \"opponent\": \"randombias\", \"parent_candidate_id\": \"worker_rush_parent\", \"parent_match_id\": \"match_52\", \"reference\": \"worker_rush_parent\", \"relevant_ticks\": [], \"status\": \"unchanged\"}, {\"candidate_side\": \"p1\", \"child_candidate_id\": \"worker_rush_parent\", \"child_match_id\": \"match_53\", \"delta\": 0.0, \"map\": \"map_3\", \"opponent\": \"randombias\", \"parent_candidate_id\": \"worker_rush_parent\", \"parent_match_id\": \"match_53\", \"reference\": \"worker_rush_parent\", \"relevant_ticks\": [], \"status\": \"unchanged\"}, {\"candidate_side\": \"p0\", \"child_candidate_id\": \"worker_rush_parent\", \"child_match_id\": \"match_54\", \"delta\": 0.0, \"map\": \"map_1\", \"opponent\": \"lightrush\", \"parent_candidate_id\": \"worker_rush_parent\", \"parent_match_id\": \"match_58\", \"reference\": \"worker_rush_parent\", \"relevant_ticks\": [], \"status\": \"unchanged\"}, {\"candidate_side\": \"p1\", \"child_candidate_id\": \"worker_rush_parent\", \"child_match_id\": \"match_55\", \"delta\": 0.0, \"map\": \"map_1\", \"opponent\": \"lightrush\", \"parent_candidate_id\": \"worker_rush_parent\", \"parent_match_id\": \"match_59\", \"reference\": \"worker_rush_parent\", \"relevant_ticks\": [], \"status\": \"unchanged\"}, {\"candidate_side\": \"p0\", \"child_candidate_id\": \"worker_rush_parent\", \"child_match_id\": \"match_56\", \"delta\": 0.0, \"map\": \"map_1\", \"opponent\": \"lightrush\", \"parent_candidate_id\": \"worker_rush_parent\", \"parent_match_id\": \"match_58\", \"reference\": \"worker_rush_parent\", \"relevant_ticks\": [], \"status\": \"unchanged\"}, {\"candidate_side\": \"p1\", \"child_candidate_id\": \"worker_rush_parent\", \"child_match_id\": \"match_57\", \"delta\": 0.0, \"map\": \"map_1\", \"opponent\": \"lightrush\", \"parent_candidate_id\": \"worker_rush_parent\", \"parent_match_id\": \"match_59\", \"reference\": \"worker_rush_parent\", \"relevant_ticks\": [], \"status\": \"unchanged\"}, {\"candidate_side\": \"p0\", \"child_candidate_id\": \"worker_rush_parent\", \"child_match_id\": \"match_58\", \"delta\": 0.0, \"map\": \"map_1\", \"opponent\": \"lightrush\", \"parent_candidate_id\": \"worker_rush_parent\", \"parent_match_id\": \"match_58\", \"reference\": \"worker_rush_parent\", \"relevant_ticks\": [], \"status\": \"unchanged\"}, {\"candidate_side\": \"p1\", \"child_candidate_id\": \"worker_rush_parent\", \"child_match_id\": \"match_59\", \"delta\": 0.0, \"map\": \"map_1\", \"opponent\": \"lightrush\", \"parent_candidate_id\": \"worker_rush_parent\", \"parent_match_id\": \"match_59\", \"reference\": \"worker_rush_parent\", \"relevant_ticks\": [], \"status\": \"unchanged\"}, {\"candidate_side\": \"p0\", \"child_candidate_id\": \"worker_rush_parent\", \"child_match_id\": \"match_60\", \"delta\": 0.0, \"map\": \"map_2\", \"opponent\": \"lightrush\", \"parent_candidate_id\": \"worker_rush_parent\", \"parent_match_id\": \"match_64\", \"reference\": \"worker_rush_parent\", \"relevant_ticks\": [], \"status\": \"unchanged\"}, {\"candidate_side\": \"p1\", \"child_candidate_id\": \"worker_rush_parent\", \"child_match_id\": \"match_61\", \"delta\": 0.0, \"map\": \"map_2\", \"opponent\": \"lightrush\", \"parent_candidate_id\": \"worker_rush_parent\", \"parent_match_id\": \"match_65\", \"reference\": \"worker_rush_parent\", \"relevant_ticks\": [], \"status\": \"unchanged\"}, {\"candidate_side\": \"p0\", \"child_candidate_id\": \"worker_rush_parent\", \"child_match_id\": \"match_62\", \"delta\": 0.0, \"map\": \"map_2\", \"opponent\": \"lightrush\", \"parent_candidate_id\": \"worker_rush_parent\", \"parent_match_id\": \"match_64\", \"reference\": \"worker_rush_parent\", \"relevant_ticks\": [], \"status\": \"unchanged\"}, {\"candidate_side\": \"p1\", \"child_candidate_id\": \"worker_rush_parent\", \"child_match_id\": \"match_63\", \"delta\": 0.0, \"map\": \"map_2\", \"opponent\": \"lightrush\", \"parent_candidate_id\": \"worker_rush_parent\", \"parent_match_id\": \"match_65\", \"reference\": \"worker_rush_parent\", \"relevant_ticks\": [], \"status\": \"unchanged\"}, {\"candidate_side\": \"p0\", \"child_candidate_id\": \"worker_rush_parent\", \"child_match_id\": \"match_64\", \"delta\": 0.0, \"map\": \"map_2\", \"opponent\": \"lightrush\", \"parent_candidate_id\": \"worker_rush_parent\", \"parent_match_id\": \"match_64\", \"reference\": \"worker_rush_parent\", \"relevant_ticks\": [], \"status\": \"unchanged\"}, {\"candidate_side\": \"p1\", \"child_candidate_id\": \"worker_rush_parent\", \"child_match_id\": \"match_65\", \"delta\": 0.0, \"map\": \"map_2\", \"opponent\": \"lightrush\", \"parent_candidate_id\": \"worker_rush_parent\", \"parent_match_id\": \"match_65\", \"reference\": \"worker_rush_parent\", \"relevant_ticks\": [], \"status\": \"unchanged\"}, {\"candidate_side\": \"p0\", \"child_candidate_id\": \"worker_rush_parent\", \"child_match_id\": \"match_66\", \"delta\": 0.0, \"map\": \"map_3\", \"opponent\": \"lightrush\", \"parent_candidate_id\": \"worker_rush_parent\", \"parent_match_id\": \"match_70\", \"reference\": \"worker_rush_parent\", \"relevant_ticks\": [], \"status\": \"unchanged\"}, {\"candidate_side\": \"p1\", \"child_candidate_id\": \"worker_rush_parent\", \"child_match_id\": \"match_67\", \"delta\": 0.0, \"map\": \"map_3\", \"opponent\": \"lightrush\", \"parent_candidate_id\": \"worker_rush_parent\", \"parent_match_id\": \"match_71\", \"reference\": \"worker_rush_parent\", \"relevant_ticks\": [], \"status\": \"unchanged\"}, {\"candidate_side\": \"p0\", \"child_candidate_id\": \"worker_rush_parent\", \"child_match_id\": \"match_68\", \"delta\": 0.0, \"map\": \"map_3\", \"opponent\": \"lightrush\", \"parent_candidate_id\": \"worker_rush_parent\", \"parent_match_id\": \"match_70\", \"reference\": \"worker_rush_parent\", \"relevant_ticks\": [], \"status\": \"unchanged\"}, {\"candidate_side\": \"p1\", \"child_candidate_id\": \"worker_rush_parent\", \"child_match_id\": \"match_69\", \"delta\": 0.0, \"map\": \"map_3\", \"opponent\": \"lightrush\", \"parent_candidate_id\": \"worker_rush_parent\", \"parent_match_id\": \"match_71\", \"reference\": \"worker_rush_parent\", \"relevant_ticks\": [], \"status\": \"unchanged\"}, {\"candidate_side\": \"p0\", \"child_candidate_id\": \"worker_rush_parent\", \"child_match_id\": \"match_70\", \"delta\": 0.0, \"map\": \"map_3\", \"opponent\": \"lightrush\", \"parent_candidate_id\": \"worker_rush_parent\", \"parent_match_id\": \"match_70\", \"reference\": \"worker_rush_parent\", \"relevant_ticks\": [], \"status\": \"unchanged\"}, {\"candidate_side\": \"p1\", \"child_candidate_id\": \"worker_rush_parent\", \"child_match_id\": \"match_71\", \"delta\": 0.0, \"map\": \"map_3\", \"opponent\": \"lightrush\", \"parent_candidate_id\": \"worker_rush_parent\", \"parent_match_id\": \"match_71\", \"reference\": \"worker_rush_parent\", \"relevant_ticks\": [], \"status\": \"unchanged\"}, {\"candidate_side\": \"p0\", \"child_candidate_id\": \"worker_rush_parent\", \"child_match_id\": \"match_72\", \"delta\": 0.0, \"map\": \"map_1\", \"opponent\": \"heavyrush\", \"parent_candidate_id\": \"worker_rush_parent\", \"parent_match_id\": \"match_76\", \"reference\": \"worker_rush_parent\", \"relevant_ticks\": [], \"status\": \"unchanged\"}, {\"candidate_side\": \"p1\", \"child_candidate_id\": \"worker_rush_parent\", \"child_match_id\": \"match_73\", \"delta\": 0.0, \"map\": \"map_1\", \"opponent\": \"heavyrush\", \"parent_candidate_id\": \"worker_rush_parent\", \"parent_match_id\": \"match_77\", \"reference\": \"worker_rush_parent\", \"relevant_ticks\": [], \"status\": \"unchanged\"}, {\"candidate_side\": \"p0\", \"child_candidate_id\": \"worker_rush_parent\", \"child_match_id\": \"match_74\", \"delta\": 0.0, \"map\": \"map_1\", \"opponent\": \"heavyrush\", \"parent_candidate_id\": \"worker_rush_parent\", \"parent_match_id\": \"match_76\", \"reference\": \"worker_rush_parent\", \"relevant_ticks\": [], \"status\": \"unchanged\"}, {\"candidate_side\": \"p1\", \"child_candidate_id\": \"worker_rush_parent\", \"child_match_id\": \"match_75\", \"delta\": 0.0, \"map\": \"map_1\", \"opponent\": \"heavyrush\", \"parent_candidate_id\": \"worker_rush_parent\", \"parent_match_id\": \"match_77\", \"reference\": \"worker_rush_parent\", \"relevant_ticks\": [], \"status\": \"unchanged\"}, {\"candidate_side\": \"p0\", \"child_candidate_id\": \"worker_rush_parent\", \"child_match_id\": \"match_76\", \"delta\": 0.0, \"map\": \"map_1\", \"opponent\": \"heavyrush\", \"parent_candidate_id\": \"worker_rush_parent\", \"parent_match_id\": \"match_76\", \"reference\": \"worker_rush_parent\", \"relevant_ticks\": [], \"status\": \"unchanged\"}, {\"candidate_side\": \"p1\", \"child_candidate_id\": \"worker_rush_parent\", \"child_match_id\": \"match_77\", \"delta\": 0.0, \"map\": \"map_1\", \"opponent\": \"heavyrush\", \"parent_candidate_id\": \"worker_rush_parent\", \"parent_match_id\": \"match_77\", \"reference\": \"worker_rush_parent\", \"relevant_ticks\": [], \"status\": \"unchanged\"}, {\"candidate_side\": \"p0\", \"child_candidate_id\": \"worker_rush_parent\", \"child_match_id\": \"match_78\", \"delta\": 0.0, \"map\": \"map_2\", \"opponent\": \"heavyrush\", \"parent_candidate_id\": \"worker_rush_parent\", \"parent_match_id\": \"match_82\", \"reference\": \"worker_rush_parent\", \"relevant_ticks\": [], \"status\": \"unchanged\"}, {\"candidate_side\": \"p1\", \"child_candidate_id\": \"worker_rush_parent\", \"child_match_id\": \"match_79\", \"delta\": 0.0, \"map\": \"map_2\", \"opponent\": \"heavyrush\", \"parent_candidate_id\": \"worker_rush_parent\", \"parent_match_id\": \"match_83\", \"reference\": \"worker_rush_parent\", \"relevant_ticks\": [], \"status\": \"unchanged\"}, {\"candidate_side\": \"p0\", \"child_candidate_id\": \"worker_rush_parent\", \"child_match_id\": \"match_80\", \"delta\": 0.0, \"map\": \"map_2\", \"opponent\": \"heavyrush\", \"parent_candidate_id\": \"worker_rush_parent\", \"parent_match_id\": \"match_82\", \"reference\": \"worker_rush_parent\", \"relevant_ticks\": [], \"status\": \"unchanged\"}, {\"candidate_side\": \"p1\", \"child_candidate_id\": \"worker_rush_parent\", \"child_match_id\": \"match_81\", \"delta\": 0.0, \"map\": \"map_2\", \"opponent\": \"heavyrush\", \"parent_candidate_id\": \"worker_rush_parent\", \"parent_match_id\": \"match_83\", \"reference\": \"worker_rush_parent\", \"relevant_ticks\": [], \"status\": \"unchanged\"}, {\"candidate_side\": \"p0\", \"child_candidate_id\": \"worker_rush_parent\", \"child_match_id\": \"match_82\", \"delta\": 0.0, \"map\": \"map_2\", \"opponent\": \"heavyrush\", \"parent_candidate_id\": \"worker_rush_parent\", \"parent_match_id\": \"match_82\", \"reference\": \"worker_rush_parent\", \"relevant_ticks\": [], \"status\": \"unchanged\"}, {\"candidate_side\": \"p1\", \"child_candidate_id\": \"worker_rush_parent\", \"child_match_id\": \"match_83\", \"delta\": 0.0, \"map\": \"map_2\", \"opponent\": \"heavyrush\", \"parent_candidate_id\": \"worker_rush_parent\", \"parent_match_id\": \"match_83\", \"reference\": \"worker_rush_parent\", \"relevant_ticks\": [], \"status\": \"unchanged\"}, {\"candidate_side\": \"p0\", \"child_candidate_id\": \"worker_rush_parent\", \"child_match_id\": \"match_84\", \"delta\": 0.0, \"map\": \"map_3\", \"opponent\": \"heavyrush\", \"parent_candidate_id\": \"worker_rush_parent\", \"parent_match_id\": \"match_88\", \"reference\": \"worker_rush_parent\", \"relevant_ticks\": [], \"status\": \"unchanged\"}, {\"candidate_side\": \"p1\", \"child_candidate_id\": \"worker_rush_parent\", \"child_match_id\": \"match_85\", \"delta\": 0.0, \"map\": \"map_3\", \"opponent\": \"heavyrush\", \"parent_candidate_id\": \"worker_rush_parent\", \"parent_match_id\": \"match_89\", \"reference\": \"worker_rush_parent\", \"relevant_ticks\": [], \"status\": \"unchanged\"}, {\"candidate_side\": \"p0\", \"child_candidate_id\": \"worker_rush_parent\", \"child_match_id\": \"match_86\", \"delta\": 0.0, \"map\": \"map_3\", \"opponent\": \"heavyrush\", \"parent_candidate_id\": \"worker_rush_parent\", \"parent_match_id\": \"match_88\", \"reference\": \"worker_rush_parent\", \"relevant_ticks\": [], \"status\": \"unchanged\"}, {\"candidate_side\": \"p1\", \"child_candidate_id\": \"worker_rush_parent\", \"child_match_id\": \"match_87\", \"delta\": 0.0, \"map\": \"map_3\", \"opponent\": \"heavyrush\", \"parent_candidate_id\": \"worker_rush_parent\", \"parent_match_id\": \"match_89\", \"reference\": \"worker_rush_parent\", \"relevant_ticks\": [], \"status\": \"unchanged\"}, {\"candidate_side\": \"p0\", \"child_candidate_id\": \"worker_rush_parent\", \"child_match_id\": \"match_88\", \"delta\": 0.0, \"map\": \"map_3\", \"opponent\": \"heavyrush\", \"parent_candidate_id\": \"worker_rush_parent\", \"parent_match_id\": \"match_88\", \"reference\": \"worker_rush_parent\", \"relevant_ticks\": [], \"status\": \"unchanged\"}, {\"candidate_side\": \"p1\", \"child_candidate_id\": \"worker_rush_parent\", \"child_match_id\": \"match_89\", \"delta\": 0.0, \"map\": \"map_3\", \"opponent\": \"heavyrush\", \"parent_candidate_id\": \"worker_rush_parent\", \"parent_match_id\": \"match_89\", \"reference\": \"worker_rush_parent\", \"relevant_ticks\": [], \"status\": \"unchanged\"}, {\"candidate_side\": \"p0\", \"child_candidate_id\": \"worker_rush_parent\", \"child_match_id\": \"match_90\", \"delta\": 0.0, \"map\": \"map_1\", \"opponent\": \"workerrush\", \"parent_candidate_id\": \"worker_rush_parent\", \"parent_match_id\": \"match_94\", \"reference\": \"worker_rush_parent\", \"relevant_ticks\": [], \"status\": \"unchanged\"}, {\"candidate_side\": \"p1\", \"child_candidate_id\": \"worker_rush_parent\", \"child_match_id\": \"match_91\", \"delta\": 0.0, \"map\": \"map_1\", \"opponent\": \"workerrush\", \"parent_candidate_id\": \"worker_rush_parent\", \"parent_match_id\": \"match_95\", \"reference\": \"worker_rush_parent\", \"relevant_ticks\": [], \"status\": \"unchanged\"}, {\"candidate_side\": \"p0\", \"child_candidate_id\": \"worker_rush_parent\", \"child_match_id\": \"match_92\", \"delta\": 0.0, \"map\": \"map_1\", \"opponent\": \"workerrush\", \"parent_candidate_id\": \"worker_rush_parent\", \"parent_match_id\": \"match_94\", \"reference\": \"worker_rush_parent\", \"relevant_ticks\": [], \"status\": \"unchanged\"}, {\"candidate_side\": \"p1\", \"child_candidate_id\": \"worker_rush_parent\", \"child_match_id\": \"match_93\", \"delta\": 0.0, \"map\": \"map_1\", \"opponent\": \"workerrush\", \"parent_candidate_id\": \"worker_rush_parent\", \"parent_match_id\": \"match_95\", \"reference\": \"worker_rush_parent\", \"relevant_ticks\": [], \"status\": \"unchanged\"}, {\"candidate_side\": \"p0\", \"child_candidate_id\": \"worker_rush_parent\", \"child_match_id\": \"match_94\", \"delta\": 0.0, \"map\": \"map_1\", \"opponent\": \"workerrush\", \"parent_candidate_id\": \"worker_rush_parent\", \"parent_match_id\": \"match_94\", \"reference\": \"worker_rush_parent\", \"relevant_ticks\": [], \"status\": \"unchanged\"}, {\"candidate_side\": \"p1\", \"child_candidate_id\": \"worker_rush_parent\", \"child_match_id\": \"match_95\", \"delta\": 0.0, \"map\": \"map_1\", \"opponent\": \"workerrush\", \"parent_candidate_id\": \"worker_rush_parent\", \"parent_match_id\": \"match_95\", \"reference\": \"worker_rush_parent\", \"relevant_ticks\": [], \"status\": \"unchanged\"}, {\"candidate_side\": \"p0\", \"child_candidate_id\": \"worker_rush_parent\", \"child_match_id\": \"match_96\", \"delta\": 0.0, \"map\": \"map_2\", \"opponent\": \"workerrush\", \"parent_candidate_id\": \"worker_rush_parent\", \"parent_match_id\": \"match_100\", \"reference\": \"worker_rush_parent\", \"relevant_ticks\": [], \"status\": \"unchanged\"}, {\"candidate_side\": \"p1\", \"child_candidate_id\": \"worker_rush_parent\", \"child_match_id\": \"match_97\", \"delta\": 0.0, \"map\": \"map_2\", \"opponent\": \"workerrush\", \"parent_candidate_id\": \"worker_rush_parent\", \"parent_match_id\": \"match_101\", \"reference\": \"worker_rush_parent\", \"relevant_ticks\": [], \"status\": \"unchanged\"}, {\"candidate_side\": \"p0\", \"child_candidate_id\": \"worker_rush_parent\", \"child_match_id\": \"match_98\", \"delta\": 0.0, \"map\": \"map_2\", \"opponent\": \"workerrush\", \"parent_candidate_id\": \"worker_rush_parent\", \"parent_match_id\": \"match_100\", \"reference\": \"worker_rush_parent\", \"relevant_ticks\": [], \"status\": \"unchanged\"}, {\"candidate_side\": \"p1\", \"child_candidate_id\": \"worker_rush_parent\", \"child_match_id\": \"match_99\", \"delta\": 0.0, \"map\": \"map_2\", \"opponent\": \"workerrush\", \"parent_candidate_id\": \"worker_rush_parent\", \"parent_match_id\": \"match_101\", \"reference\": \"worker_rush_parent\", \"relevant_ticks\": [], \"status\": \"unchanged\"}, {\"candidate_side\": \"p0\", \"child_candidate_id\": \"worker_rush_parent\", \"child_match_id\": \"match_100\", \"delta\": 0.0, \"map\": \"map_2\", \"opponent\": \"workerrush\", \"parent_candidate_id\": \"worker_rush_parent\", \"parent_match_id\": \"match_100\", \"reference\": \"worker_rush_parent\", \"relevant_ticks\": [], \"status\": \"unchanged\"}, {\"candidate_side\": \"p1\", \"child_candidate_id\": \"worker_rush_parent\", \"child_match_id\": \"match_101\", \"delta\": 0.0, \"map\": \"map_2\", \"opponent\": \"workerrush\", \"parent_candidate_id\": \"worker_rush_parent\", \"parent_match_id\": \"match_101\", \"reference\": \"worker_rush_parent\", \"relevant_ticks\": [], \"status\": \"unchanged\"}, {\"candidate_side\": \"p0\", \"child_candidate_id\": \"worker_rush_parent\", \"child_match_id\": \"match_102\", \"delta\": 0.0, \"map\": \"map_3\", \"opponent\": \"workerrush\", \"parent_candidate_id\": \"worker_rush_parent\", \"parent_match_id\": \"match_106\", \"reference\": \"worker_rush_parent\", \"relevant_ticks\": [], \"status\": \"unchanged\"}, {\"candidate_side\": \"p1\", \"child_candidate_id\": \"worker_rush_parent\", \"child_match_id\": \"match_103\", \"delta\": 0.0, \"map\": \"map_3\", \"opponent\": \"workerrush\", \"parent_candidate_id\": \"worker_rush_parent\", \"parent_match_id\": \"match_107\", \"reference\": \"worker_rush_parent\", \"relevant_ticks\": [], \"status\": \"unchanged\"}, {\"candidate_side\": \"p0\", \"child_candidate_id\": \"worker_rush_parent\", \"child_match_id\": \"match_104\", \"delta\": 0.0, \"map\": \"map_3\", \"opponent\": \"workerrush\", \"parent_candidate_id\": \"worker_rush_parent\", \"parent_match_id\": \"match_106\", \"reference\": \"worker_rush_parent\", \"relevant_ticks\": [], \"status\": \"unchanged\"}, {\"candidate_side\": \"p1\", \"child_candidate_id\": \"worker_rush_parent\", \"child_match_id\": \"match_105\", \"delta\": 0.0, \"map\": \"map_3\", \"opponent\": \"workerrush\", \"parent_candidate_id\": \"worker_rush_parent\", \"parent_match_id\": \"match_107\", \"reference\": \"worker_rush_parent\", \"relevant_ticks\": [], \"status\": \"unchanged\"}, {\"candidate_side\": \"p0\", \"child_candidate_id\": \"worker_rush_parent\", \"child_match_id\": \"match_106\", \"delta\": 0.0, \"map\": \"map_3\", \"opponent\": \"workerrush\", \"parent_candidate_id\": \"worker_rush_parent\", \"parent_match_id\": \"match_106\", \"reference\": \"worker_rush_parent\", \"relevant_ticks\": [], \"status\": \"unchanged\"}, {\"candidate_side\": \"p1\", \"child_candidate_id\": \"worker_rush_parent\", \"child_match_id\": \"match_107\", \"delta\": 0.0, \"map\": \"map_3\", \"opponent\": \"workerrush\", \"parent_candidate_id\": \"worker_rush_parent\", \"parent_match_id\": \"match_107\", \"reference\": \"worker_rush_parent\", \"relevant_ticks\": [], \"status\": \"unchanged\"}, {\"candidate_side\": \"p0\", \"child_candidate_id\": \"worker_rush_parent\", \"child_match_id\": \"match_108\", \"delta\": 0.0, \"map\": \"map_1\", \"opponent\": \"allinbot\", \"parent_candidate_id\": \"worker_rush_parent\", \"parent_match_id\": \"match_112\", \"reference\": \"worker_rush_parent\", \"relevant_ticks\": [], \"status\": \"unchanged\"}, {\"candidate_side\": \"p1\", \"child_candidate_id\": \"worker_rush_parent\", \"child_match_id\": \"match_109\", \"delta\": 0.0, \"map\": \"map_1\", \"opponent\": \"allinbot\", \"parent_candidate_id\": \"worker_rush_parent\", \"parent_match_id\": \"match_113\", \"reference\": \"worker_rush_parent\", \"relevant_ticks\": [], \"status\": \"unchanged\"}, {\"candidate_side\": \"p0\", \"child_candidate_id\": \"worker_rush_parent\", \"child_match_id\": \"match_110\", \"delta\": 0.0, \"map\": \"map_1\", \"opponent\": \"allinbot\", \"parent_candidate_id\": \"worker_rush_parent\", \"parent_match_id\": \"match_112\", \"reference\": \"worker_rush_parent\", \"relevant_ticks\": [], \"status\": \"unchanged\"}, {\"candidate_side\": \"p1\", \"child_candidate_id\": \"worker_rush_parent\", \"child_match_id\": \"match_111\", \"delta\": 0.0, \"map\": \"map_1\", \"opponent\": \"allinbot\", \"parent_candidate_id\": \"worker_rush_parent\", \"parent_match_id\": \"match_113\", \"reference\": \"worker_rush_parent\", \"relevant_ticks\": [], \"status\": \"unchanged\"}, {\"candidate_side\": \"p0\", \"child_candidate_id\": \"worker_rush_parent\", \"child_match_id\": \"match_112\", \"delta\": 0.0, \"map\": \"map_1\", \"opponent\": \"allinbot\", \"parent_candidate_id\": \"worker_rush_parent\", \"parent_match_id\": \"match_112\", \"reference\": \"worker_rush_parent\", \"relevant_ticks\": [], \"status\": \"unchanged\"}, {\"candidate_side\": \"p1\", \"child_candidate_id\": \"worker_rush_parent\", \"child_match_id\": \"match_113\", \"delta\": 0.0, \"map\": \"map_1\", \"opponent\": \"allinbot\", \"parent_candidate_id\": \"worker_rush_parent\", \"parent_match_id\": \"match_113\", \"reference\": \"worker_rush_parent\", \"relevant_ticks\": [], \"status\": \"unchanged\"}, {\"candidate_side\": \"p0\", \"child_candidate_id\": \"worker_rush_parent\", \"child_match_id\": \"match_114\", \"delta\": 0.0, \"map\": \"map_2\", \"opponent\": \"allinbot\", \"parent_candidate_id\": \"worker_rush_parent\", \"parent_match_id\": \"match_118\", \"reference\": \"worker_rush_parent\", \"relevant_ticks\": [], \"status\": \"unchanged\"}, {\"candidate_side\": \"p1\", \"child_candidate_id\": \"worker_rush_parent\", \"child_match_id\": \"match_115\", \"delta\": 0.0, \"map\": \"map_2\", \"opponent\": \"allinbot\", \"parent_candidate_id\": \"worker_rush_parent\", \"parent_match_id\": \"match_119\", \"reference\": \"worker_rush_parent\", \"relevant_ticks\": [], \"status\": \"unchanged\"}, {\"candidate_side\": \"p0\", \"child_candidate_id\": \"worker_rush_parent\", \"child_match_id\": \"match_116\", \"delta\": 0.0, \"map\": \"map_2\", \"opponent\": \"allinbot\", \"parent_candidate_id\": \"worker_rush_parent\", \"parent_match_id\": \"match_118\", \"reference\": \"worker_rush_parent\", \"relevant_ticks\": [], \"status\": \"unchanged\"}, {\"candidate_side\": \"p1\", \"child_candidate_id\": \"worker_rush_parent\", \"child_match_id\": \"match_117\", \"delta\": 0.0, \"map\": \"map_2\", \"opponent\": \"allinbot\", \"parent_candidate_id\": \"worker_rush_parent\", \"parent_match_id\": \"match_119\", \"reference\": \"worker_rush_parent\", \"relevant_ticks\": [], \"status\": \"unchanged\"}, {\"candidate_side\": \"p0\", \"child_candidate_id\": \"worker_rush_parent\", \"child_match_id\": \"match_118\", \"delta\": 0.0, \"map\": \"map_2\", \"opponent\": \"allinbot\", \"parent_candidate_id\": \"worker_rush_parent\", \"parent_match_id\": \"match_118\", \"reference\": \"worker_rush_parent\", \"relevant_ticks\": [], \"status\": \"unchanged\"}, {\"candidate_side\": \"p1\", \"child_candidate_id\": \"worker_rush_parent\", \"child_match_id\": \"match_119\", \"delta\": 0.0, \"map\": \"map_2\", \"opponent\": \"allinbot\", \"parent_candidate_id\": \"worker_rush_parent\", \"parent_match_id\": \"match_119\", \"reference\": \"worker_rush_parent\", \"relevant_ticks\": [], \"status\": \"unchanged\"}, {\"candidate_side\": \"p0\", \"child_candidate_id\": \"worker_rush_parent\", \"child_match_id\": \"match_120\", \"delta\": 0.0, \"map\": \"map_3\", \"opponent\": \"allinbot\", \"parent_candidate_id\": \"worker_rush_parent\", \"parent_match_id\": \"match_124\", \"reference\": \"worker_rush_parent\", \"relevant_ticks\": [], \"status\": \"unchanged\"}, {\"candidate_side\": \"p1\", \"child_candidate_id\": \"worker_rush_parent\", \"child_match_id\": \"match_121\", \"delta\": 0.0, \"map\": \"map_3\", \"opponent\": \"allinbot\", \"parent_candidate_id\": \"worker_rush_parent\", \"parent_match_id\": \"match_125\", \"reference\": \"worker_rush_parent\", \"relevant_ticks\": [], \"status\": \"unchanged\"}, {\"candidate_side\": \"p0\", \"child_candidate_id\": \"worker_rush_parent\", \"child_match_id\": \"match_122\", \"delta\": 0.0, \"map\": \"map_3\", \"opponent\": \"allinbot\", \"parent_candidate_id\": \"worker_rush_parent\", \"parent_match_id\": \"match_124\", \"reference\": \"worker_rush_parent\", \"relevant_ticks\": [], \"status\": \"unchanged\"}, {\"candidate_side\": \"p1\", \"child_candidate_id\": \"worker_rush_parent\", \"child_match_id\": \"match_123\", \"delta\": 0.0, \"map\": \"map_3\", \"opponent\": \"allinbot\", \"parent_candidate_id\": \"worker_rush_parent\", \"parent_match_id\": \"match_125\", \"reference\": \"worker_rush_parent\", \"relevant_ticks\": [], \"status\": \"unchanged\"}, {\"candidate_side\": \"p0\", \"child_candidate_id\": \"worker_rush_parent\", \"child_match_id\": \"match_124\", \"delta\": 0.0, \"map\": \"map_3\", \"opponent\": \"allinbot\", \"parent_candidate_id\": \"worker_rush_parent\", \"parent_match_id\": \"match_124\", \"reference\": \"worker_rush_parent\", \"relevant_ticks\": [], \"status\": \"unchanged\"}, {\"candidate_side\": \"p1\", \"child_candidate_id\": \"worker_rush_parent\", \"child_match_id\": \"match_125\", \"delta\": 0.0, \"map\": \"map_3\", \"opponent\": \"allinbot\", \"parent_candidate_id\": \"worker_rush_parent\", \"parent_match_id\": \"match_125\", \"reference\": \"worker_rush_parent\", \"relevant_ticks\": [], \"status\": \"unchanged\"}, {\"candidate_side\": \"p0\", \"child_candidate_id\": \"worker_rush_parent\", \"child_match_id\": \"match_126\", \"delta\": 0.0, \"map\": \"map_1\", \"opponent\": \"mayari\", \"parent_candidate_id\": \"worker_rush_parent\", \"parent_match_id\": \"match_130\", \"reference\": \"worker_rush_parent\", \"relevant_ticks\": [], \"status\": \"unchanged\"}, {\"candidate_side\": \"p1\", \"child_candidate_id\": \"worker_rush_parent\", \"child_match_id\": \"match_127\", \"delta\": 0.0, \"map\": \"map_1\", \"opponent\": \"mayari\", \"parent_candidate_id\": \"worker_rush_parent\", \"parent_match_id\": \"match_131\", \"reference\": \"worker_rush_parent\", \"relevant_ticks\": [], \"status\": \"unchanged\"}, {\"candidate_side\": \"p0\", \"child_candidate_id\": \"worker_rush_parent\", \"child_match_id\": \"match_128\", \"delta\": 0.0, \"map\": \"map_1\", \"opponent\": \"mayari\", \"parent_candidate_id\": \"worker_rush_parent\", \"parent_match_id\": \"match_130\", \"reference\": \"worker_rush_parent\", \"relevant_ticks\": [], \"status\": \"unchanged\"}, {\"candidate_side\": \"p1\", \"child_candidate_id\": \"worker_rush_parent\", \"child_match_id\": \"match_129\", \"delta\": 0.0, \"map\": \"map_1\", \"opponent\": \"mayari\", \"parent_candidate_id\": \"worker_rush_parent\", \"parent_match_id\": \"match_131\", \"reference\": \"worker_rush_parent\", \"relevant_ticks\": [], \"status\": \"unchanged\"}, {\"candidate_side\": \"p0\", \"child_candidate_id\": \"worker_rush_parent\", \"child_match_id\": \"match_130\", \"delta\": 0.0, \"map\": \"map_1\", \"opponent\": \"mayari\", \"parent_candidate_id\": \"worker_rush_parent\", \"parent_match_id\": \"match_130\", \"reference\": \"worker_rush_parent\", \"relevant_ticks\": [], \"status\": \"unchanged\"}, {\"candidate_side\": \"p1\", \"child_candidate_id\": \"worker_rush_parent\", \"child_match_id\": \"match_131\", \"delta\": 0.0, \"map\": \"map_1\", \"opponent\": \"mayari\", \"parent_candidate_id\": \"worker_rush_parent\", \"parent_match_id\": \"match_131\", \"reference\": \"worker_rush_parent\", \"relevant_ticks\": [], \"status\": \"unchanged\"}, {\"candidate_side\": \"p0\", \"child_candidate_id\": \"worker_rush_parent\", \"child_match_id\": \"match_132\", \"delta\": 0.000933, \"map\": \"map_2\", \"opponent\": \"mayari\", \"parent_candidate_id\": \"worker_rush_parent\", \"parent_match_id\": \"match_136\", \"reference\": \"worker_rush_parent\", \"relevant_ticks\": [], \"status\": \"improved\"}, {\"candidate_side\": \"p1\", \"child_candidate_id\": \"worker_rush_parent\", \"child_match_id\": \"match_133\", \"delta\": 0.374676, \"map\": \"map_2\", \"opponent\": \"mayari\", \"parent_candidate_id\": \"worker_rush_parent\", \"parent_match_id\": \"match_137\", \"reference\": \"worker_rush_parent\", \"relevant_ticks\": [], \"status\": \"improved\"}, {\"candidate_side\": \"p0\", \"child_candidate_id\": \"worker_rush_parent\", \"child_match_id\": \"match_134\", \"delta\": 0.841776, \"map\": \"map_2\", \"opponent\": \"mayari\", \"parent_candidate_id\": \"worker_rush_parent\", \"parent_match_id\": \"match_136\", \"reference\": \"worker_rush_parent\", \"relevant_ticks\": [], \"status\": \"improved\"}, {\"candidate_side\": \"p1\", \"child_candidate_id\": \"worker_rush_parent\", \"child_match_id\": \"match_135\", \"delta\": 0.371047, \"map\": \"map_2\", \"opponent\": \"mayari\", \"parent_candidate_id\": \"worker_rush_parent\", \"parent_match_id\": \"match_137\", \"reference\": \"worker_rush_parent\", \"relevant_ticks\": [], \"status\": \"improved\"}, {\"candidate_side\": \"p0\", \"child_candidate_id\": \"worker_rush_parent\", \"child_match_id\": \"match_136\", \"delta\": 0.0, \"map\": \"map_2\", \"opponent\": \"mayari\", \"parent_candidate_id\": \"worker_rush_parent\", \"parent_match_id\": \"match_136\", \"reference\": \"worker_rush_parent\", \"relevant_ticks\": [], \"status\": \"unchanged\"}, {\"candidate_side\": \"p1\", \"child_candidate_id\": \"worker_rush_parent\", \"child_match_id\": \"match_137\", \"delta\": 0.0, \"map\": \"map_2\", \"opponent\": \"mayari\", \"parent_candidate_id\": \"worker_rush_parent\", \"parent_match_id\": \"match_137\", \"reference\": \"worker_rush_parent\", \"relevant_ticks\": [], \"status\": \"unchanged\"}, {\"candidate_side\": \"p0\", \"child_candidate_id\": \"worker_rush_parent\", \"child_match_id\": \"match_138\", \"delta\": 0.0, \"map\": \"map_3\", \"opponent\": \"mayari\", \"parent_candidate_id\": \"worker_rush_parent\", \"parent_match_id\": \"match_142\", \"reference\": \"worker_rush_parent\", \"relevant_ticks\": [], \"status\": \"unchanged\"}, {\"candidate_side\": \"p1\", \"child_candidate_id\": \"worker_rush_parent\", \"child_match_id\": \"match_139\", \"delta\": 0.0, \"map\": \"map_3\", \"opponent\": \"mayari\", \"parent_candidate_id\": \"worker_rush_parent\", \"parent_match_id\": \"match_143\", \"reference\": \"worker_rush_parent\", \"relevant_ticks\": [], \"status\": \"unchanged\"}, {\"candidate_side\": \"p0\", \"child_candidate_id\": \"worker_rush_parent\", \"child_match_id\": \"match_140\", \"delta\": 0.0, \"map\": \"map_3\", \"opponent\": \"mayari\", \"parent_candidate_id\": \"worker_rush_parent\", \"parent_match_id\": \"match_142\", \"reference\": \"worker_rush_parent\", \"relevant_ticks\": [], \"status\": \"unchanged\"}, {\"candidate_side\": \"p1\", \"child_candidate_id\": \"worker_rush_parent\", \"child_match_id\": \"match_141\", \"delta\": 0.0, \"map\": \"map_3\", \"opponent\": \"mayari\", \"parent_candidate_id\": \"worker_rush_parent\", \"parent_match_id\": \"match_143\", \"reference\": \"worker_rush_parent\", \"relevant_ticks\": [], \"status\": \"unchanged\"}, {\"candidate_side\": \"p0\", \"child_candidate_id\": \"worker_rush_parent\", \"child_match_id\": \"match_142\", \"delta\": 0.0, \"map\": \"map_3\", \"opponent\": \"mayari\", \"parent_candidate_id\": \"worker_rush_parent\", \"parent_match_id\": \"match_142\", \"reference\": \"worker_rush_parent\", \"relevant_ticks\": [], \"status\": \"unchanged\"}, {\"candidate_side\": \"p1\", \"child_candidate_id\": \"worker_rush_parent\", \"child_match_id\": \"match_143\", \"delta\": 0.0, \"map\": \"map_3\", \"opponent\": \"mayari\", \"parent_candidate_id\": \"worker_rush_parent\", \"parent_match_id\": \"match_143\", \"reference\": \"worker_rush_parent\", \"relevant_ticks\": [], \"status\": \"unchanged\"}, {\"candidate_side\": \"p0\", \"child_candidate_id\": \"worker_rush_parent\", \"child_match_id\": \"match_144\", \"delta\": 0.0, \"map\": \"map_1\", \"opponent\": \"coac\", \"parent_candidate_id\": \"worker_rush_parent\", \"parent_match_id\": \"match_148\", \"reference\": \"worker_rush_parent\", \"relevant_ticks\": [], \"status\": \"unchanged\"}, {\"candidate_side\": \"p1\", \"child_candidate_id\": \"worker_rush_parent\", \"child_match_id\": \"match_145\", \"delta\": 0.0, \"map\": \"map_1\", \"opponent\": \"coac\", \"parent_candidate_id\": \"worker_rush_parent\", \"parent_match_id\": \"match_149\", \"reference\": \"worker_rush_parent\", \"relevant_ticks\": [], \"status\": \"unchanged\"}, {\"candidate_side\": \"p0\", \"child_candidate_id\": \"worker_rush_parent\", \"child_match_id\": \"match_146\", \"delta\": 0.0, \"map\": \"map_1\", \"opponent\": \"coac\", \"parent_candidate_id\": \"worker_rush_parent\", \"parent_match_id\": \"match_148\", \"reference\": \"worker_rush_parent\", \"relevant_ticks\": [], \"status\": \"unchanged\"}, {\"candidate_side\": \"p1\", \"child_candidate_id\": \"worker_rush_parent\", \"child_match_id\": \"match_147\", \"delta\": 0.0, \"map\": \"map_1\", \"opponent\": \"coac\", \"parent_candidate_id\": \"worker_rush_parent\", \"parent_match_id\": \"match_149\", \"reference\": \"worker_rush_parent\", \"relevant_ticks\": [], \"status\": \"unchanged\"}, {\"candidate_side\": \"p0\", \"child_candidate_id\": \"worker_rush_parent\", \"child_match_id\": \"match_148\", \"delta\": 0.0, \"map\": \"map_1\", \"opponent\": \"coac\", \"parent_candidate_id\": \"worker_rush_parent\", \"parent_match_id\": \"match_148\", \"reference\": \"worker_rush_parent\", \"relevant_ticks\": [], \"status\": \"unchanged\"}, {\"candidate_side\": \"p1\", \"child_candidate_id\": \"worker_rush_parent\", \"child_match_id\": \"match_149\", \"delta\": 0.0, \"map\": \"map_1\", \"opponent\": \"coac\", \"parent_candidate_id\": \"worker_rush_parent\", \"parent_match_id\": \"match_149\", \"reference\": \"worker_rush_parent\", \"relevant_ticks\": [], \"status\": \"unchanged\"}, {\"candidate_side\": \"p0\", \"child_candidate_id\": \"worker_rush_parent\", \"child_match_id\": \"match_150\", \"delta\": 0.0, \"map\": \"map_2\", \"opponent\": \"coac\", \"parent_candidate_id\": \"worker_rush_parent\", \"parent_match_id\": \"match_154\", \"reference\": \"worker_rush_parent\", \"relevant_ticks\": [], \"status\": \"unchanged\"}, {\"candidate_side\": \"p1\", \"child_candidate_id\": \"worker_rush_parent\", \"child_match_id\": \"match_151\", \"delta\": 0.0, \"map\": \"map_2\", \"opponent\": \"coac\", \"parent_candidate_id\": \"worker_rush_parent\", \"parent_match_id\": \"match_155\", \"reference\": \"worker_rush_parent\", \"relevant_ticks\": [], \"status\": \"unchanged\"}, {\"candidate_side\": \"p0\", \"child_candidate_id\": \"worker_rush_parent\", \"child_match_id\": \"match_152\", \"delta\": 0.0, \"map\": \"map_2\", \"opponent\": \"coac\", \"parent_candidate_id\": \"worker_rush_parent\", \"parent_match_id\": \"match_154\", \"reference\": \"worker_rush_parent\", \"relevant_ticks\": [], \"status\": \"unchanged\"}, {\"candidate_side\": \"p1\", \"child_candidate_id\": \"worker_rush_parent\", \"child_match_id\": \"match_153\", \"delta\": 0.0, \"map\": \"map_2\", \"opponent\": \"coac\", \"parent_candidate_id\": \"worker_rush_parent\", \"parent_match_id\": \"match_155\", \"reference\": \"worker_rush_parent\", \"relevant_ticks\": [], \"status\": \"unchanged\"}, {\"candidate_side\": \"p0\", \"child_candidate_id\": \"worker_rush_parent\", \"child_match_id\": \"match_154\", \"delta\": 0.0, \"map\": \"map_2\", \"opponent\": \"coac\", \"parent_candidate_id\": \"worker_rush_parent\", \"parent_match_id\": \"match_154\", \"reference\": \"worker_rush_parent\", \"relevant_ticks\": [], \"status\": \"unchanged\"}, {\"candidate_side\": \"p1\", \"child_candidate_id\": \"worker_rush_parent\", \"child_match_id\": \"match_155\", \"delta\": 0.0, \"map\": \"map_2\", \"opponent\": \"coac\", \"parent_candidate_id\": \"worker_rush_parent\", \"parent_match_id\": \"match_155\", \"reference\": \"worker_rush_parent\", \"relevant_ticks\": [], \"status\": \"unchanged\"}, {\"candidate_side\": \"p0\", \"child_candidate_id\": \"worker_rush_parent\", \"child_match_id\": \"match_156\", \"delta\": 0.0, \"map\": \"map_3\", \"opponent\": \"coac\", \"parent_candidate_id\": \"worker_rush_parent\", \"parent_match_id\": \"match_160\", \"reference\": \"worker_rush_parent\", \"relevant_ticks\": [], \"status\": \"unchanged\"}, {\"candidate_side\": \"p1\", \"child_candidate_id\": \"worker_rush_parent\", \"child_match_id\": \"match_157\", \"delta\": -0.082724, \"map\": \"map_3\", \"opponent\": \"coac\", \"parent_candidate_id\": \"worker_rush_parent\", \"parent_match_id\": \"match_161\", \"reference\": \"worker_rush_parent\", \"relevant_ticks\": [], \"status\": \"regressed\"}, {\"candidate_side\": \"p0\", \"child_candidate_id\": \"worker_rush_parent\", \"child_match_id\": \"match_158\", \"delta\": 0.0, \"map\": \"map_3\", \"opponent\": \"coac\", \"parent_candidate_id\": \"worker_rush_parent\", \"parent_match_id\": \"match_160\", \"reference\": \"worker_rush_parent\", \"relevant_ticks\": [], \"status\": \"unchanged\"}, {\"candidate_side\": \"p1\", \"child_candidate_id\": \"worker_rush_parent\", \"child_match_id\": \"match_159\", \"delta\": -0.082724, \"map\": \"map_3\", \"opponent\": \"coac\", \"parent_candidate_id\": \"worker_rush_parent\", \"parent_match_id\": \"match_161\", \"reference\": \"worker_rush_parent\", \"relevant_ticks\": [], \"status\": \"regressed\"}, {\"candidate_side\": \"p0\", \"child_candidate_id\": \"worker_rush_parent\", \"child_match_id\": \"match_160\", \"delta\": 0.0, \"map\": \"map_3\", \"opponent\": \"coac\", \"parent_candidate_id\": \"worker_rush_parent\", \"parent_match_id\": \"match_160\", \"reference\": \"worker_rush_parent\", \"relevant_ticks\": [], \"status\": \"unchanged\"}, {\"candidate_side\": \"p1\", \"child_candidate_id\": \"worker_rush_parent\", \"child_match_id\": \"match_161\", \"delta\": 0.0, \"map\": \"map_3\", \"opponent\": \"coac\", \"parent_candidate_id\": \"worker_rush_parent\", \"parent_match_id\": \"match_161\", \"reference\": \"worker_rush_parent\", \"relevant_ticks\": [], \"status\": \"unchanged\"}, {\"candidate_side\": \"p0\", \"child_candidate_id\": \"worker_rush_parent\", \"child_match_id\": \"match_162\", \"delta\": 0.0, \"map\": \"map_1\", \"opponent\": \"tma\", \"parent_candidate_id\": \"worker_rush_parent\", \"parent_match_id\": \"match_166\", \"reference\": \"worker_rush_parent\", \"relevant_ticks\": [], \"status\": \"unchanged\"}, {\"candidate_side\": \"p1\", \"child_candidate_id\": \"worker_rush_parent\", \"child_match_id\": \"match_163\", \"delta\": 0.0, \"map\": \"map_1\", \"opponent\": \"tma\", \"parent_candidate_id\": \"worker_rush_parent\", \"parent_match_id\": \"match_167\", \"reference\": \"worker_rush_parent\", \"relevant_ticks\": [], \"status\": \"unchanged\"}, {\"candidate_side\": \"p0\", \"child_candidate_id\": \"worker_rush_parent\", \"child_match_id\": \"match_164\", \"delta\": 0.0, \"map\": \"map_1\", \"opponent\": \"tma\", \"parent_candidate_id\": \"worker_rush_parent\", \"parent_match_id\": \"match_166\", \"reference\": \"worker_rush_parent\", \"relevant_ticks\": [], \"status\": \"unchanged\"}, {\"candidate_side\": \"p1\", \"child_candidate_id\": \"worker_rush_parent\", \"child_match_id\": \"match_165\", \"delta\": 0.0, \"map\": \"map_1\", \"opponent\": \"tma\", \"parent_candidate_id\": \"worker_rush_parent\", \"parent_match_id\": \"match_167\", \"reference\": \"worker_rush_parent\", \"relevant_ticks\": [], \"status\": \"unchanged\"}, {\"candidate_side\": \"p0\", \"child_candidate_id\": \"worker_rush_parent\", \"child_match_id\": \"match_166\", \"delta\": 0.0, \"map\": \"map_1\", \"opponent\": \"tma\", \"parent_candidate_id\": \"worker_rush_parent\", \"parent_match_id\": \"match_166\", \"reference\": \"worker_rush_parent\", \"relevant_ticks\": [], \"status\": \"unchanged\"}, {\"candidate_side\": \"p1\", \"child_candidate_id\": \"worker_rush_parent\", \"child_match_id\": \"match_167\", \"delta\": 0.0, \"map\": \"map_1\", \"opponent\": \"tma\", \"parent_candidate_id\": \"worker_rush_parent\", \"parent_match_id\": \"match_167\", \"reference\": \"worker_rush_parent\", \"relevant_ticks\": [], \"status\": \"unchanged\"}, {\"candidate_side\": \"p0\", \"child_candidate_id\": \"worker_rush_parent\", \"child_match_id\": \"match_168\", \"delta\": 0.0, \"map\": \"map_2\", \"opponent\": \"tma\", \"parent_candidate_id\": \"worker_rush_parent\", \"parent_match_id\": \"match_172\", \"reference\": \"worker_rush_parent\", \"relevant_ticks\": [], \"status\": \"unchanged\"}, {\"candidate_side\": \"p1\", \"child_candidate_id\": \"worker_rush_parent\", \"child_match_id\": \"match_169\", \"delta\": 0.0, \"map\": \"map_2\", \"opponent\": \"tma\", \"parent_candidate_id\": \"worker_rush_parent\", \"parent_match_id\": \"match_173\", \"reference\": \"worker_rush_parent\", \"relevant_ticks\": [], \"status\": \"unchanged\"}, {\"candidate_side\": \"p0\", \"child_candidate_id\": \"worker_rush_parent\", \"child_match_id\": \"match_170\", \"delta\": 0.0, \"map\": \"map_2\", \"opponent\": \"tma\", \"parent_candidate_id\": \"worker_rush_parent\", \"parent_match_id\": \"match_172\", \"reference\": \"worker_rush_parent\", \"relevant_ticks\": [], \"status\": \"unchanged\"}, {\"candidate_side\": \"p1\", \"child_candidate_id\": \"worker_rush_parent\", \"child_match_id\": \"match_171\", \"delta\": 0.0, \"map\": \"map_2\", \"opponent\": \"tma\", \"parent_candidate_id\": \"worker_rush_parent\", \"parent_match_id\": \"match_173\", \"reference\": \"worker_rush_parent\", \"relevant_ticks\": [], \"status\": \"unchanged\"}, {\"candidate_side\": \"p0\", \"child_candidate_id\": \"worker_rush_parent\", \"child_match_id\": \"match_172\", \"delta\": 0.0, \"map\": \"map_2\", \"opponent\": \"tma\", \"parent_candidate_id\": \"worker_rush_parent\", \"parent_match_id\": \"match_172\", \"reference\": \"worker_rush_parent\", \"relevant_ticks\": [], \"status\": \"unchanged\"}, {\"candidate_side\": \"p1\", \"child_candidate_id\": \"worker_rush_parent\", \"child_match_id\": \"match_173\", \"delta\": 0.0, \"map\": \"map_2\", \"opponent\": \"tma\", \"parent_candidate_id\": \"worker_rush_parent\", \"parent_match_id\": \"match_173\", \"reference\": \"worker_rush_parent\", \"relevant_ticks\": [], \"status\": \"unchanged\"}, {\"candidate_side\": \"p0\", \"child_candidate_id\": \"worker_rush_parent\", \"child_match_id\": \"match_174\", \"delta\": 0.0, \"map\": \"map_3\", \"opponent\": \"tma\", \"parent_candidate_id\": \"worker_rush_parent\", \"parent_match_id\": \"match_178\", \"reference\": \"worker_rush_parent\", \"relevant_ticks\": [], \"status\": \"unchanged\"}, {\"candidate_side\": \"p1\", \"child_candidate_id\": \"worker_rush_parent\", \"child_match_id\": \"match_175\", \"delta\": 0.0, \"map\": \"map_3\", \"opponent\": \"tma\", \"parent_candidate_id\": \"worker_rush_parent\", \"parent_match_id\": \"match_179\", \"reference\": \"worker_rush_parent\", \"relevant_ticks\": [], \"status\": \"unchanged\"}, {\"candidate_side\": \"p0\", \"child_candidate_id\": \"worker_rush_parent\", \"child_match_id\": \"match_176\", \"delta\": 0.0, \"map\": \"map_3\", \"opponent\": \"tma\", \"parent_candidate_id\": \"worker_rush_parent\", \"parent_match_id\": \"match_178\", \"reference\": \"worker_rush_parent\", \"relevant_ticks\": [], \"status\": \"unchanged\"}, {\"candidate_side\": \"p1\", \"child_candidate_id\": \"worker_rush_parent\", \"child_match_id\": \"match_177\", \"delta\": 0.0, \"map\": \"map_3\", \"opponent\": \"tma\", \"parent_candidate_id\": \"worker_rush_parent\", \"parent_match_id\": \"match_179\", \"reference\": \"worker_rush_parent\", \"relevant_ticks\": [], \"status\": \"unchanged\"}, {\"candidate_side\": \"p0\", \"child_candidate_id\": \"worker_rush_parent\", \"child_match_id\": \"match_178\", \"delta\": 0.0, \"map\": \"map_3\", \"opponent\": \"tma\", \"parent_candidate_id\": \"worker_rush_parent\", \"parent_match_id\": \"match_178\", \"reference\": \"worker_rush_parent\", \"relevant_ticks\": [], \"status\": \"unchanged\"}, {\"candidate_side\": \"p1\", \"child_candidate_id\": \"worker_rush_parent\", \"child_match_id\": \"match_179\", \"delta\": 0.0, \"map\": \"map_3\", \"opponent\": \"tma\", \"parent_candidate_id\": \"worker_rush_parent\", \"parent_match_id\": \"match_179\", \"reference\": \"worker_rush_parent\", \"relevant_ticks\": [], \"status\": \"unchanged\"}], \"regressed\": [{\"candidate_side\": \"p1\", \"child_candidate_id\": \"worker_rush_parent\", \"child_match_id\": \"match_21\", \"delta\": -2.911703, \"map\": \"map_1\", \"opponent\": \"random\", \"parent_candidate_id\": \"worker_rush_parent\", \"parent_match_id\": \"match_23\", \"reference\": \"worker_rush_parent\", \"relevant_ticks\": [], \"status\": \"regressed\"}, {\"candidate_side\": \"p1\", \"child_candidate_id\": \"worker_rush_parent\", \"child_match_id\": \"match_25\", \"delta\": -1.732499, \"map\": \"map_2\", \"opponent\": \"random\", \"parent_candidate_id\": \"worker_rush_parent\", \"parent_match_id\": \"match_29\", \"reference\": \"worker_rush_parent\", \"relevant_ticks\": [], \"status\": \"regressed\"}, {\"candidate_side\": \"p0\", \"child_candidate_id\": \"worker_rush_parent\", \"child_match_id\": \"match_30\", \"delta\": -1.164926, \"map\": \"map_3\", \"opponent\": \"random\", \"parent_candidate_id\": \"worker_rush_parent\", \"parent_match_id\": \"match_34\", \"reference\": \"worker_rush_parent\", \"relevant_ticks\": [], \"status\": \"regressed\"}, {\"candidate_side\": \"p0\", \"child_candidate_id\": \"worker_rush_parent\", \"child_match_id\": \"match_32\", \"delta\": -0.83732, \"map\": \"map_3\", \"opponent\": \"random\", \"parent_candidate_id\": \"worker_rush_parent\", \"parent_match_id\": \"match_34\", \"reference\": \"worker_rush_parent\", \"relevant_ticks\": [], \"status\": \"regressed\"}, {\"candidate_side\": \"p1\", \"child_candidate_id\": \"worker_rush_parent\", \"child_match_id\": \"match_39\", \"delta\": -0.457126, \"map\": \"map_1\", \"opponent\": \"randombias\", \"parent_candidate_id\": \"worker_rush_parent\", \"parent_match_id\": \"match_41\", \"reference\": \"worker_rush_parent\", \"relevant_ticks\": [], \"status\": \"regressed\"}, {\"candidate_side\": \"p0\", \"child_candidate_id\": \"worker_rush_parent\", \"child_match_id\": \"match_42\", \"delta\": -1.182114, \"map\": \"map_2\", \"opponent\": \"randombias\", \"parent_candidate_id\": \"worker_rush_parent\", \"parent_match_id\": \"match_46\", \"reference\": \"worker_rush_parent\", \"relevant_ticks\": [], \"status\": \"regressed\"}, {\"candidate_side\": \"p1\", \"child_candidate_id\": \"worker_rush_parent\", \"child_match_id\": \"match_43\", \"delta\": -0.224205, \"map\": \"map_2\", \"opponent\": \"randombias\", \"parent_candidate_id\": \"worker_rush_parent\", \"parent_match_id\": \"match_47\", \"reference\": \"worker_rush_parent\", \"relevant_ticks\": [], \"status\": \"regressed\"}, {\"candidate_side\": \"p1\", \"child_candidate_id\": \"worker_rush_parent\", \"child_match_id\": \"match_157\", \"delta\": -0.082724, \"map\": \"map_3\", \"opponent\": \"coac\", \"parent_candidate_id\": \"worker_rush_parent\", \"parent_match_id\": \"match_161\", \"reference\": \"worker_rush_parent\", \"relevant_ticks\": [], \"status\": \"regressed\"}, {\"candidate_side\": \"p1\", \"child_candidate_id\": \"worker_rush_parent\", \"child_match_id\": \"match_159\", \"delta\": -0.082724, \"map\": \"map_3\", \"opponent\": \"coac\", \"parent_candidate_id\": \"worker_rush_parent\", \"parent_match_id\": \"match_161\", \"reference\": \"worker_rush_parent\", \"relevant_ticks\": [], \"status\": \"regressed\"}]}}",</a:t>
            </a:r>
          </a:p>
          <a:p xmlns:a="http://schemas.openxmlformats.org/drawingml/2006/main">
            <a:r>
              <a:t>    "parent_strategy_prompt": "\"Use a continuous Worker-rush policy.\\n\\nEvery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t>
            </a:r>
          </a:p>
          <a:p xmlns:a="http://schemas.openxmlformats.org/drawingml/2006/main">
            <a:r>
              <a:t>  "semantic_payload": {</a:t>
            </a:r>
          </a:p>
          <a:p xmlns:a="http://schemas.openxmlformats.org/drawingml/2006/main">
            <a:r>
              <a:t>    "commentator_diagnoses_and_evaluation_metadata": {</a:t>
            </a:r>
          </a:p>
          <a:p xmlns:a="http://schemas.openxmlformats.org/drawingml/2006/main">
            <a:r>
              <a:t>      "candidate_id": "worker_rush_reflection_subject",</a:t>
            </a:r>
          </a:p>
          <a:p xmlns:a="http://schemas.openxmlformats.org/drawingml/2006/main">
            <a:r>
              <a:t>      "commentator_diagnoses": [</a:t>
            </a:r>
          </a:p>
          <a:p xmlns:a="http://schemas.openxmlformats.org/drawingml/2006/main">
            <a:r>
              <a:t>        {</a:t>
            </a:r>
          </a:p>
          <a:p xmlns:a="http://schemas.openxmlformats.org/drawingml/2006/main">
            <a:r>
              <a:t>          "candidate_side": "p1",</a:t>
            </a:r>
          </a:p>
          <a:p xmlns:a="http://schemas.openxmlformats.org/drawingml/2006/main">
            <a:r>
              <a:t>          "candidate_strategy_summary": "Implemented continuous Worker-rush: prioritized base production, dedicated one Worker per base to resource collection, and sent additional Workers directly toward enemy Base. No defensive structures or combat units produced.",</a:t>
            </a:r>
          </a:p>
          <a:p xmlns:a="http://schemas.openxmlformats.org/drawingml/2006/main">
            <a:r>
              <a:t>          "candidate_strengths": [</a:t>
            </a:r>
          </a:p>
          <a:p xmlns:a="http://schemas.openxmlformats.org/drawingml/2006/main">
            <a:r>
              <a:t>            "{'strength': 'Efficient resource collection: maintained continuous production by prioritizing Worker return to base.', 'evidence': 'Candidate’s base produced 7 Workers by tick 1496 while opponent’s base remained idle.'}",</a:t>
            </a:r>
          </a:p>
          <a:p xmlns:a="http://schemas.openxmlformats.org/drawingml/2006/main">
            <a:r>
              <a:t>            "{'strength': 'Aggressive expansion: Workers consistently advanced toward enemy Base without hesitation.', 'evidence': 'Opponent’s Workers never engaged in combat or defended; candidate’s Workers surrounded enemy Base by tick 1496.'}"</a:t>
            </a:r>
          </a:p>
          <a:p xmlns:a="http://schemas.openxmlformats.org/drawingml/2006/main">
            <a:r>
              <a:t>          ],</a:t>
            </a:r>
          </a:p>
          <a:p xmlns:a="http://schemas.openxmlformats.org/drawingml/2006/main">
            <a:r>
              <a:t>          "candidate_weaknesses": [</a:t>
            </a:r>
          </a:p>
          <a:p xmlns:a="http://schemas.openxmlformats.org/drawingml/2006/main">
            <a:r>
              <a:t>            "{'weakness': 'No defensive adaptation: no Barracks or combat units produced despite opponent’s passive nature.', 'evidence': 'Opponent’s Workers could have been eliminated with combat units, but candidate relied solely on Workers.'}"</a:t>
            </a:r>
          </a:p>
          <a:p xmlns:a="http://schemas.openxmlformats.org/drawingml/2006/main">
            <a:r>
              <a:t>          ],</a:t>
            </a:r>
          </a:p>
          <a:p xmlns:a="http://schemas.openxmlformats.org/drawingml/2006/main">
            <a:r>
              <a:t>          "map": null,</a:t>
            </a:r>
          </a:p>
          <a:p xmlns:a="http://schemas.openxmlformats.org/drawingml/2006/main">
            <a:r>
              <a:t>          "match_id": "match_03",</a:t>
            </a:r>
          </a:p>
          <a:p xmlns:a="http://schemas.openxmlformats.org/drawingml/2006/main">
            <a:r>
              <a:t>          "opponent": "PassiveAI",</a:t>
            </a:r>
          </a:p>
          <a:p xmlns:a="http://schemas.openxmlformats.org/drawingml/2006/main">
            <a:r>
              <a:t>          "opponent_strategy_summary": "PassiveAI: no visible aggressive or defensive actions; remained static with minimal resource collection (1 Worker per base). No production or expansion observed.",</a:t>
            </a:r>
          </a:p>
          <a:p xmlns:a="http://schemas.openxmlformats.org/drawingml/2006/main">
            <a:r>
              <a:t>          "result": "draw",</a:t>
            </a:r>
          </a:p>
          <a:p xmlns:a="http://schemas.openxmlformats.org/drawingml/2006/main">
            <a:r>
              <a:t>          "turning_points": [</a:t>
            </a:r>
          </a:p>
          <a:p xmlns:a="http://schemas.openxmlformats.org/drawingml/2006/main">
            <a:r>
              <a:t>            {</a:t>
            </a:r>
          </a:p>
          <a:p xmlns:a="http://schemas.openxmlformats.org/drawingml/2006/main">
            <a:r>
              <a:t>              "event": "Both players start with identical initial conditions (1 Base + 1 Worker each). Opponent’s Worker remains idle at base (x6,y6).",</a:t>
            </a:r>
          </a:p>
          <a:p xmlns:a="http://schemas.openxmlformats.org/drawingml/2006/main">
            <a:r>
              <a:t>              "impact": "Candidate’s Worker (x1,y1) immediately begins harvesting nearest resource (0,0), while opponent’s Worker never moves from base. Candidate gains resource advantage.",</a:t>
            </a:r>
          </a:p>
          <a:p xmlns:a="http://schemas.openxmlformats.org/drawingml/2006/main">
            <a:r>
              <a:t>              "tick": 0</a:t>
            </a:r>
          </a:p>
          <a:p xmlns:a="http://schemas.openxmlformats.org/drawingml/2006/main">
            <a:r>
              <a:t>            },</a:t>
            </a:r>
          </a:p>
          <a:p xmlns:a="http://schemas.openxmlformats.org/drawingml/2006/main">
            <a:r>
              <a:t>            {</a:t>
            </a:r>
          </a:p>
          <a:p xmlns:a="http://schemas.openxmlformats.org/drawingml/2006/main">
            <a:r>
              <a:t>              "event": "Opponent’s Worker (x6,y6) begins moving toward (7,7) resource node, but candidate’s base has already produced 7 additional Workers (tick 1496).",</a:t>
            </a:r>
          </a:p>
          <a:p xmlns:a="http://schemas.openxmlformats.org/drawingml/2006/main">
            <a:r>
              <a:t>              "impact": "Candidate’s overwhelming numerical superiority (8:1 Worker ratio) neutralizes opponent’s passive strategy. Opponent’s Workers remain scattered and ineffective.",</a:t>
            </a:r>
          </a:p>
          <a:p xmlns:a="http://schemas.openxmlformats.org/drawingml/2006/main">
            <a:r>
              <a:t>              "tick": 20</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"Opponent’s timeout: PassiveAI’s inaction prevented meaningful engagement beyond numerical stalemate.",</a:t>
            </a:r>
          </a:p>
          <a:p xmlns:a="http://schemas.openxmlformats.org/drawingml/2006/main">
            <a:r>
              <a:t>                "details": "Opponent’s Workers never attacked or defended; candidate’s Workers outnumbered but lacked combat units to finish the enemy."</a:t>
            </a:r>
          </a:p>
          <a:p xmlns:a="http://schemas.openxmlformats.org/drawingml/2006/main">
            <a:r>
              <a:t>              }</a:t>
            </a:r>
          </a:p>
          <a:p xmlns:a="http://schemas.openxmlformats.org/drawingml/2006/main">
            <a:r>
              <a:t>            ],</a:t>
            </a:r>
          </a:p>
          <a:p xmlns:a="http://schemas.openxmlformats.org/drawingml/2006/main">
            <a:r>
              <a:t>            "result": "draw"</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"candidate_strategy_summary": "Implemented continuous Worker-rush: prioritized production of Workers, allocated one Worker per Base to harvest resources, and dispatched additional Workers toward enemy Base or visible enemy units.",</a:t>
            </a:r>
          </a:p>
          <a:p xmlns:a="http://schemas.openxmlformats.org/drawingml/2006/main">
            <a:r>
              <a:t>          "candidate_strengths": [</a:t>
            </a:r>
          </a:p>
          <a:p xmlns:a="http://schemas.openxmlformats.org/drawingml/2006/main">
            <a:r>
              <a:t>            "{'strength': 'Efficient resource management: Workers consistently harvest and return resources to Base, enabling continuous production.'}",</a:t>
            </a:r>
          </a:p>
          <a:p xmlns:a="http://schemas.openxmlformats.org/drawingml/2006/main">
            <a:r>
              <a:t>            "{'strength': 'Coordinated aggression: Additional Workers advance toward enemy territory in a directed manner, maximizing pressure.'}"</a:t>
            </a:r>
          </a:p>
          <a:p xmlns:a="http://schemas.openxmlformats.org/drawingml/2006/main">
            <a:r>
              <a:t>          ],</a:t>
            </a:r>
          </a:p>
          <a:p xmlns:a="http://schemas.openxmlformats.org/drawingml/2006/main">
            <a:r>
              <a:t>          "candidate_weaknesses": [</a:t>
            </a:r>
          </a:p>
          <a:p xmlns:a="http://schemas.openxmlformats.org/drawingml/2006/main">
            <a:r>
              <a:t>            "{'weakness': 'No defensive adaptation: Despite opponent’s scattered Workers, candidate does not prioritize defending against potential ambushes or resource node threats.'}"</a:t>
            </a:r>
          </a:p>
          <a:p xmlns:a="http://schemas.openxmlformats.org/drawingml/2006/main">
            <a:r>
              <a:t>          ],</a:t>
            </a:r>
          </a:p>
          <a:p xmlns:a="http://schemas.openxmlformats.org/drawingml/2006/main">
            <a:r>
              <a:t>          "map": null,</a:t>
            </a:r>
          </a:p>
          <a:p xmlns:a="http://schemas.openxmlformats.org/drawingml/2006/main">
            <a:r>
              <a:t>          "match_id": "match_26",</a:t>
            </a:r>
          </a:p>
          <a:p xmlns:a="http://schemas.openxmlformats.org/drawingml/2006/main">
            <a:r>
              <a:t>          "opponent": "RandomAI",</a:t>
            </a:r>
          </a:p>
          <a:p xmlns:a="http://schemas.openxmlformats.org/drawingml/2006/main">
            <a:r>
              <a:t>          "opponent_strategy_summary": "RandomAI: no structured strategy; Workers moved unpredictably without coordinated production or targeting.",</a:t>
            </a:r>
          </a:p>
          <a:p xmlns:a="http://schemas.openxmlformats.org/drawingml/2006/main">
            <a:r>
              <a:t>          "result": "draw",</a:t>
            </a:r>
          </a:p>
          <a:p xmlns:a="http://schemas.openxmlformats.org/drawingml/2006/main">
            <a:r>
              <a:t>          "turning_points": [</a:t>
            </a:r>
          </a:p>
          <a:p xmlns:a="http://schemas.openxmlformats.org/drawingml/2006/main">
            <a:r>
              <a:t>            {</a:t>
            </a:r>
          </a:p>
          <a:p xmlns:a="http://schemas.openxmlformats.org/drawingml/2006/main">
            <a:r>
              <a:t>              "event": "Both players start with 1 Worker each; no immediate resource collection or production observed.",</a:t>
            </a:r>
          </a:p>
          <a:p xmlns:a="http://schemas.openxmlformats.org/drawingml/2006/main">
            <a:r>
              <a:t>              "impact": "Neither player initiates meaningful action, delaying early resource accumulation and unit production.",</a:t>
            </a:r>
          </a:p>
          <a:p xmlns:a="http://schemas.openxmlformats.org/drawingml/2006/main">
            <a:r>
              <a:t>              "tick": 0</a:t>
            </a:r>
          </a:p>
          <a:p xmlns:a="http://schemas.openxmlformats.org/drawingml/2006/main">
            <a:r>
              <a:t>            },</a:t>
            </a:r>
          </a:p>
          <a:p xmlns:a="http://schemas.openxmlformats.org/drawingml/2006/main">
            <a:r>
              <a:t>            {</a:t>
            </a:r>
          </a:p>
          <a:p xmlns:a="http://schemas.openxmlformats.org/drawingml/2006/main">
            <a:r>
              <a:t>              "event": "Candidate produces 6 Workers (total: 7 units), while opponent deploys 15 Workers (total: 15 units) in scattered, uncoordinated positions. Candidate’s Workers consolidate near resources and Base; opponent’s Workers remain dispersed.",</a:t>
            </a:r>
          </a:p>
          <a:p xmlns:a="http://schemas.openxmlformats.org/drawingml/2006/main">
            <a:r>
              <a:t>              "impact": "Candidate achieves resource advantage (21 resources vs. opponent’s 0) due to efficient Worker allocation, while opponent’s random movement wastes resources and fails to threaten candidate’s Base.",</a:t>
            </a:r>
          </a:p>
          <a:p xmlns:a="http://schemas.openxmlformats.org/drawingml/2006/main">
            <a:r>
              <a:t>              "tick": 2998</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"Opponent’s randomness: RandomAI’s lack of structure prevents meaningful counterplay, but also fails to exploit candidate’s lack of defensive focus."</a:t>
            </a:r>
          </a:p>
          <a:p xmlns:a="http://schemas.openxmlformats.org/drawingml/2006/main">
            <a:r>
              <a:t>              },</a:t>
            </a:r>
          </a:p>
          <a:p xmlns:a="http://schemas.openxmlformats.org/drawingml/2006/main">
            <a:r>
              <a:t>              {</a:t>
            </a:r>
          </a:p>
          <a:p xmlns:a="http://schemas.openxmlformats.org/drawingml/2006/main">
            <a:r>
              <a:t>                "cause": "Resource advantage: Candidate’s disciplined Worker allocation outpaces opponent’s chaotic deployment, but opponent’s sheer numbers prevent decisive victory."</a:t>
            </a:r>
          </a:p>
          <a:p xmlns:a="http://schemas.openxmlformats.org/drawingml/2006/main">
            <a:r>
              <a:t>              }</a:t>
            </a:r>
          </a:p>
          <a:p xmlns:a="http://schemas.openxmlformats.org/drawingml/2006/main">
            <a:r>
              <a:t>            ],</a:t>
            </a:r>
          </a:p>
          <a:p xmlns:a="http://schemas.openxmlformats.org/drawingml/2006/main">
            <a:r>
              <a:t>            "result": "draw"</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"candidate_strategy_summary": "Implemented continuous Worker-rush: prioritized immediate Worker production, assigned one Worker per Base to harvest resources, and dispatched additional Workers toward enemy Base without Barracks or combat unit production.",</a:t>
            </a:r>
          </a:p>
          <a:p xmlns:a="http://schemas.openxmlformats.org/drawingml/2006/main">
            <a:r>
              <a:t>          "candidate_strengths": [</a:t>
            </a:r>
          </a:p>
          <a:p xmlns:a="http://schemas.openxmlformats.org/drawingml/2006/main">
            <a:r>
              <a:t>            "{'strength': 'Aggressive Worker production and deployment', 'evidence': 'Produced 18 Workers by tick 1173, overwhelming opponent’s single Worker.'}",</a:t>
            </a:r>
          </a:p>
          <a:p xmlns:a="http://schemas.openxmlformats.org/drawingml/2006/main">
            <a:r>
              <a:t>            "{'strength': 'Efficient resource collection and territorial control', 'evidence': 'Secured all resource nodes by tick 1173, preventing opponent from gathering resources.'}"</a:t>
            </a:r>
          </a:p>
          <a:p xmlns:a="http://schemas.openxmlformats.org/drawingml/2006/main">
            <a:r>
              <a:t>          ],</a:t>
            </a:r>
          </a:p>
          <a:p xmlns:a="http://schemas.openxmlformats.org/drawingml/2006/main">
            <a:r>
              <a:t>          "candidate_weaknesses": [</a:t>
            </a:r>
          </a:p>
          <a:p xmlns:a="http://schemas.openxmlformats.org/drawingml/2006/main">
            <a:r>
              <a:t>            "{'weakness': 'No defensive structures or combat units', 'evidence': 'Relied solely on Workers for both resource collection and combat, leaving no redundancy.'}",</a:t>
            </a:r>
          </a:p>
          <a:p xmlns:a="http://schemas.openxmlformats.org/drawingml/2006/main">
            <a:r>
              <a:t>            "{'weakness': 'Vulnerable to early opportunistic strikes', 'evidence': 'If opponent had coordinated even minimally (e.g., Barracks production), candidate’s Base could have been targeted earlier.'}"</a:t>
            </a:r>
          </a:p>
          <a:p xmlns:a="http://schemas.openxmlformats.org/drawingml/2006/main">
            <a:r>
              <a:t>          ],</a:t>
            </a:r>
          </a:p>
          <a:p xmlns:a="http://schemas.openxmlformats.org/drawingml/2006/main">
            <a:r>
              <a:t>          "map": null,</a:t>
            </a:r>
          </a:p>
          <a:p xmlns:a="http://schemas.openxmlformats.org/drawingml/2006/main">
            <a:r>
              <a:t>          "match_id": "match_41",</a:t>
            </a:r>
          </a:p>
          <a:p xmlns:a="http://schemas.openxmlformats.org/drawingml/2006/main">
            <a:r>
              <a:t>          "opponent": "RandomBiasedAI",</a:t>
            </a:r>
          </a:p>
          <a:p xmlns:a="http://schemas.openxmlformats.org/drawingml/2006/main">
            <a:r>
              <a:t>          "opponent_strategy_summary": "RandomBiasedAI exhibited no structured strategy; actions were likely stochastic (e.g., no consistent resource collection, no coordinated attacks, and no Barracks/unit production).",</a:t>
            </a:r>
          </a:p>
          <a:p xmlns:a="http://schemas.openxmlformats.org/drawingml/2006/main">
            <a:r>
              <a:t>          "result": "loss",</a:t>
            </a:r>
          </a:p>
          <a:p xmlns:a="http://schemas.openxmlformats.org/drawingml/2006/main">
            <a:r>
              <a:t>          "turning_points": [</a:t>
            </a:r>
          </a:p>
          <a:p xmlns:a="http://schemas.openxmlformats.org/drawingml/2006/main">
            <a:r>
              <a:t>            {</a:t>
            </a:r>
          </a:p>
          <a:p xmlns:a="http://schemas.openxmlformats.org/drawingml/2006/main">
            <a:r>
              <a:t>              "event": "Both players start with identical initial state (1 Base + 1 Worker, 5 resources each). Opponent’s Worker remains stationary at (6,6) while candidate’s Worker begins moving toward (0,0) resource node.",</a:t>
            </a:r>
          </a:p>
          <a:p xmlns:a="http://schemas.openxmlformats.org/drawingml/2006/main">
            <a:r>
              <a:t>              "impact": "Candidate gains early resource advantage by actively harvesting, while opponent’s Worker does not contribute to resource collection or expansion.",</a:t>
            </a:r>
          </a:p>
          <a:p xmlns:a="http://schemas.openxmlformats.org/drawingml/2006/main">
            <a:r>
              <a:t>              "tick": 0</a:t>
            </a:r>
          </a:p>
          <a:p xmlns:a="http://schemas.openxmlformats.org/drawingml/2006/main">
            <a:r>
              <a:t>            },</a:t>
            </a:r>
          </a:p>
          <a:p xmlns:a="http://schemas.openxmlformats.org/drawingml/2006/main">
            <a:r>
              <a:t>            {</a:t>
            </a:r>
          </a:p>
          <a:p xmlns:a="http://schemas.openxmlformats.org/drawingml/2006/main">
            <a:r>
              <a:t>              "event": "Candidate produces 4 additional Workers (total: 5 Workers), all dispatched toward enemy Base or enemy territory. Opponent’s Worker remains idle at (6,6).",</a:t>
            </a:r>
          </a:p>
          <a:p xmlns:a="http://schemas.openxmlformats.org/drawingml/2006/main">
            <a:r>
              <a:t>              "impact": "Candidate establishes overwhelming numerical superiority (5 vs. 1 Worker) and begins aggressive territorial expansion, while opponent fails to counter with any coordinated response.",</a:t>
            </a:r>
          </a:p>
          <a:p xmlns:a="http://schemas.openxmlformats.org/drawingml/2006/main">
            <a:r>
              <a:t>              "tick": 20</a:t>
            </a:r>
          </a:p>
          <a:p xmlns:a="http://schemas.openxmlformats.org/drawingml/2006/main">
            <a:r>
              <a:t>            },</a:t>
            </a:r>
          </a:p>
          <a:p xmlns:a="http://schemas.openxmlformats.org/drawingml/2006/main">
            <a:r>
              <a:t>            {</a:t>
            </a:r>
          </a:p>
          <a:p xmlns:a="http://schemas.openxmlformats.org/drawingml/2006/main">
            <a:r>
              <a:t>              "event": "Candidate’s 18 Workers control all resource nodes and enemy territory; opponent’s lone Worker is isolated at (6,6) with no support or resources. Opponent’s Base is destroyed by candidate’s Workers.",</a:t>
            </a:r>
          </a:p>
          <a:p xmlns:a="http://schemas.openxmlformats.org/drawingml/2006/main">
            <a:r>
              <a:t>              "impact": "Opponent’s inability to produce or coordinate units leads to total resource starvation and Base elimination, sealing the loss.",</a:t>
            </a:r>
          </a:p>
          <a:p xmlns:a="http://schemas.openxmlformats.org/drawingml/2006/main">
            <a:r>
              <a:t>              "tick": 1173</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"Opponent’s identity misclassification",</a:t>
            </a:r>
          </a:p>
          <a:p xmlns:a="http://schemas.openxmlformats.org/drawingml/2006/main">
            <a:r>
              <a:t>                "details": "Opponent was RandomBiasedAI, which lacked structured responses to candidate’s aggressive rush, enabling uncontested dominance."</a:t>
            </a:r>
          </a:p>
          <a:p xmlns:a="http://schemas.openxmlformats.org/drawingml/2006/main">
            <a:r>
              <a:t>              },</a:t>
            </a:r>
          </a:p>
          <a:p xmlns:a="http://schemas.openxmlformats.org/drawingml/2006/main">
            <a:r>
              <a:t>              {</a:t>
            </a:r>
          </a:p>
          <a:p xmlns:a="http://schemas.openxmlformats.org/drawingml/2006/main">
            <a:r>
              <a:t>                "cause": "Candidate’s strategy misalignment with opponent’s incompetence",</a:t>
            </a:r>
          </a:p>
          <a:p xmlns:a="http://schemas.openxmlformats.org/drawingml/2006/main">
            <a:r>
              <a:t>                "details": "Strategy assumed opponent would resist or counter; instead, opponent’s randomness amplified candidate’s numerical advantage."</a:t>
            </a:r>
          </a:p>
          <a:p xmlns:a="http://schemas.openxmlformats.org/drawingml/2006/main">
            <a:r>
              <a:t>              }</a:t>
            </a:r>
          </a:p>
          <a:p xmlns:a="http://schemas.openxmlformats.org/drawingml/2006/main">
            <a:r>
              <a:t>            ],</a:t>
            </a:r>
          </a:p>
          <a:p xmlns:a="http://schemas.openxmlformats.org/drawingml/2006/main">
            <a:r>
              <a:t>            "result": "loss"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"candidate_strategy_summary": "Pure Worker-rush with no Barracks production. Workers harvest optimally and attack enemy Base directly or nearest enemy units.",</a:t>
            </a:r>
          </a:p>
          <a:p xmlns:a="http://schemas.openxmlformats.org/drawingml/2006/main">
            <a:r>
              <a:t>          "candidate_strengths": [</a:t>
            </a:r>
          </a:p>
          <a:p xmlns:a="http://schemas.openxmlformats.org/drawingml/2006/main">
            <a:r>
              <a:t>            "{'strength': 'Rapid Barracks construction upon detecting enemy threat, enabling combat unit production.'}",</a:t>
            </a:r>
          </a:p>
          <a:p xmlns:a="http://schemas.openxmlformats.org/drawingml/2006/main">
            <a:r>
              <a:t>            "{'strength': 'Effective Light unit positioning (spread formation) to cover multiple enemy units.'}"</a:t>
            </a:r>
          </a:p>
          <a:p xmlns:a="http://schemas.openxmlformats.org/drawingml/2006/main">
            <a:r>
              <a:t>          ],</a:t>
            </a:r>
          </a:p>
          <a:p xmlns:a="http://schemas.openxmlformats.org/drawingml/2006/main">
            <a:r>
              <a:t>          "candidate_weaknesses": [</a:t>
            </a:r>
          </a:p>
          <a:p xmlns:a="http://schemas.openxmlformats.org/drawingml/2006/main">
            <a:r>
              <a:t>            "{'weakness': \"Initial Worker-rush failed to eliminate opponent's Worker before Barracks production, allowing opponent to gather resources.\"}"</a:t>
            </a:r>
          </a:p>
          <a:p xmlns:a="http://schemas.openxmlformats.org/drawingml/2006/main">
            <a:r>
              <a:t>          ],</a:t>
            </a:r>
          </a:p>
          <a:p xmlns:a="http://schemas.openxmlformats.org/drawingml/2006/main">
            <a:r>
              <a:t>          "map": null,</a:t>
            </a:r>
          </a:p>
          <a:p xmlns:a="http://schemas.openxmlformats.org/drawingml/2006/main">
            <a:r>
              <a:t>          "match_id": "match_67",</a:t>
            </a:r>
          </a:p>
          <a:p xmlns:a="http://schemas.openxmlformats.org/drawingml/2006/main">
            <a:r>
              <a:t>          "opponent": "LightRush",</a:t>
            </a:r>
          </a:p>
          <a:p xmlns:a="http://schemas.openxmlformats.org/drawingml/2006/main">
            <a:r>
              <a:t>          "opponent_strategy_summary": "LightRush: Rapid production of lightweight combat units (Lights) after initial Worker presence. Adaptive positioning and aggressive expansion.",</a:t>
            </a:r>
          </a:p>
          <a:p xmlns:a="http://schemas.openxmlformats.org/drawingml/2006/main">
            <a:r>
              <a:t>          "result": "win",</a:t>
            </a:r>
          </a:p>
          <a:p xmlns:a="http://schemas.openxmlformats.org/drawingml/2006/main">
            <a:r>
              <a:t>          "turning_points": [</a:t>
            </a:r>
          </a:p>
          <a:p xmlns:a="http://schemas.openxmlformats.org/drawingml/2006/main">
            <a:r>
              <a:t>            {</a:t>
            </a:r>
          </a:p>
          <a:p xmlns:a="http://schemas.openxmlformats.org/drawingml/2006/main">
            <a:r>
              <a:t>              "event": "Candidate produces first Barracks at (1,0) after detecting enemy Worker movement toward base.",</a:t>
            </a:r>
          </a:p>
          <a:p xmlns:a="http://schemas.openxmlformats.org/drawingml/2006/main">
            <a:r>
              <a:t>              "impact": "Shift from pure Worker-rush to mixed strategy, enabling rapid Light production. Opponent's Worker was eliminated by candidate's Lights before reaching base.",</a:t>
            </a:r>
          </a:p>
          <a:p xmlns:a="http://schemas.openxmlformats.org/drawingml/2006/main">
            <a:r>
              <a:t>              "tick": 18</a:t>
            </a:r>
          </a:p>
          <a:p xmlns:a="http://schemas.openxmlformats.org/drawingml/2006/main">
            <a:r>
              <a:t>            },</a:t>
            </a:r>
          </a:p>
          <a:p xmlns:a="http://schemas.openxmlformats.org/drawingml/2006/main">
            <a:r>
              <a:t>            {</a:t>
            </a:r>
          </a:p>
          <a:p xmlns:a="http://schemas.openxmlformats.org/drawingml/2006/main">
            <a:r>
              <a:t>              "event": "Opponent's Worker (22,22) begins carrying resources, indicating resource depletion and potential retreat.",</a:t>
            </a:r>
          </a:p>
          <a:p xmlns:a="http://schemas.openxmlformats.org/drawingml/2006/main">
            <a:r>
              <a:t>              "impact": "Candidate's early Barracks production allowed deployment of 6 Lights, overwhelming opponent's lone Worker before it could consolidate resources.",</a:t>
            </a:r>
          </a:p>
          <a:p xmlns:a="http://schemas.openxmlformats.org/drawingml/2006/main">
            <a:r>
              <a:t>              "tick": 79</a:t>
            </a:r>
          </a:p>
          <a:p xmlns:a="http://schemas.openxmlformats.org/drawingml/2006/main">
            <a:r>
              <a:t>            },</a:t>
            </a:r>
          </a:p>
          <a:p xmlns:a="http://schemas.openxmlformats.org/drawingml/2006/main">
            <a:r>
              <a:t>            {</a:t>
            </a:r>
          </a:p>
          <a:p xmlns:a="http://schemas.openxmlformats.org/drawingml/2006/main">
            <a:r>
              <a:t>              "event": "Opponent's Worker (22,22) dies to candidate's Light units (3,18) and (21,22).",</a:t>
            </a:r>
          </a:p>
          <a:p xmlns:a="http://schemas.openxmlformats.org/drawingml/2006/main">
            <a:r>
              <a:t>              "impact": "Final elimination of opponent's last unit, ending match. Candidate's adaptive Light positioning (spread formation) maximized pressure.",</a:t>
            </a:r>
          </a:p>
          <a:p xmlns:a="http://schemas.openxmlformats.org/drawingml/2006/main">
            <a:r>
              <a:t>              "tick": 822</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"Opponent's Worker was isolated and overwhelmed by candidate's Lights before it could consolidate resources or retreat."</a:t>
            </a:r>
          </a:p>
          <a:p xmlns:a="http://schemas.openxmlformats.org/drawingml/2006/main">
            <a:r>
              <a:t>              },</a:t>
            </a:r>
          </a:p>
          <a:p xmlns:a="http://schemas.openxmlformats.org/drawingml/2006/main">
            <a:r>
              <a:t>              {</a:t>
            </a:r>
          </a:p>
          <a:p xmlns:a="http://schemas.openxmlformats.org/drawingml/2006/main">
            <a:r>
              <a:t>                "cause": "Candidate's adaptive shift from pure Worker-rush to mixed strategy (Barracks + Lights) disrupted opponent's economy."</a:t>
            </a:r>
          </a:p>
          <a:p xmlns:a="http://schemas.openxmlformats.org/drawingml/2006/main">
            <a:r>
              <a:t>              }</a:t>
            </a:r>
          </a:p>
          <a:p xmlns:a="http://schemas.openxmlformats.org/drawingml/2006/main">
            <a:r>
              <a:t>            ],</a:t>
            </a:r>
          </a:p>
          <a:p xmlns:a="http://schemas.openxmlformats.org/drawingml/2006/main">
            <a:r>
              <a:t>            "result": "win"</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"candidate_strategy_summary": "Worker-rush: continuous production of Workers to attack enemy base. Prioritizes resource harvesting for production, no barracks or non-Worker units.",</a:t>
            </a:r>
          </a:p>
          <a:p xmlns:a="http://schemas.openxmlformats.org/drawingml/2006/main">
            <a:r>
              <a:t>          "candidate_strengths": [</a:t>
            </a:r>
          </a:p>
          <a:p xmlns:a="http://schemas.openxmlformats.org/drawingml/2006/main">
            <a:r>
              <a:t>            "{'strength': 'Initial resource efficiency: harvested resources consistently to sustain Worker production.', 'context': 'Ticks 0–934: Candidate maintained 1 Worker harvesting and 1 Worker attacking/en route.'}"</a:t>
            </a:r>
          </a:p>
          <a:p xmlns:a="http://schemas.openxmlformats.org/drawingml/2006/main">
            <a:r>
              <a:t>          ],</a:t>
            </a:r>
          </a:p>
          <a:p xmlns:a="http://schemas.openxmlformats.org/drawingml/2006/main">
            <a:r>
              <a:t>          "candidate_weaknesses": [</a:t>
            </a:r>
          </a:p>
          <a:p xmlns:a="http://schemas.openxmlformats.org/drawingml/2006/main">
            <a:r>
              <a:t>            "{'weakness': 'No defensive structures or non-Worker units until Heavy production at tick 935.', 'context': 'Opponent’s Heavy units exploited this gap to destroy candidate’s base and Worker.'}",</a:t>
            </a:r>
          </a:p>
          <a:p xmlns:a="http://schemas.openxmlformats.org/drawingml/2006/main">
            <a:r>
              <a:t>            "{'weakness': 'Delayed Heavy production: candidate’s Barracks built only after opponent’s base was already under attack.', 'context': 'Heavy units arrived post-gameover (tick 940).'}"</a:t>
            </a:r>
          </a:p>
          <a:p xmlns:a="http://schemas.openxmlformats.org/drawingml/2006/main">
            <a:r>
              <a:t>          ],</a:t>
            </a:r>
          </a:p>
          <a:p xmlns:a="http://schemas.openxmlformats.org/drawingml/2006/main">
            <a:r>
              <a:t>          "map": null,</a:t>
            </a:r>
          </a:p>
          <a:p xmlns:a="http://schemas.openxmlformats.org/drawingml/2006/main">
            <a:r>
              <a:t>          "match_id": "match_85",</a:t>
            </a:r>
          </a:p>
          <a:p xmlns:a="http://schemas.openxmlformats.org/drawingml/2006/main">
            <a:r>
              <a:t>          "opponent": "HeavyRush",</a:t>
            </a:r>
          </a:p>
          <a:p xmlns:a="http://schemas.openxmlformats.org/drawingml/2006/main">
            <a:r>
              <a:t>          "opponent_strategy_summary": "HeavyRush: deployed Heavy units (likely melee/armored) in coordinated positions (ticks 934–940) to overwhelm candidate’s base and Workers.",</a:t>
            </a:r>
          </a:p>
          <a:p xmlns:a="http://schemas.openxmlformats.org/drawingml/2006/main">
            <a:r>
              <a:t>          "result": "loss",</a:t>
            </a:r>
          </a:p>
          <a:p xmlns:a="http://schemas.openxmlformats.org/drawingml/2006/main">
            <a:r>
              <a:t>          "turning_points": [</a:t>
            </a:r>
          </a:p>
          <a:p xmlns:a="http://schemas.openxmlformats.org/drawingml/2006/main">
            <a:r>
              <a:t>            {</a:t>
            </a:r>
          </a:p>
          <a:p xmlns:a="http://schemas.openxmlformats.org/drawingml/2006/main">
            <a:r>
              <a:t>              "event": "Opponent deploys 4 Heavy units near candidate’s base (positions (3,11), (7,21), (13,23), (15,22)) while candidate’s Worker at (15,23) remains isolated.",</a:t>
            </a:r>
          </a:p>
          <a:p xmlns:a="http://schemas.openxmlformats.org/drawingml/2006/main">
            <a:r>
              <a:t>              "impact": "Candidate’s lone Worker was overwhelmed; Heavy units coordinated to eliminate candidate’s base and remaining Worker.",</a:t>
            </a:r>
          </a:p>
          <a:p xmlns:a="http://schemas.openxmlformats.org/drawingml/2006/main">
            <a:r>
              <a:t>              "tick": 934</a:t>
            </a:r>
          </a:p>
          <a:p xmlns:a="http://schemas.openxmlformats.org/drawingml/2006/main">
            <a:r>
              <a:t>            },</a:t>
            </a:r>
          </a:p>
          <a:p xmlns:a="http://schemas.openxmlformats.org/drawingml/2006/main">
            <a:r>
              <a:t>            {</a:t>
            </a:r>
          </a:p>
          <a:p xmlns:a="http://schemas.openxmlformats.org/drawingml/2006/main">
            <a:r>
              <a:t>              "event": "Candidate’s Barracks produced 4 Heavy units (revealing adaptive response), but opponent’s Worker was already destroyed.",</a:t>
            </a:r>
          </a:p>
          <a:p xmlns:a="http://schemas.openxmlformats.org/drawingml/2006/main">
            <a:r>
              <a:t>              "impact": "Candidate’s late Heavy production arrived after opponent’s base was already destroyed (tick 940).",</a:t>
            </a:r>
          </a:p>
          <a:p xmlns:a="http://schemas.openxmlformats.org/drawingml/2006/main">
            <a:r>
              <a:t>              "tick": 939</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"Opponent’s Heavy units overwhelmed candidate’s base and Worker before candidate could scale up defenses.",</a:t>
            </a:r>
          </a:p>
          <a:p xmlns:a="http://schemas.openxmlformats.org/drawingml/2006/main">
            <a:r>
              <a:t>                "evidence": [</a:t>
            </a:r>
          </a:p>
          <a:p xmlns:a="http://schemas.openxmlformats.org/drawingml/2006/main">
            <a:r>
              <a:t>                  "Heavy units positioned at ticks 934–939",</a:t>
            </a:r>
          </a:p>
          <a:p xmlns:a="http://schemas.openxmlformats.org/drawingml/2006/main">
            <a:r>
              <a:t>                  "Candidate’s Worker destroyed at tick 939",</a:t>
            </a:r>
          </a:p>
          <a:p xmlns:a="http://schemas.openxmlformats.org/drawingml/2006/main">
            <a:r>
              <a:t>                  "Base destroyed at tick 940"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"cause": "Candidate’s lack of barracks/defensive units until late (tick 935) left no counterplay.",</a:t>
            </a:r>
          </a:p>
          <a:p xmlns:a="http://schemas.openxmlformats.org/drawingml/2006/main">
            <a:r>
              <a:t>                "evidence": [</a:t>
            </a:r>
          </a:p>
          <a:p xmlns:a="http://schemas.openxmlformats.org/drawingml/2006/main">
            <a:r>
              <a:t>                  "No Barracks until tick 935",</a:t>
            </a:r>
          </a:p>
          <a:p xmlns:a="http://schemas.openxmlformats.org/drawingml/2006/main">
            <a:r>
              <a:t>                  "No defensive structures or combat units prior to Heavy production"</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"result": "loss"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"candidate_strategy_summary": "Continuous Worker-rush with immediate enemy Base targeting. Prioritizes production and direct assault without defensive structures or non-Worker units.",</a:t>
            </a:r>
          </a:p>
          <a:p xmlns:a="http://schemas.openxmlformats.org/drawingml/2006/main">
            <a:r>
              <a:t>          "candidate_strengths": [</a:t>
            </a:r>
          </a:p>
          <a:p xmlns:a="http://schemas.openxmlformats.org/drawingml/2006/main">
            <a:r>
              <a:t>            "{'strength': 'Rapid Worker production (12 Workers by tick 597) and aggressive Base targeting.', 'context': 'Executed strategy flawlessly during early-mid game, overwhelming opponent’s lone Worker.'}"</a:t>
            </a:r>
          </a:p>
          <a:p xmlns:a="http://schemas.openxmlformats.org/drawingml/2006/main">
            <a:r>
              <a:t>          ],</a:t>
            </a:r>
          </a:p>
          <a:p xmlns:a="http://schemas.openxmlformats.org/drawingml/2006/main">
            <a:r>
              <a:t>          "candidate_weaknesses": [</a:t>
            </a:r>
          </a:p>
          <a:p xmlns:a="http://schemas.openxmlformats.org/drawingml/2006/main">
            <a:r>
              <a:t>            "{'weakness': 'No defensive structures or resource storage. Base was vulnerable to single Worker attacks.', 'context': 'Opponent’s Worker destroyed candidate’s Base at tick 18, halting production and resource accumulation.'}",</a:t>
            </a:r>
          </a:p>
          <a:p xmlns:a="http://schemas.openxmlformats.org/drawingml/2006/main">
            <a:r>
              <a:t>            "{'weakness': 'Resource depletion without storage. Candidate’s Base ran out of resources (0.0 at tick 597) despite having 12 Workers.', 'context': 'Lack of resource buffering prevented sustained production or defensive actions.'}"</a:t>
            </a:r>
          </a:p>
          <a:p xmlns:a="http://schemas.openxmlformats.org/drawingml/2006/main">
            <a:r>
              <a:t>          ],</a:t>
            </a:r>
          </a:p>
          <a:p xmlns:a="http://schemas.openxmlformats.org/drawingml/2006/main">
            <a:r>
              <a:t>          "map": null,</a:t>
            </a:r>
          </a:p>
          <a:p xmlns:a="http://schemas.openxmlformats.org/drawingml/2006/main">
            <a:r>
              <a:t>          "match_id": "match_107",</a:t>
            </a:r>
          </a:p>
          <a:p xmlns:a="http://schemas.openxmlformats.org/drawingml/2006/main">
            <a:r>
              <a:t>          "opponent": "WorkerRush",</a:t>
            </a:r>
          </a:p>
          <a:p xmlns:a="http://schemas.openxmlformats.org/drawingml/2006/main">
            <a:r>
              <a:t>          "opponent_strategy_summary": "Worker-rush with aggressive expansion and resource exploitation. Opponent maintained a lone Worker near its Base while rapidly producing additional Workers to overwhelm candidate’s Base.",</a:t>
            </a:r>
          </a:p>
          <a:p xmlns:a="http://schemas.openxmlformats.org/drawingml/2006/main">
            <a:r>
              <a:t>          "result": "loss",</a:t>
            </a:r>
          </a:p>
          <a:p xmlns:a="http://schemas.openxmlformats.org/drawingml/2006/main">
            <a:r>
              <a:t>          "turning_points": [</a:t>
            </a:r>
          </a:p>
          <a:p xmlns:a="http://schemas.openxmlformats.org/drawingml/2006/main">
            <a:r>
              <a:t>            {</a:t>
            </a:r>
          </a:p>
          <a:p xmlns:a="http://schemas.openxmlformats.org/drawingml/2006/main">
            <a:r>
              <a:t>              "event": "Candidate produced 4th Worker (total: 4). Opponent’s Worker (x=23,y=21) moved into adjacent tile (x=22,y=21), initiating direct Base assault. Candidate’s Workers (x=18-22,y=20-22) converged toward enemy Base but were outnumbered.",</a:t>
            </a:r>
          </a:p>
          <a:p xmlns:a="http://schemas.openxmlformats.org/drawingml/2006/main">
            <a:r>
              <a:t>              "impact": "Opponent’s Worker reached candidate’s Base perimeter, initiating combat. Candidate’s numerical advantage was neutralized by opponent’s aggressive positioning and resource advantage.",</a:t>
            </a:r>
          </a:p>
          <a:p xmlns:a="http://schemas.openxmlformats.org/drawingml/2006/main">
            <a:r>
              <a:t>              "tick": 18</a:t>
            </a:r>
          </a:p>
          <a:p xmlns:a="http://schemas.openxmlformats.org/drawingml/2006/main">
            <a:r>
              <a:t>            },</a:t>
            </a:r>
          </a:p>
          <a:p xmlns:a="http://schemas.openxmlformats.org/drawingml/2006/main">
            <a:r>
              <a:t>            {</a:t>
            </a:r>
          </a:p>
          <a:p xmlns:a="http://schemas.openxmlformats.org/drawingml/2006/main">
            <a:r>
              <a:t>              "event": "Candidate’s 12 Workers reached opponent’s Base perimeter. Opponent’s lone Worker (x=23,y=21) was isolated and destroyed by candidate’s coordinated assault.",</a:t>
            </a:r>
          </a:p>
          <a:p xmlns:a="http://schemas.openxmlformats.org/drawingml/2006/main">
            <a:r>
              <a:t>              "impact": "Opponent’s Base was destroyed, but candidate’s Base was already depleted of resources (0.0) and lacked defensive structures. Opponent’s remaining Worker escaped, securing victory.",</a:t>
            </a:r>
          </a:p>
          <a:p xmlns:a="http://schemas.openxmlformats.org/drawingml/2006/main">
            <a:r>
              <a:t>              "tick": 597</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"Opponent’s Worker destroyed candidate’s Base at tick 18, disabling production and resource flow.",</a:t>
            </a:r>
          </a:p>
          <a:p xmlns:a="http://schemas.openxmlformats.org/drawingml/2006/main">
            <a:r>
              <a:t>                "evidence": [</a:t>
            </a:r>
          </a:p>
          <a:p xmlns:a="http://schemas.openxmlformats.org/drawingml/2006/main">
            <a:r>
              <a:t>                  "Base HP dropped to 0 at tick 18",</a:t>
            </a:r>
          </a:p>
          <a:p xmlns:a="http://schemas.openxmlformats.org/drawingml/2006/main">
            <a:r>
              <a:t>                  "Candidate’s resources stagnated at 5.0 until tick 597"</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"cause": "Candidate’s numerical advantage (12 vs. 1 Worker) was negated by opponent’s Base destruction and resource advantage.",</a:t>
            </a:r>
          </a:p>
          <a:p xmlns:a="http://schemas.openxmlformats.org/drawingml/2006/main">
            <a:r>
              <a:t>                "evidence": [</a:t>
            </a:r>
          </a:p>
          <a:p xmlns:a="http://schemas.openxmlformats.org/drawingml/2006/main">
            <a:r>
              <a:t>                  "Opponent’s Base destroyed at tick 597",</a:t>
            </a:r>
          </a:p>
          <a:p xmlns:a="http://schemas.openxmlformats.org/drawingml/2006/main">
            <a:r>
              <a:t>                  "Candidate’s Base had 0 resources at game end"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"result": "loss"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"candidate_strategy_summary": "",</a:t>
            </a:r>
          </a:p>
          <a:p xmlns:a="http://schemas.openxmlformats.org/drawingml/2006/main">
            <a:r>
              <a:t>          "candidate_strengths": [</a:t>
            </a:r>
          </a:p>
          <a:p xmlns:a="http://schemas.openxmlformats.org/drawingml/2006/main">
            <a:r>
              <a:t>            "{'evidence': {'tick_range': '0-214', 'observation': 'workers were produced continuously (log shows no barracks, but candidate maintained unit count until collapse)'}, 'strength': 'adherence to rush policy (no production halts)'}"</a:t>
            </a:r>
          </a:p>
          <a:p xmlns:a="http://schemas.openxmlformats.org/drawingml/2006/main">
            <a:r>
              <a:t>          ],</a:t>
            </a:r>
          </a:p>
          <a:p xmlns:a="http://schemas.openxmlformats.org/drawingml/2006/main">
            <a:r>
              <a:t>          "candidate_weaknesses": [</a:t>
            </a:r>
          </a:p>
          <a:p xmlns:a="http://schemas.openxmlformats.org/drawingml/2006/main">
            <a:r>
              <a:t>            "{'evidence': {'tick': 215, 'observation': 'no resources (0.0) and zero workers at terminal state despite prior production'}, 'weakness': 'harvesting inefficiency (failed to sustain resource flow)'}",</a:t>
            </a:r>
          </a:p>
          <a:p xmlns:a="http://schemas.openxmlformats.org/drawingml/2006/main">
            <a:r>
              <a:t>            "{'evidence': {'tick': 215, 'observation': 'opponent retained viability (0 vs. 0 units at terminal, but no collapse evidence for p1)'}, 'weakness': \"no defensive pressure mitigation (no barracks/units to counter opponent's fault-contained aggression)\"}"</a:t>
            </a:r>
          </a:p>
          <a:p xmlns:a="http://schemas.openxmlformats.org/drawingml/2006/main">
            <a:r>
              <a:t>          ],</a:t>
            </a:r>
          </a:p>
          <a:p xmlns:a="http://schemas.openxmlformats.org/drawingml/2006/main">
            <a:r>
              <a:t>          "map": null,</a:t>
            </a:r>
          </a:p>
          <a:p xmlns:a="http://schemas.openxmlformats.org/drawingml/2006/main">
            <a:r>
              <a:t>          "match_id": "match_108",</a:t>
            </a:r>
          </a:p>
          <a:p xmlns:a="http://schemas.openxmlformats.org/drawingml/2006/main">
            <a:r>
              <a:t>          "opponent": "AllInBot (upstream runtime, fault-contained)",</a:t>
            </a:r>
          </a:p>
          <a:p xmlns:a="http://schemas.openxmlformats.org/drawingml/2006/main">
            <a:r>
              <a:t>          "opponent_strategy_summary": "",</a:t>
            </a:r>
          </a:p>
          <a:p xmlns:a="http://schemas.openxmlformats.org/drawingml/2006/main">
            <a:r>
              <a:t>          "result": "loss",</a:t>
            </a:r>
          </a:p>
          <a:p xmlns:a="http://schemas.openxmlformats.org/drawingml/2006/main">
            <a:r>
              <a:t>          "turning_points": [</a:t>
            </a:r>
          </a:p>
          <a:p xmlns:a="http://schemas.openxmlformats.org/drawingml/2006/main">
            <a:r>
              <a:t>            {</a:t>
            </a:r>
          </a:p>
          <a:p xmlns:a="http://schemas.openxmlformats.org/drawingml/2006/main">
            <a:r>
              <a:t>              "event": "terminal state reached (no units remaining)",</a:t>
            </a:r>
          </a:p>
          <a:p xmlns:a="http://schemas.openxmlformats.org/drawingml/2006/main">
            <a:r>
              <a:t>              "impact": "candidate collapsed due to resource starvation (0 workers, 0 resources) while opponent maintained viability",</a:t>
            </a:r>
          </a:p>
          <a:p xmlns:a="http://schemas.openxmlformats.org/drawingml/2006/main">
            <a:r>
              <a:t>              "tick": 215</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"resource starvation",</a:t>
            </a:r>
          </a:p>
          <a:p xmlns:a="http://schemas.openxmlformats.org/drawingml/2006/main">
            <a:r>
              <a:t>                "mechanism": "failed to harvest sustainably (0 resources at tick 215)"</a:t>
            </a:r>
          </a:p>
          <a:p xmlns:a="http://schemas.openxmlformats.org/drawingml/2006/main">
            <a:r>
              <a:t>              },</a:t>
            </a:r>
          </a:p>
          <a:p xmlns:a="http://schemas.openxmlformats.org/drawingml/2006/main">
            <a:r>
              <a:t>              {</a:t>
            </a:r>
          </a:p>
          <a:p xmlns:a="http://schemas.openxmlformats.org/drawingml/2006/main">
            <a:r>
              <a:t>                "cause": "opponent resilience",</a:t>
            </a:r>
          </a:p>
          <a:p xmlns:a="http://schemas.openxmlformats.org/drawingml/2006/main">
            <a:r>
              <a:t>                "mechanism": "AllInBot maintained viability despite unknown strategy"</a:t>
            </a:r>
          </a:p>
          <a:p xmlns:a="http://schemas.openxmlformats.org/drawingml/2006/main">
            <a:r>
              <a:t>              }</a:t>
            </a:r>
          </a:p>
          <a:p xmlns:a="http://schemas.openxmlformats.org/drawingml/2006/main">
            <a:r>
              <a:t>            ],</a:t>
            </a:r>
          </a:p>
          <a:p xmlns:a="http://schemas.openxmlformats.org/drawingml/2006/main">
            <a:r>
              <a:t>            "result": "loss"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"candidate_strategy_summary": "Worker-rush with continuous production and immediate enemy base targeting. No barracks built; relies solely on Workers for combat and resource collection.",</a:t>
            </a:r>
          </a:p>
          <a:p xmlns:a="http://schemas.openxmlformats.org/drawingml/2006/main">
            <a:r>
              <a:t>          "candidate_strengths": [</a:t>
            </a:r>
          </a:p>
          <a:p xmlns:a="http://schemas.openxmlformats.org/drawingml/2006/main">
            <a:r>
              <a:t>            "{'strength': 'Resource efficiency', 'evidence': 'Sustained Worker production (2 Workers by tick 780) with no idle units. Barracks construction at tick 780 enables rapid combat unit scaling.'}",</a:t>
            </a:r>
          </a:p>
          <a:p xmlns:a="http://schemas.openxmlformats.org/drawingml/2006/main">
            <a:r>
              <a:t>            "{'strength': 'Adaptive transition', 'evidence': 'Shifted from pure Worker-rush to mixed strategy (Heavies) at tick 780, exploiting opponent’s static positioning.'}"</a:t>
            </a:r>
          </a:p>
          <a:p xmlns:a="http://schemas.openxmlformats.org/drawingml/2006/main">
            <a:r>
              <a:t>          ],</a:t>
            </a:r>
          </a:p>
          <a:p xmlns:a="http://schemas.openxmlformats.org/drawingml/2006/main">
            <a:r>
              <a:t>          "candidate_weaknesses": [</a:t>
            </a:r>
          </a:p>
          <a:p xmlns:a="http://schemas.openxmlformats.org/drawingml/2006/main">
            <a:r>
              <a:t>            "{'weakness': 'No early defensive structures', 'evidence': 'Barracks built only at tick 780; initial 18 ticks vulnerable to opponent’s Worker if Mayari had engaged aggressively.'}",</a:t>
            </a:r>
          </a:p>
          <a:p xmlns:a="http://schemas.openxmlformats.org/drawingml/2006/main">
            <a:r>
              <a:t>            "{'weakness': 'Over-reliance on Worker combat', 'evidence': 'Early ticks (0–17) only Workers attack; opponent’s Worker at (22,22) could have disrupted production if Mayari had prioritized base harassment.'}"</a:t>
            </a:r>
          </a:p>
          <a:p xmlns:a="http://schemas.openxmlformats.org/drawingml/2006/main">
            <a:r>
              <a:t>          ],</a:t>
            </a:r>
          </a:p>
          <a:p xmlns:a="http://schemas.openxmlformats.org/drawingml/2006/main">
            <a:r>
              <a:t>          "map": null,</a:t>
            </a:r>
          </a:p>
          <a:p xmlns:a="http://schemas.openxmlformats.org/drawingml/2006/main">
            <a:r>
              <a:t>          "match_id": "match_139",</a:t>
            </a:r>
          </a:p>
          <a:p xmlns:a="http://schemas.openxmlformats.org/drawingml/2006/main">
            <a:r>
              <a:t>          "opponent": "Mayari",</a:t>
            </a:r>
          </a:p>
          <a:p xmlns:a="http://schemas.openxmlformats.org/drawingml/2006/main">
            <a:r>
              <a:t>          "opponent_strategy_summary": "",</a:t>
            </a:r>
          </a:p>
          <a:p xmlns:a="http://schemas.openxmlformats.org/drawingml/2006/main">
            <a:r>
              <a:t>          "result": "loss",</a:t>
            </a:r>
          </a:p>
          <a:p xmlns:a="http://schemas.openxmlformats.org/drawingml/2006/main">
            <a:r>
              <a:t>          "turning_points": [</a:t>
            </a:r>
          </a:p>
          <a:p xmlns:a="http://schemas.openxmlformats.org/drawingml/2006/main">
            <a:r>
              <a:t>            {</a:t>
            </a:r>
          </a:p>
          <a:p xmlns:a="http://schemas.openxmlformats.org/drawingml/2006/main">
            <a:r>
              <a:t>              "event": "Both players start with identical initial conditions (1 Base, 1 Worker, 5 resources each). Opponent’s Worker positioned adjacent to candidate’s Base (1,1) vs (22,22).",</a:t>
            </a:r>
          </a:p>
          <a:p xmlns:a="http://schemas.openxmlformats.org/drawingml/2006/main">
            <a:r>
              <a:t>              "impact": "Opponent’s Worker is closer to candidate’s Base, enabling potential early interference if Mayari deviates from passive stance.",</a:t>
            </a:r>
          </a:p>
          <a:p xmlns:a="http://schemas.openxmlformats.org/drawingml/2006/main">
            <a:r>
              <a:t>              "tick": 0</a:t>
            </a:r>
          </a:p>
          <a:p xmlns:a="http://schemas.openxmlformats.org/drawingml/2006/main">
            <a:r>
              <a:t>            },</a:t>
            </a:r>
          </a:p>
          <a:p xmlns:a="http://schemas.openxmlformats.org/drawingml/2006/main">
            <a:r>
              <a:t>            {</a:t>
            </a:r>
          </a:p>
          <a:p xmlns:a="http://schemas.openxmlformats.org/drawingml/2006/main">
            <a:r>
              <a:t>              "event": "Candidate’s Base produces first Worker (resources: 5 → 0). Opponent’s Worker remains stationary near (17,23) with 1 resource, indicating no aggressive expansion.",</a:t>
            </a:r>
          </a:p>
          <a:p xmlns:a="http://schemas.openxmlformats.org/drawingml/2006/main">
            <a:r>
              <a:t>              "impact": "Candidate gains resource advantage; opponent’s passive stance delays counter-rush. Candidate’s Worker production rate outpaces opponent’s resource collection efficiency.",</a:t>
            </a:r>
          </a:p>
          <a:p xmlns:a="http://schemas.openxmlformats.org/drawingml/2006/main">
            <a:r>
              <a:t>              "tick": 18</a:t>
            </a:r>
          </a:p>
          <a:p xmlns:a="http://schemas.openxmlformats.org/drawingml/2006/main">
            <a:r>
              <a:t>            },</a:t>
            </a:r>
          </a:p>
          <a:p xmlns:a="http://schemas.openxmlformats.org/drawingml/2006/main">
            <a:r>
              <a:t>            {</a:t>
            </a:r>
          </a:p>
          <a:p xmlns:a="http://schemas.openxmlformats.org/drawingml/2006/main">
            <a:r>
              <a:t>              "event": "Candidate constructs Barracks (building_count: 1) and deploys 4 Heavy units. Opponent’s Worker (1/1) is isolated at (17,23) with 1 resource; no defensive structures or combat units.",</a:t>
            </a:r>
          </a:p>
          <a:p xmlns:a="http://schemas.openxmlformats.org/drawingml/2006/main">
            <a:r>
              <a:t>              "impact": "Candidate transitions from pure Worker-rush to mixed strategy (Workers + Heavies). Opponent’s single Worker is overwhelmed by candidate’s Heavies and Workers converging on (17,23).",</a:t>
            </a:r>
          </a:p>
          <a:p xmlns:a="http://schemas.openxmlformats.org/drawingml/2006/main">
            <a:r>
              <a:t>              "tick": 780</a:t>
            </a:r>
          </a:p>
          <a:p xmlns:a="http://schemas.openxmlformats.org/drawingml/2006/main">
            <a:r>
              <a:t>            },</a:t>
            </a:r>
          </a:p>
          <a:p xmlns:a="http://schemas.openxmlformats.org/drawingml/2006/main">
            <a:r>
              <a:t>            {</a:t>
            </a:r>
          </a:p>
          <a:p xmlns:a="http://schemas.openxmlformats.org/drawingml/2006/main">
            <a:r>
              <a:t>              "event": "Opponent’s last Worker destroyed (game_over: true). Candidate’s 4 Heavies and 2 Workers remain intact.",</a:t>
            </a:r>
          </a:p>
          <a:p xmlns:a="http://schemas.openxmlformats.org/drawingml/2006/main">
            <a:r>
              <a:t>              "impact": "Decisive victory via overwhelming numerical and unit-type superiority. Opponent’s lack of adaptive strategy (no Barracks, no combat units) leaves them vulnerable to candidate’s transition.",</a:t>
            </a:r>
          </a:p>
          <a:p xmlns:a="http://schemas.openxmlformats.org/drawingml/2006/main">
            <a:r>
              <a:t>              "tick": 785</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"Opponent’s identity/missing strategy",</a:t>
            </a:r>
          </a:p>
          <a:p xmlns:a="http://schemas.openxmlformats.org/drawingml/2006/main">
            <a:r>
              <a:t>                "details": "Mayari’s unknown strategy likely passive or non-aggressive. Candidate’s Worker-rush overwhelmed opponent’s single Worker at (17,23) by tick 785."</a:t>
            </a:r>
          </a:p>
          <a:p xmlns:a="http://schemas.openxmlformats.org/drawingml/2006/main">
            <a:r>
              <a:t>              },</a:t>
            </a:r>
          </a:p>
          <a:p xmlns:a="http://schemas.openxmlformats.org/drawingml/2006/main">
            <a:r>
              <a:t>              {</a:t>
            </a:r>
          </a:p>
          <a:p xmlns:a="http://schemas.openxmlformats.org/drawingml/2006/main">
            <a:r>
              <a:t>                "cause": "Temporal misalignment",</a:t>
            </a:r>
          </a:p>
          <a:p xmlns:a="http://schemas.openxmlformats.org/drawingml/2006/main">
            <a:r>
              <a:t>                "details": "Opponent’s Worker remained stationary near (17,23) for 767 ticks (18–785), collecting minimal resources (1 unit) while candidate scaled production and combat units."</a:t>
            </a:r>
          </a:p>
          <a:p xmlns:a="http://schemas.openxmlformats.org/drawingml/2006/main">
            <a:r>
              <a:t>              }</a:t>
            </a:r>
          </a:p>
          <a:p xmlns:a="http://schemas.openxmlformats.org/drawingml/2006/main">
            <a:r>
              <a:t>            ],</a:t>
            </a:r>
          </a:p>
          <a:p xmlns:a="http://schemas.openxmlformats.org/drawingml/2006/main">
            <a:r>
              <a:t>            "result": "loss"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"candidate_strategy_summary": "Strict continuous Worker-rush with no barracks production. Prioritized immediate enemy Base attack after resource allocation.",</a:t>
            </a:r>
          </a:p>
          <a:p xmlns:a="http://schemas.openxmlformats.org/drawingml/2006/main">
            <a:r>
              <a:t>          "candidate_strengths": [</a:t>
            </a:r>
          </a:p>
          <a:p xmlns:a="http://schemas.openxmlformats.org/drawingml/2006/main">
            <a:r>
              <a:t>            "{'strength': 'Resource efficiency in early game (collected all visible resources before opponent’s Barracks production).', 'context': 'Tick 0–660: Candidate’s Worker harvested all accessible nodes (0,0; 0,1; 15,15) before opponent’s Barracks enabled production.'}"</a:t>
            </a:r>
          </a:p>
          <a:p xmlns:a="http://schemas.openxmlformats.org/drawingml/2006/main">
            <a:r>
              <a:t>          ],</a:t>
            </a:r>
          </a:p>
          <a:p xmlns:a="http://schemas.openxmlformats.org/drawingml/2006/main">
            <a:r>
              <a:t>          "candidate_weaknesses": [</a:t>
            </a:r>
          </a:p>
          <a:p xmlns:a="http://schemas.openxmlformats.org/drawingml/2006/main">
            <a:r>
              <a:t>            "{'weakness': 'No defensive infrastructure or combat units; vulnerable to ranged harassment.', 'context': 'Tick 660+: Opponent’s Ranged units (3x) and Heavy unit targeted candidate’s Base and Worker without retaliation.'}",</a:t>
            </a:r>
          </a:p>
          <a:p xmlns:a="http://schemas.openxmlformats.org/drawingml/2006/main">
            <a:r>
              <a:t>            "{'weakness': 'Over-reliance on pure Worker-rush without adaptive production.', 'context': 'Candidate’s strategy ignored opponent’s Barracks construction, leaving no counter to sustained combat units.'}"</a:t>
            </a:r>
          </a:p>
          <a:p xmlns:a="http://schemas.openxmlformats.org/drawingml/2006/main">
            <a:r>
              <a:t>          ],</a:t>
            </a:r>
          </a:p>
          <a:p xmlns:a="http://schemas.openxmlformats.org/drawingml/2006/main">
            <a:r>
              <a:t>          "map": null,</a:t>
            </a:r>
          </a:p>
          <a:p xmlns:a="http://schemas.openxmlformats.org/drawingml/2006/main">
            <a:r>
              <a:t>          "match_id": "match_154",</a:t>
            </a:r>
          </a:p>
          <a:p xmlns:a="http://schemas.openxmlformats.org/drawingml/2006/main">
            <a:r>
              <a:t>          "opponent": "COAC",</a:t>
            </a:r>
          </a:p>
          <a:p xmlns:a="http://schemas.openxmlformats.org/drawingml/2006/main">
            <a:r>
              <a:t>          "opponent_strategy_summary": "Unknown (COAC), but exhibited adaptive Barracks production (~tick 660), ranged/heavy unit manufacturing, and aggressive resource exploitation.",</a:t>
            </a:r>
          </a:p>
          <a:p xmlns:a="http://schemas.openxmlformats.org/drawingml/2006/main">
            <a:r>
              <a:t>          "result": "loss",</a:t>
            </a:r>
          </a:p>
          <a:p xmlns:a="http://schemas.openxmlformats.org/drawingml/2006/main">
            <a:r>
              <a:t>          "turning_points": [</a:t>
            </a:r>
          </a:p>
          <a:p xmlns:a="http://schemas.openxmlformats.org/drawingml/2006/main">
            <a:r>
              <a:t>            {</a:t>
            </a:r>
          </a:p>
          <a:p xmlns:a="http://schemas.openxmlformats.org/drawingml/2006/main">
            <a:r>
              <a:t>              "event": "Both players start with identical initial state (1 Worker + Base, 5 resources). No immediate tactical advantage.",</a:t>
            </a:r>
          </a:p>
          <a:p xmlns:a="http://schemas.openxmlformats.org/drawingml/2006/main">
            <a:r>
              <a:t>              "impact": "Neutral opening; candidate’s Worker-rush strategy exposed to opponent’s eventual barracks production.",</a:t>
            </a:r>
          </a:p>
          <a:p xmlns:a="http://schemas.openxmlformats.org/drawingml/2006/main">
            <a:r>
              <a:t>              "tick": 0</a:t>
            </a:r>
          </a:p>
          <a:p xmlns:a="http://schemas.openxmlformats.org/drawingml/2006/main">
            <a:r>
              <a:t>            },</a:t>
            </a:r>
          </a:p>
          <a:p xmlns:a="http://schemas.openxmlformats.org/drawingml/2006/main">
            <a:r>
              <a:t>            {</a:t>
            </a:r>
          </a:p>
          <a:p xmlns:a="http://schemas.openxmlformats.org/drawingml/2006/main">
            <a:r>
              <a:t>              "event": "Opponent constructs Barracks (~tick 659) and begins producing Heavy/Ranged units, while candidate’s Base is destroyed by ranged fire.",</a:t>
            </a:r>
          </a:p>
          <a:p xmlns:a="http://schemas.openxmlformats.org/drawingml/2006/main">
            <a:r>
              <a:t>              "impact": "Candidate’s lack of defensive structures or combat units rendered them vulnerable to sustained ranged harassment. Opponent’s transition to mixed-unit army overwhelmed candidate’s single Worker.",</a:t>
            </a:r>
          </a:p>
          <a:p xmlns:a="http://schemas.openxmlformats.org/drawingml/2006/main">
            <a:r>
              <a:t>              "tick": 660</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"Opponent’s barracks production enabled unit diversity (Ranged/Heavy), breaking candidate’s Worker-rush dominance.",</a:t>
            </a:r>
          </a:p>
          <a:p xmlns:a="http://schemas.openxmlformats.org/drawingml/2006/main">
            <a:r>
              <a:t>                "evidence": [</a:t>
            </a:r>
          </a:p>
          <a:p xmlns:a="http://schemas.openxmlformats.org/drawingml/2006/main">
            <a:r>
              <a:t>                  "Barracks built at tick ~659",</a:t>
            </a:r>
          </a:p>
          <a:p xmlns:a="http://schemas.openxmlformats.org/drawingml/2006/main">
            <a:r>
              <a:t>                  "Candidate’s Base destroyed by tick 665"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"cause": "Candidate’s lack of defensive units or structures prevented recovery.",</a:t>
            </a:r>
          </a:p>
          <a:p xmlns:a="http://schemas.openxmlformats.org/drawingml/2006/main">
            <a:r>
              <a:t>                "evidence": [</a:t>
            </a:r>
          </a:p>
          <a:p xmlns:a="http://schemas.openxmlformats.org/drawingml/2006/main">
            <a:r>
              <a:t>                  "No Barracks or combat units produced",</a:t>
            </a:r>
          </a:p>
          <a:p xmlns:a="http://schemas.openxmlformats.org/drawingml/2006/main">
            <a:r>
              <a:t>                  "Single Worker eliminated by tick 665"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"result": "loss"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"candidate_strategy_summary": "Pure Worker-rush with no barracks or combat unit production. Prioritizes immediate enemy Base attack via Workers, ignoring resource node defense until enemy Base is visible.",</a:t>
            </a:r>
          </a:p>
          <a:p xmlns:a="http://schemas.openxmlformats.org/drawingml/2006/main">
            <a:r>
              <a:t>          "candidate_strengths": [</a:t>
            </a:r>
          </a:p>
          <a:p xmlns:a="http://schemas.openxmlformats.org/drawingml/2006/main">
            <a:r>
              <a:t>            "{'strength': 'Initial Worker production rate (2 Workers by tick 19).', 'context': \"Candidate's Base was fully functional and produced Workers continuously.\"}"</a:t>
            </a:r>
          </a:p>
          <a:p xmlns:a="http://schemas.openxmlformats.org/drawingml/2006/main">
            <a:r>
              <a:t>          ],</a:t>
            </a:r>
          </a:p>
          <a:p xmlns:a="http://schemas.openxmlformats.org/drawingml/2006/main">
            <a:r>
              <a:t>          "candidate_weaknesses": [</a:t>
            </a:r>
          </a:p>
          <a:p xmlns:a="http://schemas.openxmlformats.org/drawingml/2006/main">
            <a:r>
              <a:t>            "{'weakness': \"No defensive infrastructure or combat units to counter opponent's Barracks/unit production.\", 'context': \"Opponent's Barracks at tick 19 enabled rapid production of Heavies, Lights, and Ranged units.\"}",</a:t>
            </a:r>
          </a:p>
          <a:p xmlns:a="http://schemas.openxmlformats.org/drawingml/2006/main">
            <a:r>
              <a:t>            "{'weakness': 'Lack of resource node defense strategy.', 'context': \"Opponent's Workers and combat units freely harvested candidate's resources without retaliation.\"}",</a:t>
            </a:r>
          </a:p>
          <a:p xmlns:a="http://schemas.openxmlformats.org/drawingml/2006/main">
            <a:r>
              <a:t>            "{'weakness': 'Over-reliance on direct Base assault without resource sustainability.', 'context': \"Candidate's Workers were vulnerable to enemy combat units during resource collection.\"}"</a:t>
            </a:r>
          </a:p>
          <a:p xmlns:a="http://schemas.openxmlformats.org/drawingml/2006/main">
            <a:r>
              <a:t>          ],</a:t>
            </a:r>
          </a:p>
          <a:p xmlns:a="http://schemas.openxmlformats.org/drawingml/2006/main">
            <a:r>
              <a:t>          "map": null,</a:t>
            </a:r>
          </a:p>
          <a:p xmlns:a="http://schemas.openxmlformats.org/drawingml/2006/main">
            <a:r>
              <a:t>          "match_id": "match_170",</a:t>
            </a:r>
          </a:p>
          <a:p xmlns:a="http://schemas.openxmlformats.org/drawingml/2006/main">
            <a:r>
              <a:t>          "opponent": "TMA",</a:t>
            </a:r>
          </a:p>
          <a:p xmlns:a="http://schemas.openxmlformats.org/drawingml/2006/main">
            <a:r>
              <a:t>          "opponent_strategy_summary": "Unknown (TMA), but exhibited rapid barracks construction (~tick 19), combat unit production (Heavies, Light, Ranged), and aggressive expansion into candidate territory.",</a:t>
            </a:r>
          </a:p>
          <a:p xmlns:a="http://schemas.openxmlformats.org/drawingml/2006/main">
            <a:r>
              <a:t>          "result": "loss",</a:t>
            </a:r>
          </a:p>
          <a:p xmlns:a="http://schemas.openxmlformats.org/drawingml/2006/main">
            <a:r>
              <a:t>          "turning_points": [</a:t>
            </a:r>
          </a:p>
          <a:p xmlns:a="http://schemas.openxmlformats.org/drawingml/2006/main">
            <a:r>
              <a:t>            {</a:t>
            </a:r>
          </a:p>
          <a:p xmlns:a="http://schemas.openxmlformats.org/drawingml/2006/main">
            <a:r>
              <a:t>              "event": "Opponent constructs first Barracks at (14,12) and begins producing combat units (Heavies, Light, Ranged). Candidate has no defensive structures or combat units.",</a:t>
            </a:r>
          </a:p>
          <a:p xmlns:a="http://schemas.openxmlformats.org/drawingml/2006/main">
            <a:r>
              <a:t>              "impact": "Candidate loses ability to produce defensive units or counterattack. Opponent gains overwhelming numerical and unit-type advantage.",</a:t>
            </a:r>
          </a:p>
          <a:p xmlns:a="http://schemas.openxmlformats.org/drawingml/2006/main">
            <a:r>
              <a:t>              "tick": 19</a:t>
            </a:r>
          </a:p>
          <a:p xmlns:a="http://schemas.openxmlformats.org/drawingml/2006/main">
            <a:r>
              <a:t>            },</a:t>
            </a:r>
          </a:p>
          <a:p xmlns:a="http://schemas.openxmlformats.org/drawingml/2006/main">
            <a:r>
              <a:t>            {</a:t>
            </a:r>
          </a:p>
          <a:p xmlns:a="http://schemas.openxmlformats.org/drawingml/2006/main">
            <a:r>
              <a:t>              "event": "Opponent's Heavy units (x=0,y=4 and x=15,y=11) and Light unit (x=0,y=7) converge on candidate's Workers at (0,9) and (1,1). Candidate's Workers are isolated and outnumbered.",</a:t>
            </a:r>
          </a:p>
          <a:p xmlns:a="http://schemas.openxmlformats.org/drawingml/2006/main">
            <a:r>
              <a:t>              "impact": "Candidate's resource collection halts. Opponent's superior combat units eliminate candidate's Workers without retaliation, leading to resource starvation.",</a:t>
            </a:r>
          </a:p>
          <a:p xmlns:a="http://schemas.openxmlformats.org/drawingml/2006/main">
            <a:r>
              <a:t>              "tick": 634</a:t>
            </a:r>
          </a:p>
          <a:p xmlns:a="http://schemas.openxmlformats.org/drawingml/2006/main">
            <a:r>
              <a:t>            }</a:t>
            </a:r>
          </a:p>
          <a:p xmlns:a="http://schemas.openxmlformats.org/drawingml/2006/main">
            <a:r>
              <a:t>          ],</a:t>
            </a:r>
          </a:p>
          <a:p xmlns:a="http://schemas.openxmlformats.org/drawingml/2006/main">
            <a:r>
              <a:t>          "win_loss_analysis": {</a:t>
            </a:r>
          </a:p>
          <a:p xmlns:a="http://schemas.openxmlformats.org/drawingml/2006/main">
            <a:r>
              <a:t>            "decisive_causes": [</a:t>
            </a:r>
          </a:p>
          <a:p xmlns:a="http://schemas.openxmlformats.org/drawingml/2006/main">
            <a:r>
              <a:t>              {</a:t>
            </a:r>
          </a:p>
          <a:p xmlns:a="http://schemas.openxmlformats.org/drawingml/2006/main">
            <a:r>
              <a:t>                "cause": "Opponent's Barracks production enabled overwhelming combat unit superiority.",</a:t>
            </a:r>
          </a:p>
          <a:p xmlns:a="http://schemas.openxmlformats.org/drawingml/2006/main">
            <a:r>
              <a:t>                "evidence": [</a:t>
            </a:r>
          </a:p>
          <a:p xmlns:a="http://schemas.openxmlformats.org/drawingml/2006/main">
            <a:r>
              <a:t>                  "tick 19 Barracks construction",</a:t>
            </a:r>
          </a:p>
          <a:p xmlns:a="http://schemas.openxmlformats.org/drawingml/2006/main">
            <a:r>
              <a:t>                  "combat units at tick 632 (4 units vs. 0 candidate combat units)"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"cause": "Candidate's Workers were outnumbered and outmaneuvered by opponent's combat units.",</a:t>
            </a:r>
          </a:p>
          <a:p xmlns:a="http://schemas.openxmlformats.org/drawingml/2006/main">
            <a:r>
              <a:t>                "evidence": [</a:t>
            </a:r>
          </a:p>
          <a:p xmlns:a="http://schemas.openxmlformats.org/drawingml/2006/main">
            <a:r>
              <a:t>                  "tick 634 Heavy/Light units converging on candidate Workers",</a:t>
            </a:r>
          </a:p>
          <a:p xmlns:a="http://schemas.openxmlformats.org/drawingml/2006/main">
            <a:r>
              <a:t>                  "resource starvation by tick 635"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"result": "loss"</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"global_evaluation_summary": {</a:t>
            </a:r>
          </a:p>
          <a:p xmlns:a="http://schemas.openxmlformats.org/drawingml/2006/main">
            <a:r>
              <a:t>        "competitive_win_rate": 0.0,</a:t>
            </a:r>
          </a:p>
          <a:p xmlns:a="http://schemas.openxmlformats.org/drawingml/2006/main">
            <a:r>
              <a:t>        "evaluated_match_count": 180,</a:t>
            </a:r>
          </a:p>
          <a:p xmlns:a="http://schemas.openxmlformats.org/drawingml/2006/main">
            <a:r>
              <a:t>        "evaluation_configuration": {</a:t>
            </a:r>
          </a:p>
          <a:p xmlns:a="http://schemas.openxmlformats.org/drawingml/2006/main">
            <a:r>
              <a:t>          "maps": [</a:t>
            </a:r>
          </a:p>
          <a:p xmlns:a="http://schemas.openxmlformats.org/drawingml/2006/main">
            <a:r>
              <a:t>            "maps/8x8/basesWorkers8x8.xml",</a:t>
            </a:r>
          </a:p>
          <a:p xmlns:a="http://schemas.openxmlformats.org/drawingml/2006/main">
            <a:r>
              <a:t>            "maps/16x16/basesWorkers16x16.xml",</a:t>
            </a:r>
          </a:p>
          <a:p xmlns:a="http://schemas.openxmlformats.org/drawingml/2006/main">
            <a:r>
              <a:t>            "maps/24x24/basesWorkers24x24.xml"</a:t>
            </a:r>
          </a:p>
          <a:p xmlns:a="http://schemas.openxmlformats.org/drawingml/2006/main">
            <a:r>
              <a:t>          ],</a:t>
            </a:r>
          </a:p>
          <a:p xmlns:a="http://schemas.openxmlformats.org/drawingml/2006/main">
            <a:r>
              <a:t>          "required_cases_per_opponent": 18,</a:t>
            </a:r>
          </a:p>
          <a:p xmlns:a="http://schemas.openxmlformats.org/drawingml/2006/main">
            <a:r>
              <a:t>          "rounds_per_map": 3,</a:t>
            </a:r>
          </a:p>
          <a:p xmlns:a="http://schemas.openxmlformats.org/drawingml/2006/main">
            <a:r>
              <a:t>          "swap_player_sides": true</a:t>
            </a:r>
          </a:p>
          <a:p xmlns:a="http://schemas.openxmlformats.org/drawingml/2006/main">
            <a:r>
              <a:t>        },</a:t>
            </a:r>
          </a:p>
          <a:p xmlns:a="http://schemas.openxmlformats.org/drawingml/2006/main">
            <a:r>
              <a:t>        "failed_or_unresolved_match_count": 0,</a:t>
            </a:r>
          </a:p>
          <a:p xmlns:a="http://schemas.openxmlformats.org/drawingml/2006/main">
            <a:r>
              <a:t>        "fully_beaten_opponents": [],</a:t>
            </a:r>
          </a:p>
          <a:p xmlns:a="http://schemas.openxmlformats.org/drawingml/2006/main">
            <a:r>
              <a:t>        "fully_beaten_opponents_count": 0,</a:t>
            </a:r>
          </a:p>
          <a:p xmlns:a="http://schemas.openxmlformats.org/drawingml/2006/main">
            <a:r>
              <a:t>        "opponents": [</a:t>
            </a:r>
          </a:p>
          <a:p xmlns:a="http://schemas.openxmlformats.org/drawingml/2006/main">
            <a:r>
              <a:t>          {</a:t>
            </a:r>
          </a:p>
          <a:p xmlns:a="http://schemas.openxmlformats.org/drawingml/2006/main">
            <a:r>
              <a:t>            "completed_matches": 18,</a:t>
            </a:r>
          </a:p>
          <a:p xmlns:a="http://schemas.openxmlformats.org/drawingml/2006/main">
            <a:r>
              <a:t>            "draws": 18,</a:t>
            </a:r>
          </a:p>
          <a:p xmlns:a="http://schemas.openxmlformats.org/drawingml/2006/main">
            <a:r>
              <a:t>            "expected_matches": 18,</a:t>
            </a:r>
          </a:p>
          <a:p xmlns:a="http://schemas.openxmlformats.org/drawingml/2006/main">
            <a:r>
              <a:t>            "fully_beaten_opponent": false,</a:t>
            </a:r>
          </a:p>
          <a:p xmlns:a="http://schemas.openxmlformats.org/drawingml/2006/main">
            <a:r>
              <a:t>            "losses": 0,</a:t>
            </a:r>
          </a:p>
          <a:p xmlns:a="http://schemas.openxmlformats.org/drawingml/2006/main">
            <a:r>
              <a:t>            "maps": {</a:t>
            </a:r>
          </a:p>
          <a:p xmlns:a="http://schemas.openxmlformats.org/drawingml/2006/main">
            <a:r>
              <a:t>              "map_1":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"PassiveAI",</a:t>
            </a:r>
          </a:p>
          <a:p xmlns:a="http://schemas.openxmlformats.org/drawingml/2006/main">
            <a:r>
              <a:t>            "opponent_id": "passive",</a:t>
            </a:r>
          </a:p>
          <a:p xmlns:a="http://schemas.openxmlformats.org/drawingml/2006/main">
            <a:r>
              <a:t>            "player_sides": {</a:t>
            </a:r>
          </a:p>
          <a:p xmlns:a="http://schemas.openxmlformats.org/drawingml/2006/main">
            <a:r>
              <a:t>              "p0":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18,</a:t>
            </a:r>
          </a:p>
          <a:p xmlns:a="http://schemas.openxmlformats.org/drawingml/2006/main">
            <a:r>
              <a:t>            "expected_matches": 18,</a:t>
            </a:r>
          </a:p>
          <a:p xmlns:a="http://schemas.openxmlformats.org/drawingml/2006/main">
            <a:r>
              <a:t>            "fully_beaten_opponent": false,</a:t>
            </a:r>
          </a:p>
          <a:p xmlns:a="http://schemas.openxmlformats.org/drawingml/2006/main">
            <a:r>
              <a:t>            "losses": 0,</a:t>
            </a:r>
          </a:p>
          <a:p xmlns:a="http://schemas.openxmlformats.org/drawingml/2006/main">
            <a:r>
              <a:t>            "maps": {</a:t>
            </a:r>
          </a:p>
          <a:p xmlns:a="http://schemas.openxmlformats.org/drawingml/2006/main">
            <a:r>
              <a:t>              "map_1":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"RandomAI",</a:t>
            </a:r>
          </a:p>
          <a:p xmlns:a="http://schemas.openxmlformats.org/drawingml/2006/main">
            <a:r>
              <a:t>            "opponent_id": "random",</a:t>
            </a:r>
          </a:p>
          <a:p xmlns:a="http://schemas.openxmlformats.org/drawingml/2006/main">
            <a:r>
              <a:t>            "player_sides": {</a:t>
            </a:r>
          </a:p>
          <a:p xmlns:a="http://schemas.openxmlformats.org/drawingml/2006/main">
            <a:r>
              <a:t>              "p0":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9,</a:t>
            </a:r>
          </a:p>
          <a:p xmlns:a="http://schemas.openxmlformats.org/drawingml/2006/main">
            <a:r>
              <a:t>                "losses": 0,</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11,</a:t>
            </a:r>
          </a:p>
          <a:p xmlns:a="http://schemas.openxmlformats.org/drawingml/2006/main">
            <a:r>
              <a:t>            "expected_matches": 18,</a:t>
            </a:r>
          </a:p>
          <a:p xmlns:a="http://schemas.openxmlformats.org/drawingml/2006/main">
            <a:r>
              <a:t>            "fully_beaten_opponent": false,</a:t>
            </a:r>
          </a:p>
          <a:p xmlns:a="http://schemas.openxmlformats.org/drawingml/2006/main">
            <a:r>
              <a:t>            "losses": 7,</a:t>
            </a:r>
          </a:p>
          <a:p xmlns:a="http://schemas.openxmlformats.org/drawingml/2006/main">
            <a:r>
              <a:t>            "maps": {</a:t>
            </a:r>
          </a:p>
          <a:p xmlns:a="http://schemas.openxmlformats.org/drawingml/2006/main">
            <a:r>
              <a:t>              "map_1": {</a:t>
            </a:r>
          </a:p>
          <a:p xmlns:a="http://schemas.openxmlformats.org/drawingml/2006/main">
            <a:r>
              <a:t>                "draws": 1,</a:t>
            </a:r>
          </a:p>
          <a:p xmlns:a="http://schemas.openxmlformats.org/drawingml/2006/main">
            <a:r>
              <a:t>                "losses": 5,</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4,</a:t>
            </a:r>
          </a:p>
          <a:p xmlns:a="http://schemas.openxmlformats.org/drawingml/2006/main">
            <a:r>
              <a:t>                "losses": 2,</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6,</a:t>
            </a:r>
          </a:p>
          <a:p xmlns:a="http://schemas.openxmlformats.org/drawingml/2006/main">
            <a:r>
              <a:t>                "losses": 0,</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"RandomBiasedAI",</a:t>
            </a:r>
          </a:p>
          <a:p xmlns:a="http://schemas.openxmlformats.org/drawingml/2006/main">
            <a:r>
              <a:t>            "opponent_id": "randombias",</a:t>
            </a:r>
          </a:p>
          <a:p xmlns:a="http://schemas.openxmlformats.org/drawingml/2006/main">
            <a:r>
              <a:t>            "player_sides": {</a:t>
            </a:r>
          </a:p>
          <a:p xmlns:a="http://schemas.openxmlformats.org/drawingml/2006/main">
            <a:r>
              <a:t>              "p0": {</a:t>
            </a:r>
          </a:p>
          <a:p xmlns:a="http://schemas.openxmlformats.org/drawingml/2006/main">
            <a:r>
              <a:t>                "draws": 5,</a:t>
            </a:r>
          </a:p>
          <a:p xmlns:a="http://schemas.openxmlformats.org/drawingml/2006/main">
            <a:r>
              <a:t>                "losses": 4,</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6,</a:t>
            </a:r>
          </a:p>
          <a:p xmlns:a="http://schemas.openxmlformats.org/drawingml/2006/main">
            <a:r>
              <a:t>                "losses": 3,</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"LightRush",</a:t>
            </a:r>
          </a:p>
          <a:p xmlns:a="http://schemas.openxmlformats.org/drawingml/2006/main">
            <a:r>
              <a:t>            "opponent_id": "lightrush",</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"HeavyRush",</a:t>
            </a:r>
          </a:p>
          <a:p xmlns:a="http://schemas.openxmlformats.org/drawingml/2006/main">
            <a:r>
              <a:t>            "opponent_id": "heavyrush",</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"WorkerRush",</a:t>
            </a:r>
          </a:p>
          <a:p xmlns:a="http://schemas.openxmlformats.org/drawingml/2006/main">
            <a:r>
              <a:t>            "opponent_id": "workerrush",</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"AllInBot (upstream runtime, fault-contained)",</a:t>
            </a:r>
          </a:p>
          <a:p xmlns:a="http://schemas.openxmlformats.org/drawingml/2006/main">
            <a:r>
              <a:t>            "opponent_id": "allinbot",</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"Mayari",</a:t>
            </a:r>
          </a:p>
          <a:p xmlns:a="http://schemas.openxmlformats.org/drawingml/2006/main">
            <a:r>
              <a:t>            "opponent_id": "mayari",</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"COAC",</a:t>
            </a:r>
          </a:p>
          <a:p xmlns:a="http://schemas.openxmlformats.org/drawingml/2006/main">
            <a:r>
              <a:t>            "opponent_id": "coac",</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"completed_matches": 18,</a:t>
            </a:r>
          </a:p>
          <a:p xmlns:a="http://schemas.openxmlformats.org/drawingml/2006/main">
            <a:r>
              <a:t>            "draws": 0,</a:t>
            </a:r>
          </a:p>
          <a:p xmlns:a="http://schemas.openxmlformats.org/drawingml/2006/main">
            <a:r>
              <a:t>            "expected_matches": 18,</a:t>
            </a:r>
          </a:p>
          <a:p xmlns:a="http://schemas.openxmlformats.org/drawingml/2006/main">
            <a:r>
              <a:t>            "fully_beaten_opponent": false,</a:t>
            </a:r>
          </a:p>
          <a:p xmlns:a="http://schemas.openxmlformats.org/drawingml/2006/main">
            <a:r>
              <a:t>            "losses": 18,</a:t>
            </a:r>
          </a:p>
          <a:p xmlns:a="http://schemas.openxmlformats.org/drawingml/2006/main">
            <a:r>
              <a:t>            "maps": {</a:t>
            </a:r>
          </a:p>
          <a:p xmlns:a="http://schemas.openxmlformats.org/drawingml/2006/main">
            <a:r>
              <a:t>              "map_1":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"map_2":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"map_3": {</a:t>
            </a:r>
          </a:p>
          <a:p xmlns:a="http://schemas.openxmlformats.org/drawingml/2006/main">
            <a:r>
              <a:t>                "draws": 0,</a:t>
            </a:r>
          </a:p>
          <a:p xmlns:a="http://schemas.openxmlformats.org/drawingml/2006/main">
            <a:r>
              <a:t>                "losses": 6,</a:t>
            </a:r>
          </a:p>
          <a:p xmlns:a="http://schemas.openxmlformats.org/drawingml/2006/main">
            <a:r>
              <a:t>                "matches": 6,</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"opponent": "TMA",</a:t>
            </a:r>
          </a:p>
          <a:p xmlns:a="http://schemas.openxmlformats.org/drawingml/2006/main">
            <a:r>
              <a:t>            "opponent_id": "tma",</a:t>
            </a:r>
          </a:p>
          <a:p xmlns:a="http://schemas.openxmlformats.org/drawingml/2006/main">
            <a:r>
              <a:t>            "player_sides": {</a:t>
            </a:r>
          </a:p>
          <a:p xmlns:a="http://schemas.openxmlformats.org/drawingml/2006/main">
            <a:r>
              <a:t>              "p0":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"p1": {</a:t>
            </a:r>
          </a:p>
          <a:p xmlns:a="http://schemas.openxmlformats.org/drawingml/2006/main">
            <a:r>
              <a:t>                "draws": 0,</a:t>
            </a:r>
          </a:p>
          <a:p xmlns:a="http://schemas.openxmlformats.org/drawingml/2006/main">
            <a:r>
              <a:t>                "losses": 9,</a:t>
            </a:r>
          </a:p>
          <a:p xmlns:a="http://schemas.openxmlformats.org/drawingml/2006/main">
            <a:r>
              <a:t>                "matches": 9,</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"win_rate": 0.0,</a:t>
            </a:r>
          </a:p>
          <a:p xmlns:a="http://schemas.openxmlformats.org/drawingml/2006/main">
            <a:r>
              <a:t>            "wins": 0</a:t>
            </a:r>
          </a:p>
          <a:p xmlns:a="http://schemas.openxmlformats.org/drawingml/2006/main">
            <a:r>
              <a:t>          }</a:t>
            </a:r>
          </a:p>
          <a:p xmlns:a="http://schemas.openxmlformats.org/drawingml/2006/main">
            <a:r>
              <a:t>        ],</a:t>
            </a:r>
          </a:p>
          <a:p xmlns:a="http://schemas.openxmlformats.org/drawingml/2006/main">
            <a:r>
              <a:t>        "schema_version": "strategy-reflection-global-summary-v1",</a:t>
            </a:r>
          </a:p>
          <a:p xmlns:a="http://schemas.openxmlformats.org/drawingml/2006/main">
            <a:r>
              <a:t>        "source": "all_evaluated_match_results",</a:t>
            </a:r>
          </a:p>
          <a:p xmlns:a="http://schemas.openxmlformats.org/drawingml/2006/main">
            <a:r>
              <a:t>        "total_draws": 47,</a:t>
            </a:r>
          </a:p>
          <a:p xmlns:a="http://schemas.openxmlformats.org/drawingml/2006/main">
            <a:r>
              <a:t>        "total_losses": 133,</a:t>
            </a:r>
          </a:p>
          <a:p xmlns:a="http://schemas.openxmlformats.org/drawingml/2006/main">
            <a:r>
              <a:t>        "total_matches": 180,</a:t>
            </a:r>
          </a:p>
          <a:p xmlns:a="http://schemas.openxmlformats.org/drawingml/2006/main">
            <a:r>
              <a:t>        "total_wins": 0</a:t>
            </a:r>
          </a:p>
          <a:p xmlns:a="http://schemas.openxmlformats.org/drawingml/2006/main">
            <a:r>
              <a:t>      },</a:t>
            </a:r>
          </a:p>
          <a:p xmlns:a="http://schemas.openxmlformats.org/drawingml/2006/main">
            <a:r>
              <a:t>      "match_selection": {</a:t>
            </a:r>
          </a:p>
          <a:p xmlns:a="http://schemas.openxmlformats.org/drawingml/2006/main">
            <a:r>
              <a:t>        "actual_sample_size": 10,</a:t>
            </a:r>
          </a:p>
          <a:p xmlns:a="http://schemas.openxmlformats.org/drawingml/2006/main">
            <a:r>
              <a:t>        "available_results": {</a:t>
            </a:r>
          </a:p>
          <a:p xmlns:a="http://schemas.openxmlformats.org/drawingml/2006/main">
            <a:r>
              <a:t>          "draw": 47,</a:t>
            </a:r>
          </a:p>
          <a:p xmlns:a="http://schemas.openxmlformats.org/drawingml/2006/main">
            <a:r>
              <a:t>          "loss": 133,</a:t>
            </a:r>
          </a:p>
          <a:p xmlns:a="http://schemas.openxmlformats.org/drawingml/2006/main">
            <a:r>
              <a:t>          "win": 0</a:t>
            </a:r>
          </a:p>
          <a:p xmlns:a="http://schemas.openxmlformats.org/drawingml/2006/main">
            <a:r>
              <a:t>        },</a:t>
            </a:r>
          </a:p>
          <a:p xmlns:a="http://schemas.openxmlformats.org/drawingml/2006/main">
            <a:r>
              <a:t>        "candidate_id": "worker_rush_reflection_subject",</a:t>
            </a:r>
          </a:p>
          <a:p xmlns:a="http://schemas.openxmlformats.org/drawingml/2006/main">
            <a:r>
              <a:t>        "commentary_failures": [],</a:t>
            </a:r>
          </a:p>
          <a:p xmlns:a="http://schemas.openxmlformats.org/drawingml/2006/main">
            <a:r>
              <a:t>        "coverage_counts": {</a:t>
            </a:r>
          </a:p>
          <a:p xmlns:a="http://schemas.openxmlformats.org/drawingml/2006/main">
            <a:r>
              <a:t>          "maps": 3,</a:t>
            </a:r>
          </a:p>
          <a:p xmlns:a="http://schemas.openxmlformats.org/drawingml/2006/main">
            <a:r>
              <a:t>          "opponent_map_side_combinations": 10,</a:t>
            </a:r>
          </a:p>
          <a:p xmlns:a="http://schemas.openxmlformats.org/drawingml/2006/main">
            <a:r>
              <a:t>          "opponents": 10</a:t>
            </a:r>
          </a:p>
          <a:p xmlns:a="http://schemas.openxmlformats.org/drawingml/2006/main">
            <a:r>
              <a:t>        },</a:t>
            </a:r>
          </a:p>
          <a:p xmlns:a="http://schemas.openxmlformats.org/drawingml/2006/main">
            <a:r>
              <a:t>        "draws_sampled": 2,</a:t>
            </a:r>
          </a:p>
          <a:p xmlns:a="http://schemas.openxmlformats.org/drawingml/2006/main">
            <a:r>
              <a:t>        "eligible_match_count": 180,</a:t>
            </a:r>
          </a:p>
          <a:p xmlns:a="http://schemas.openxmlformats.org/drawingml/2006/main">
            <a:r>
              <a:t>        "eligible_match_ids": [</a:t>
            </a:r>
          </a:p>
          <a:p xmlns:a="http://schemas.openxmlformats.org/drawingml/2006/main">
            <a:r>
              <a:t>          "match_00",</a:t>
            </a:r>
          </a:p>
          <a:p xmlns:a="http://schemas.openxmlformats.org/drawingml/2006/main">
            <a:r>
              <a:t>          "match_01",</a:t>
            </a:r>
          </a:p>
          <a:p xmlns:a="http://schemas.openxmlformats.org/drawingml/2006/main">
            <a:r>
              <a:t>          "match_02",</a:t>
            </a:r>
          </a:p>
          <a:p xmlns:a="http://schemas.openxmlformats.org/drawingml/2006/main">
            <a:r>
              <a:t>          "match_03",</a:t>
            </a:r>
          </a:p>
          <a:p xmlns:a="http://schemas.openxmlformats.org/drawingml/2006/main">
            <a:r>
              <a:t>          "match_04",</a:t>
            </a:r>
          </a:p>
          <a:p xmlns:a="http://schemas.openxmlformats.org/drawingml/2006/main">
            <a:r>
              <a:t>          "match_05",</a:t>
            </a:r>
          </a:p>
          <a:p xmlns:a="http://schemas.openxmlformats.org/drawingml/2006/main">
            <a:r>
              <a:t>          "match_06",</a:t>
            </a:r>
          </a:p>
          <a:p xmlns:a="http://schemas.openxmlformats.org/drawingml/2006/main">
            <a:r>
              <a:t>          "match_07",</a:t>
            </a:r>
          </a:p>
          <a:p xmlns:a="http://schemas.openxmlformats.org/drawingml/2006/main">
            <a:r>
              <a:t>          "match_08",</a:t>
            </a:r>
          </a:p>
          <a:p xmlns:a="http://schemas.openxmlformats.org/drawingml/2006/main">
            <a:r>
              <a:t>          "match_09",</a:t>
            </a:r>
          </a:p>
          <a:p xmlns:a="http://schemas.openxmlformats.org/drawingml/2006/main">
            <a:r>
              <a:t>          "match_10",</a:t>
            </a:r>
          </a:p>
          <a:p xmlns:a="http://schemas.openxmlformats.org/drawingml/2006/main">
            <a:r>
              <a:t>          "match_11",</a:t>
            </a:r>
          </a:p>
          <a:p xmlns:a="http://schemas.openxmlformats.org/drawingml/2006/main">
            <a:r>
              <a:t>          "match_12",</a:t>
            </a:r>
          </a:p>
          <a:p xmlns:a="http://schemas.openxmlformats.org/drawingml/2006/main">
            <a:r>
              <a:t>          "match_13",</a:t>
            </a:r>
          </a:p>
          <a:p xmlns:a="http://schemas.openxmlformats.org/drawingml/2006/main">
            <a:r>
              <a:t>          "match_14",</a:t>
            </a:r>
          </a:p>
          <a:p xmlns:a="http://schemas.openxmlformats.org/drawingml/2006/main">
            <a:r>
              <a:t>          "match_15",</a:t>
            </a:r>
          </a:p>
          <a:p xmlns:a="http://schemas.openxmlformats.org/drawingml/2006/main">
            <a:r>
              <a:t>          "match_16",</a:t>
            </a:r>
          </a:p>
          <a:p xmlns:a="http://schemas.openxmlformats.org/drawingml/2006/main">
            <a:r>
              <a:t>          "match_17",</a:t>
            </a:r>
          </a:p>
          <a:p xmlns:a="http://schemas.openxmlformats.org/drawingml/2006/main">
            <a:r>
              <a:t>          "match_18",</a:t>
            </a:r>
          </a:p>
          <a:p xmlns:a="http://schemas.openxmlformats.org/drawingml/2006/main">
            <a:r>
              <a:t>          "match_19",</a:t>
            </a:r>
          </a:p>
          <a:p xmlns:a="http://schemas.openxmlformats.org/drawingml/2006/main">
            <a:r>
              <a:t>          "match_20",</a:t>
            </a:r>
          </a:p>
          <a:p xmlns:a="http://schemas.openxmlformats.org/drawingml/2006/main">
            <a:r>
              <a:t>          "match_21",</a:t>
            </a:r>
          </a:p>
          <a:p xmlns:a="http://schemas.openxmlformats.org/drawingml/2006/main">
            <a:r>
              <a:t>          "match_22",</a:t>
            </a:r>
          </a:p>
          <a:p xmlns:a="http://schemas.openxmlformats.org/drawingml/2006/main">
            <a:r>
              <a:t>          "match_23",</a:t>
            </a:r>
          </a:p>
          <a:p xmlns:a="http://schemas.openxmlformats.org/drawingml/2006/main">
            <a:r>
              <a:t>          "match_24",</a:t>
            </a:r>
          </a:p>
          <a:p xmlns:a="http://schemas.openxmlformats.org/drawingml/2006/main">
            <a:r>
              <a:t>          "match_25",</a:t>
            </a:r>
          </a:p>
          <a:p xmlns:a="http://schemas.openxmlformats.org/drawingml/2006/main">
            <a:r>
              <a:t>          "match_26",</a:t>
            </a:r>
          </a:p>
          <a:p xmlns:a="http://schemas.openxmlformats.org/drawingml/2006/main">
            <a:r>
              <a:t>          "match_27",</a:t>
            </a:r>
          </a:p>
          <a:p xmlns:a="http://schemas.openxmlformats.org/drawingml/2006/main">
            <a:r>
              <a:t>          "match_28",</a:t>
            </a:r>
          </a:p>
          <a:p xmlns:a="http://schemas.openxmlformats.org/drawingml/2006/main">
            <a:r>
              <a:t>          "match_29",</a:t>
            </a:r>
          </a:p>
          <a:p xmlns:a="http://schemas.openxmlformats.org/drawingml/2006/main">
            <a:r>
              <a:t>          "match_30",</a:t>
            </a:r>
          </a:p>
          <a:p xmlns:a="http://schemas.openxmlformats.org/drawingml/2006/main">
            <a:r>
              <a:t>          "match_31",</a:t>
            </a:r>
          </a:p>
          <a:p xmlns:a="http://schemas.openxmlformats.org/drawingml/2006/main">
            <a:r>
              <a:t>          "match_32",</a:t>
            </a:r>
          </a:p>
          <a:p xmlns:a="http://schemas.openxmlformats.org/drawingml/2006/main">
            <a:r>
              <a:t>          "match_33",</a:t>
            </a:r>
          </a:p>
          <a:p xmlns:a="http://schemas.openxmlformats.org/drawingml/2006/main">
            <a:r>
              <a:t>          "match_34",</a:t>
            </a:r>
          </a:p>
          <a:p xmlns:a="http://schemas.openxmlformats.org/drawingml/2006/main">
            <a:r>
              <a:t>          "match_35",</a:t>
            </a:r>
          </a:p>
          <a:p xmlns:a="http://schemas.openxmlformats.org/drawingml/2006/main">
            <a:r>
              <a:t>          "match_36",</a:t>
            </a:r>
          </a:p>
          <a:p xmlns:a="http://schemas.openxmlformats.org/drawingml/2006/main">
            <a:r>
              <a:t>          "match_37",</a:t>
            </a:r>
          </a:p>
          <a:p xmlns:a="http://schemas.openxmlformats.org/drawingml/2006/main">
            <a:r>
              <a:t>          "match_38",</a:t>
            </a:r>
          </a:p>
          <a:p xmlns:a="http://schemas.openxmlformats.org/drawingml/2006/main">
            <a:r>
              <a:t>          "match_39",</a:t>
            </a:r>
          </a:p>
          <a:p xmlns:a="http://schemas.openxmlformats.org/drawingml/2006/main">
            <a:r>
              <a:t>          "match_40",</a:t>
            </a:r>
          </a:p>
          <a:p xmlns:a="http://schemas.openxmlformats.org/drawingml/2006/main">
            <a:r>
              <a:t>          "match_41",</a:t>
            </a:r>
          </a:p>
          <a:p xmlns:a="http://schemas.openxmlformats.org/drawingml/2006/main">
            <a:r>
              <a:t>          "match_42",</a:t>
            </a:r>
          </a:p>
          <a:p xmlns:a="http://schemas.openxmlformats.org/drawingml/2006/main">
            <a:r>
              <a:t>          "match_43",</a:t>
            </a:r>
          </a:p>
          <a:p xmlns:a="http://schemas.openxmlformats.org/drawingml/2006/main">
            <a:r>
              <a:t>          "match_44",</a:t>
            </a:r>
          </a:p>
          <a:p xmlns:a="http://schemas.openxmlformats.org/drawingml/2006/main">
            <a:r>
              <a:t>          "match_45",</a:t>
            </a:r>
          </a:p>
          <a:p xmlns:a="http://schemas.openxmlformats.org/drawingml/2006/main">
            <a:r>
              <a:t>          "match_46",</a:t>
            </a:r>
          </a:p>
          <a:p xmlns:a="http://schemas.openxmlformats.org/drawingml/2006/main">
            <a:r>
              <a:t>          "match_47",</a:t>
            </a:r>
          </a:p>
          <a:p xmlns:a="http://schemas.openxmlformats.org/drawingml/2006/main">
            <a:r>
              <a:t>          "match_48",</a:t>
            </a:r>
          </a:p>
          <a:p xmlns:a="http://schemas.openxmlformats.org/drawingml/2006/main">
            <a:r>
              <a:t>          "match_49",</a:t>
            </a:r>
          </a:p>
          <a:p xmlns:a="http://schemas.openxmlformats.org/drawingml/2006/main">
            <a:r>
              <a:t>          "match_50",</a:t>
            </a:r>
          </a:p>
          <a:p xmlns:a="http://schemas.openxmlformats.org/drawingml/2006/main">
            <a:r>
              <a:t>          "match_51",</a:t>
            </a:r>
          </a:p>
          <a:p xmlns:a="http://schemas.openxmlformats.org/drawingml/2006/main">
            <a:r>
              <a:t>          "match_52",</a:t>
            </a:r>
          </a:p>
          <a:p xmlns:a="http://schemas.openxmlformats.org/drawingml/2006/main">
            <a:r>
              <a:t>          "match_53",</a:t>
            </a:r>
          </a:p>
          <a:p xmlns:a="http://schemas.openxmlformats.org/drawingml/2006/main">
            <a:r>
              <a:t>          "match_54",</a:t>
            </a:r>
          </a:p>
          <a:p xmlns:a="http://schemas.openxmlformats.org/drawingml/2006/main">
            <a:r>
              <a:t>          "match_55",</a:t>
            </a:r>
          </a:p>
          <a:p xmlns:a="http://schemas.openxmlformats.org/drawingml/2006/main">
            <a:r>
              <a:t>          "match_56",</a:t>
            </a:r>
          </a:p>
          <a:p xmlns:a="http://schemas.openxmlformats.org/drawingml/2006/main">
            <a:r>
              <a:t>          "match_57",</a:t>
            </a:r>
          </a:p>
          <a:p xmlns:a="http://schemas.openxmlformats.org/drawingml/2006/main">
            <a:r>
              <a:t>          "match_58",</a:t>
            </a:r>
          </a:p>
          <a:p xmlns:a="http://schemas.openxmlformats.org/drawingml/2006/main">
            <a:r>
              <a:t>          "match_59",</a:t>
            </a:r>
          </a:p>
          <a:p xmlns:a="http://schemas.openxmlformats.org/drawingml/2006/main">
            <a:r>
              <a:t>          "match_60",</a:t>
            </a:r>
          </a:p>
          <a:p xmlns:a="http://schemas.openxmlformats.org/drawingml/2006/main">
            <a:r>
              <a:t>          "match_61",</a:t>
            </a:r>
          </a:p>
          <a:p xmlns:a="http://schemas.openxmlformats.org/drawingml/2006/main">
            <a:r>
              <a:t>          "match_62",</a:t>
            </a:r>
          </a:p>
          <a:p xmlns:a="http://schemas.openxmlformats.org/drawingml/2006/main">
            <a:r>
              <a:t>          "match_63",</a:t>
            </a:r>
          </a:p>
          <a:p xmlns:a="http://schemas.openxmlformats.org/drawingml/2006/main">
            <a:r>
              <a:t>          "match_64",</a:t>
            </a:r>
          </a:p>
          <a:p xmlns:a="http://schemas.openxmlformats.org/drawingml/2006/main">
            <a:r>
              <a:t>          "match_65",</a:t>
            </a:r>
          </a:p>
          <a:p xmlns:a="http://schemas.openxmlformats.org/drawingml/2006/main">
            <a:r>
              <a:t>          "match_66",</a:t>
            </a:r>
          </a:p>
          <a:p xmlns:a="http://schemas.openxmlformats.org/drawingml/2006/main">
            <a:r>
              <a:t>          "match_67",</a:t>
            </a:r>
          </a:p>
          <a:p xmlns:a="http://schemas.openxmlformats.org/drawingml/2006/main">
            <a:r>
              <a:t>          "match_68",</a:t>
            </a:r>
          </a:p>
          <a:p xmlns:a="http://schemas.openxmlformats.org/drawingml/2006/main">
            <a:r>
              <a:t>          "match_69",</a:t>
            </a:r>
          </a:p>
          <a:p xmlns:a="http://schemas.openxmlformats.org/drawingml/2006/main">
            <a:r>
              <a:t>          "match_70",</a:t>
            </a:r>
          </a:p>
          <a:p xmlns:a="http://schemas.openxmlformats.org/drawingml/2006/main">
            <a:r>
              <a:t>          "match_71",</a:t>
            </a:r>
          </a:p>
          <a:p xmlns:a="http://schemas.openxmlformats.org/drawingml/2006/main">
            <a:r>
              <a:t>          "match_72",</a:t>
            </a:r>
          </a:p>
          <a:p xmlns:a="http://schemas.openxmlformats.org/drawingml/2006/main">
            <a:r>
              <a:t>          "match_73",</a:t>
            </a:r>
          </a:p>
          <a:p xmlns:a="http://schemas.openxmlformats.org/drawingml/2006/main">
            <a:r>
              <a:t>          "match_74",</a:t>
            </a:r>
          </a:p>
          <a:p xmlns:a="http://schemas.openxmlformats.org/drawingml/2006/main">
            <a:r>
              <a:t>          "match_75",</a:t>
            </a:r>
          </a:p>
          <a:p xmlns:a="http://schemas.openxmlformats.org/drawingml/2006/main">
            <a:r>
              <a:t>          "match_76",</a:t>
            </a:r>
          </a:p>
          <a:p xmlns:a="http://schemas.openxmlformats.org/drawingml/2006/main">
            <a:r>
              <a:t>          "match_77",</a:t>
            </a:r>
          </a:p>
          <a:p xmlns:a="http://schemas.openxmlformats.org/drawingml/2006/main">
            <a:r>
              <a:t>          "match_78",</a:t>
            </a:r>
          </a:p>
          <a:p xmlns:a="http://schemas.openxmlformats.org/drawingml/2006/main">
            <a:r>
              <a:t>          "match_79",</a:t>
            </a:r>
          </a:p>
          <a:p xmlns:a="http://schemas.openxmlformats.org/drawingml/2006/main">
            <a:r>
              <a:t>          "match_80",</a:t>
            </a:r>
          </a:p>
          <a:p xmlns:a="http://schemas.openxmlformats.org/drawingml/2006/main">
            <a:r>
              <a:t>          "match_81",</a:t>
            </a:r>
          </a:p>
          <a:p xmlns:a="http://schemas.openxmlformats.org/drawingml/2006/main">
            <a:r>
              <a:t>          "match_82",</a:t>
            </a:r>
          </a:p>
          <a:p xmlns:a="http://schemas.openxmlformats.org/drawingml/2006/main">
            <a:r>
              <a:t>          "match_83",</a:t>
            </a:r>
          </a:p>
          <a:p xmlns:a="http://schemas.openxmlformats.org/drawingml/2006/main">
            <a:r>
              <a:t>          "match_84",</a:t>
            </a:r>
          </a:p>
          <a:p xmlns:a="http://schemas.openxmlformats.org/drawingml/2006/main">
            <a:r>
              <a:t>          "match_85",</a:t>
            </a:r>
          </a:p>
          <a:p xmlns:a="http://schemas.openxmlformats.org/drawingml/2006/main">
            <a:r>
              <a:t>          "match_86",</a:t>
            </a:r>
          </a:p>
          <a:p xmlns:a="http://schemas.openxmlformats.org/drawingml/2006/main">
            <a:r>
              <a:t>          "match_87",</a:t>
            </a:r>
          </a:p>
          <a:p xmlns:a="http://schemas.openxmlformats.org/drawingml/2006/main">
            <a:r>
              <a:t>          "match_88",</a:t>
            </a:r>
          </a:p>
          <a:p xmlns:a="http://schemas.openxmlformats.org/drawingml/2006/main">
            <a:r>
              <a:t>          "match_89",</a:t>
            </a:r>
          </a:p>
          <a:p xmlns:a="http://schemas.openxmlformats.org/drawingml/2006/main">
            <a:r>
              <a:t>          "match_90",</a:t>
            </a:r>
          </a:p>
          <a:p xmlns:a="http://schemas.openxmlformats.org/drawingml/2006/main">
            <a:r>
              <a:t>          "match_91",</a:t>
            </a:r>
          </a:p>
          <a:p xmlns:a="http://schemas.openxmlformats.org/drawingml/2006/main">
            <a:r>
              <a:t>          "match_92",</a:t>
            </a:r>
          </a:p>
          <a:p xmlns:a="http://schemas.openxmlformats.org/drawingml/2006/main">
            <a:r>
              <a:t>          "match_93",</a:t>
            </a:r>
          </a:p>
          <a:p xmlns:a="http://schemas.openxmlformats.org/drawingml/2006/main">
            <a:r>
              <a:t>          "match_94",</a:t>
            </a:r>
          </a:p>
          <a:p xmlns:a="http://schemas.openxmlformats.org/drawingml/2006/main">
            <a:r>
              <a:t>          "match_95",</a:t>
            </a:r>
          </a:p>
          <a:p xmlns:a="http://schemas.openxmlformats.org/drawingml/2006/main">
            <a:r>
              <a:t>          "match_96",</a:t>
            </a:r>
          </a:p>
          <a:p xmlns:a="http://schemas.openxmlformats.org/drawingml/2006/main">
            <a:r>
              <a:t>          "match_97",</a:t>
            </a:r>
          </a:p>
          <a:p xmlns:a="http://schemas.openxmlformats.org/drawingml/2006/main">
            <a:r>
              <a:t>          "match_98",</a:t>
            </a:r>
          </a:p>
          <a:p xmlns:a="http://schemas.openxmlformats.org/drawingml/2006/main">
            <a:r>
              <a:t>          "match_99",</a:t>
            </a:r>
          </a:p>
          <a:p xmlns:a="http://schemas.openxmlformats.org/drawingml/2006/main">
            <a:r>
              <a:t>          "match_100",</a:t>
            </a:r>
          </a:p>
          <a:p xmlns:a="http://schemas.openxmlformats.org/drawingml/2006/main">
            <a:r>
              <a:t>          "match_101",</a:t>
            </a:r>
          </a:p>
          <a:p xmlns:a="http://schemas.openxmlformats.org/drawingml/2006/main">
            <a:r>
              <a:t>          "match_102",</a:t>
            </a:r>
          </a:p>
          <a:p xmlns:a="http://schemas.openxmlformats.org/drawingml/2006/main">
            <a:r>
              <a:t>          "match_103",</a:t>
            </a:r>
          </a:p>
          <a:p xmlns:a="http://schemas.openxmlformats.org/drawingml/2006/main">
            <a:r>
              <a:t>          "match_104",</a:t>
            </a:r>
          </a:p>
          <a:p xmlns:a="http://schemas.openxmlformats.org/drawingml/2006/main">
            <a:r>
              <a:t>          "match_105",</a:t>
            </a:r>
          </a:p>
          <a:p xmlns:a="http://schemas.openxmlformats.org/drawingml/2006/main">
            <a:r>
              <a:t>          "match_106",</a:t>
            </a:r>
          </a:p>
          <a:p xmlns:a="http://schemas.openxmlformats.org/drawingml/2006/main">
            <a:r>
              <a:t>          "match_107",</a:t>
            </a:r>
          </a:p>
          <a:p xmlns:a="http://schemas.openxmlformats.org/drawingml/2006/main">
            <a:r>
              <a:t>          "match_108",</a:t>
            </a:r>
          </a:p>
          <a:p xmlns:a="http://schemas.openxmlformats.org/drawingml/2006/main">
            <a:r>
              <a:t>          "match_109",</a:t>
            </a:r>
          </a:p>
          <a:p xmlns:a="http://schemas.openxmlformats.org/drawingml/2006/main">
            <a:r>
              <a:t>          "match_110",</a:t>
            </a:r>
          </a:p>
          <a:p xmlns:a="http://schemas.openxmlformats.org/drawingml/2006/main">
            <a:r>
              <a:t>          "match_111",</a:t>
            </a:r>
          </a:p>
          <a:p xmlns:a="http://schemas.openxmlformats.org/drawingml/2006/main">
            <a:r>
              <a:t>          "match_112",</a:t>
            </a:r>
          </a:p>
          <a:p xmlns:a="http://schemas.openxmlformats.org/drawingml/2006/main">
            <a:r>
              <a:t>          "match_113",</a:t>
            </a:r>
          </a:p>
          <a:p xmlns:a="http://schemas.openxmlformats.org/drawingml/2006/main">
            <a:r>
              <a:t>          "match_114",</a:t>
            </a:r>
          </a:p>
          <a:p xmlns:a="http://schemas.openxmlformats.org/drawingml/2006/main">
            <a:r>
              <a:t>          "match_115",</a:t>
            </a:r>
          </a:p>
          <a:p xmlns:a="http://schemas.openxmlformats.org/drawingml/2006/main">
            <a:r>
              <a:t>          "match_116",</a:t>
            </a:r>
          </a:p>
          <a:p xmlns:a="http://schemas.openxmlformats.org/drawingml/2006/main">
            <a:r>
              <a:t>          "match_117",</a:t>
            </a:r>
          </a:p>
          <a:p xmlns:a="http://schemas.openxmlformats.org/drawingml/2006/main">
            <a:r>
              <a:t>          "match_118",</a:t>
            </a:r>
          </a:p>
          <a:p xmlns:a="http://schemas.openxmlformats.org/drawingml/2006/main">
            <a:r>
              <a:t>          "match_119",</a:t>
            </a:r>
          </a:p>
          <a:p xmlns:a="http://schemas.openxmlformats.org/drawingml/2006/main">
            <a:r>
              <a:t>          "match_120",</a:t>
            </a:r>
          </a:p>
          <a:p xmlns:a="http://schemas.openxmlformats.org/drawingml/2006/main">
            <a:r>
              <a:t>          "match_121",</a:t>
            </a:r>
          </a:p>
          <a:p xmlns:a="http://schemas.openxmlformats.org/drawingml/2006/main">
            <a:r>
              <a:t>          "match_122",</a:t>
            </a:r>
          </a:p>
          <a:p xmlns:a="http://schemas.openxmlformats.org/drawingml/2006/main">
            <a:r>
              <a:t>          "match_123",</a:t>
            </a:r>
          </a:p>
          <a:p xmlns:a="http://schemas.openxmlformats.org/drawingml/2006/main">
            <a:r>
              <a:t>          "match_124",</a:t>
            </a:r>
          </a:p>
          <a:p xmlns:a="http://schemas.openxmlformats.org/drawingml/2006/main">
            <a:r>
              <a:t>          "match_125",</a:t>
            </a:r>
          </a:p>
          <a:p xmlns:a="http://schemas.openxmlformats.org/drawingml/2006/main">
            <a:r>
              <a:t>          "match_126",</a:t>
            </a:r>
          </a:p>
          <a:p xmlns:a="http://schemas.openxmlformats.org/drawingml/2006/main">
            <a:r>
              <a:t>          "match_127",</a:t>
            </a:r>
          </a:p>
          <a:p xmlns:a="http://schemas.openxmlformats.org/drawingml/2006/main">
            <a:r>
              <a:t>          "match_128",</a:t>
            </a:r>
          </a:p>
          <a:p xmlns:a="http://schemas.openxmlformats.org/drawingml/2006/main">
            <a:r>
              <a:t>          "match_129",</a:t>
            </a:r>
          </a:p>
          <a:p xmlns:a="http://schemas.openxmlformats.org/drawingml/2006/main">
            <a:r>
              <a:t>          "match_130",</a:t>
            </a:r>
          </a:p>
          <a:p xmlns:a="http://schemas.openxmlformats.org/drawingml/2006/main">
            <a:r>
              <a:t>          "match_131",</a:t>
            </a:r>
          </a:p>
          <a:p xmlns:a="http://schemas.openxmlformats.org/drawingml/2006/main">
            <a:r>
              <a:t>          "match_132",</a:t>
            </a:r>
          </a:p>
          <a:p xmlns:a="http://schemas.openxmlformats.org/drawingml/2006/main">
            <a:r>
              <a:t>          "match_133",</a:t>
            </a:r>
          </a:p>
          <a:p xmlns:a="http://schemas.openxmlformats.org/drawingml/2006/main">
            <a:r>
              <a:t>          "match_134",</a:t>
            </a:r>
          </a:p>
          <a:p xmlns:a="http://schemas.openxmlformats.org/drawingml/2006/main">
            <a:r>
              <a:t>          "match_135",</a:t>
            </a:r>
          </a:p>
          <a:p xmlns:a="http://schemas.openxmlformats.org/drawingml/2006/main">
            <a:r>
              <a:t>          "match_136",</a:t>
            </a:r>
          </a:p>
          <a:p xmlns:a="http://schemas.openxmlformats.org/drawingml/2006/main">
            <a:r>
              <a:t>          "match_137",</a:t>
            </a:r>
          </a:p>
          <a:p xmlns:a="http://schemas.openxmlformats.org/drawingml/2006/main">
            <a:r>
              <a:t>          "match_138",</a:t>
            </a:r>
          </a:p>
          <a:p xmlns:a="http://schemas.openxmlformats.org/drawingml/2006/main">
            <a:r>
              <a:t>          "match_139",</a:t>
            </a:r>
          </a:p>
          <a:p xmlns:a="http://schemas.openxmlformats.org/drawingml/2006/main">
            <a:r>
              <a:t>          "match_140",</a:t>
            </a:r>
          </a:p>
          <a:p xmlns:a="http://schemas.openxmlformats.org/drawingml/2006/main">
            <a:r>
              <a:t>          "match_141",</a:t>
            </a:r>
          </a:p>
          <a:p xmlns:a="http://schemas.openxmlformats.org/drawingml/2006/main">
            <a:r>
              <a:t>          "match_142",</a:t>
            </a:r>
          </a:p>
          <a:p xmlns:a="http://schemas.openxmlformats.org/drawingml/2006/main">
            <a:r>
              <a:t>          "match_143",</a:t>
            </a:r>
          </a:p>
          <a:p xmlns:a="http://schemas.openxmlformats.org/drawingml/2006/main">
            <a:r>
              <a:t>          "match_144",</a:t>
            </a:r>
          </a:p>
          <a:p xmlns:a="http://schemas.openxmlformats.org/drawingml/2006/main">
            <a:r>
              <a:t>          "match_145",</a:t>
            </a:r>
          </a:p>
          <a:p xmlns:a="http://schemas.openxmlformats.org/drawingml/2006/main">
            <a:r>
              <a:t>          "match_146",</a:t>
            </a:r>
          </a:p>
          <a:p xmlns:a="http://schemas.openxmlformats.org/drawingml/2006/main">
            <a:r>
              <a:t>          "match_147",</a:t>
            </a:r>
          </a:p>
          <a:p xmlns:a="http://schemas.openxmlformats.org/drawingml/2006/main">
            <a:r>
              <a:t>          "match_148",</a:t>
            </a:r>
          </a:p>
          <a:p xmlns:a="http://schemas.openxmlformats.org/drawingml/2006/main">
            <a:r>
              <a:t>          "match_149",</a:t>
            </a:r>
          </a:p>
          <a:p xmlns:a="http://schemas.openxmlformats.org/drawingml/2006/main">
            <a:r>
              <a:t>          "match_150",</a:t>
            </a:r>
          </a:p>
          <a:p xmlns:a="http://schemas.openxmlformats.org/drawingml/2006/main">
            <a:r>
              <a:t>          "match_151",</a:t>
            </a:r>
          </a:p>
          <a:p xmlns:a="http://schemas.openxmlformats.org/drawingml/2006/main">
            <a:r>
              <a:t>          "match_152",</a:t>
            </a:r>
          </a:p>
          <a:p xmlns:a="http://schemas.openxmlformats.org/drawingml/2006/main">
            <a:r>
              <a:t>          "match_153",</a:t>
            </a:r>
          </a:p>
          <a:p xmlns:a="http://schemas.openxmlformats.org/drawingml/2006/main">
            <a:r>
              <a:t>          "match_154",</a:t>
            </a:r>
          </a:p>
          <a:p xmlns:a="http://schemas.openxmlformats.org/drawingml/2006/main">
            <a:r>
              <a:t>          "match_155",</a:t>
            </a:r>
          </a:p>
          <a:p xmlns:a="http://schemas.openxmlformats.org/drawingml/2006/main">
            <a:r>
              <a:t>          "match_156",</a:t>
            </a:r>
          </a:p>
          <a:p xmlns:a="http://schemas.openxmlformats.org/drawingml/2006/main">
            <a:r>
              <a:t>          "match_157",</a:t>
            </a:r>
          </a:p>
          <a:p xmlns:a="http://schemas.openxmlformats.org/drawingml/2006/main">
            <a:r>
              <a:t>          "match_158",</a:t>
            </a:r>
          </a:p>
          <a:p xmlns:a="http://schemas.openxmlformats.org/drawingml/2006/main">
            <a:r>
              <a:t>          "match_159",</a:t>
            </a:r>
          </a:p>
          <a:p xmlns:a="http://schemas.openxmlformats.org/drawingml/2006/main">
            <a:r>
              <a:t>          "match_160",</a:t>
            </a:r>
          </a:p>
          <a:p xmlns:a="http://schemas.openxmlformats.org/drawingml/2006/main">
            <a:r>
              <a:t>          "match_161",</a:t>
            </a:r>
          </a:p>
          <a:p xmlns:a="http://schemas.openxmlformats.org/drawingml/2006/main">
            <a:r>
              <a:t>          "match_162",</a:t>
            </a:r>
          </a:p>
          <a:p xmlns:a="http://schemas.openxmlformats.org/drawingml/2006/main">
            <a:r>
              <a:t>          "match_163",</a:t>
            </a:r>
          </a:p>
          <a:p xmlns:a="http://schemas.openxmlformats.org/drawingml/2006/main">
            <a:r>
              <a:t>          "match_164",</a:t>
            </a:r>
          </a:p>
          <a:p xmlns:a="http://schemas.openxmlformats.org/drawingml/2006/main">
            <a:r>
              <a:t>          "match_165",</a:t>
            </a:r>
          </a:p>
          <a:p xmlns:a="http://schemas.openxmlformats.org/drawingml/2006/main">
            <a:r>
              <a:t>          "match_166",</a:t>
            </a:r>
          </a:p>
          <a:p xmlns:a="http://schemas.openxmlformats.org/drawingml/2006/main">
            <a:r>
              <a:t>          "match_167",</a:t>
            </a:r>
          </a:p>
          <a:p xmlns:a="http://schemas.openxmlformats.org/drawingml/2006/main">
            <a:r>
              <a:t>          "match_168",</a:t>
            </a:r>
          </a:p>
          <a:p xmlns:a="http://schemas.openxmlformats.org/drawingml/2006/main">
            <a:r>
              <a:t>          "match_169",</a:t>
            </a:r>
          </a:p>
          <a:p xmlns:a="http://schemas.openxmlformats.org/drawingml/2006/main">
            <a:r>
              <a:t>          "match_170",</a:t>
            </a:r>
          </a:p>
          <a:p xmlns:a="http://schemas.openxmlformats.org/drawingml/2006/main">
            <a:r>
              <a:t>          "match_171",</a:t>
            </a:r>
          </a:p>
          <a:p xmlns:a="http://schemas.openxmlformats.org/drawingml/2006/main">
            <a:r>
              <a:t>          "match_172",</a:t>
            </a:r>
          </a:p>
          <a:p xmlns:a="http://schemas.openxmlformats.org/drawingml/2006/main">
            <a:r>
              <a:t>          "match_173",</a:t>
            </a:r>
          </a:p>
          <a:p xmlns:a="http://schemas.openxmlformats.org/drawingml/2006/main">
            <a:r>
              <a:t>          "match_174",</a:t>
            </a:r>
          </a:p>
          <a:p xmlns:a="http://schemas.openxmlformats.org/drawingml/2006/main">
            <a:r>
              <a:t>          "match_175",</a:t>
            </a:r>
          </a:p>
          <a:p xmlns:a="http://schemas.openxmlformats.org/drawingml/2006/main">
            <a:r>
              <a:t>          "match_176",</a:t>
            </a:r>
          </a:p>
          <a:p xmlns:a="http://schemas.openxmlformats.org/drawingml/2006/main">
            <a:r>
              <a:t>          "match_177",</a:t>
            </a:r>
          </a:p>
          <a:p xmlns:a="http://schemas.openxmlformats.org/drawingml/2006/main">
            <a:r>
              <a:t>          "match_178",</a:t>
            </a:r>
          </a:p>
          <a:p xmlns:a="http://schemas.openxmlformats.org/drawingml/2006/main">
            <a:r>
              <a:t>          "match_179"</a:t>
            </a:r>
          </a:p>
          <a:p xmlns:a="http://schemas.openxmlformats.org/drawingml/2006/main">
            <a:r>
              <a:t>        ],</a:t>
            </a:r>
          </a:p>
          <a:p xmlns:a="http://schemas.openxmlformats.org/drawingml/2006/main">
            <a:r>
              <a:t>        "generation_index": 1,</a:t>
            </a:r>
          </a:p>
          <a:p xmlns:a="http://schemas.openxmlformats.org/drawingml/2006/main">
            <a:r>
              <a:t>        "losses_sampled": 8,</a:t>
            </a:r>
          </a:p>
          <a:p xmlns:a="http://schemas.openxmlformats.org/drawingml/2006/main">
            <a:r>
              <a:t>        "random_provenance": {</a:t>
            </a:r>
          </a:p>
          <a:p xmlns:a="http://schemas.openxmlformats.org/drawingml/2006/main">
            <a:r>
              <a:t>          "candidate_id": "worker_rush_reflection_subject",</a:t>
            </a:r>
          </a:p>
          <a:p xmlns:a="http://schemas.openxmlformats.org/drawingml/2006/main">
            <a:r>
              <a:t>          "generation_index": 1,</a:t>
            </a:r>
          </a:p>
          <a:p xmlns:a="http://schemas.openxmlformats.org/drawingml/2006/main">
            <a:r>
              <a:t>          "reflection_invocation": 0,</a:t>
            </a:r>
          </a:p>
          <a:p xmlns:a="http://schemas.openxmlformats.org/drawingml/2006/main">
            <a:r>
              <a:t>          "run_seed": 7,</a:t>
            </a:r>
          </a:p>
          <a:p xmlns:a="http://schemas.openxmlformats.org/drawingml/2006/main">
            <a:r>
              <a:t>          "seed": 990237553232952629</a:t>
            </a:r>
          </a:p>
          <a:p xmlns:a="http://schemas.openxmlformats.org/drawingml/2006/main">
            <a:r>
              <a:t>        },</a:t>
            </a:r>
          </a:p>
          <a:p xmlns:a="http://schemas.openxmlformats.org/drawingml/2006/main">
            <a:r>
              <a:t>        "requested_sample_size": 10,</a:t>
            </a:r>
          </a:p>
          <a:p xmlns:a="http://schemas.openxmlformats.org/drawingml/2006/main">
            <a:r>
              <a:t>        "sample_count": 10,</a:t>
            </a:r>
          </a:p>
          <a:p xmlns:a="http://schemas.openxmlformats.org/drawingml/2006/main">
            <a:r>
              <a:t>        "sampled_maps": [</a:t>
            </a:r>
          </a:p>
          <a:p xmlns:a="http://schemas.openxmlformats.org/drawingml/2006/main">
            <a:r>
              <a:t>          "map_1",</a:t>
            </a:r>
          </a:p>
          <a:p xmlns:a="http://schemas.openxmlformats.org/drawingml/2006/main">
            <a:r>
              <a:t>          "map_2",</a:t>
            </a:r>
          </a:p>
          <a:p xmlns:a="http://schemas.openxmlformats.org/drawingml/2006/main">
            <a:r>
              <a:t>          "map_1",</a:t>
            </a:r>
          </a:p>
          <a:p xmlns:a="http://schemas.openxmlformats.org/drawingml/2006/main">
            <a:r>
              <a:t>          "map_3",</a:t>
            </a:r>
          </a:p>
          <a:p xmlns:a="http://schemas.openxmlformats.org/drawingml/2006/main">
            <a:r>
              <a:t>          "map_3",</a:t>
            </a:r>
          </a:p>
          <a:p xmlns:a="http://schemas.openxmlformats.org/drawingml/2006/main">
            <a:r>
              <a:t>          "map_3",</a:t>
            </a:r>
          </a:p>
          <a:p xmlns:a="http://schemas.openxmlformats.org/drawingml/2006/main">
            <a:r>
              <a:t>          "map_1",</a:t>
            </a:r>
          </a:p>
          <a:p xmlns:a="http://schemas.openxmlformats.org/drawingml/2006/main">
            <a:r>
              <a:t>          "map_3",</a:t>
            </a:r>
          </a:p>
          <a:p xmlns:a="http://schemas.openxmlformats.org/drawingml/2006/main">
            <a:r>
              <a:t>          "map_2",</a:t>
            </a:r>
          </a:p>
          <a:p xmlns:a="http://schemas.openxmlformats.org/drawingml/2006/main">
            <a:r>
              <a:t>          "map_2"</a:t>
            </a:r>
          </a:p>
          <a:p xmlns:a="http://schemas.openxmlformats.org/drawingml/2006/main">
            <a:r>
              <a:t>        ],</a:t>
            </a:r>
          </a:p>
          <a:p xmlns:a="http://schemas.openxmlformats.org/drawingml/2006/main">
            <a:r>
              <a:t>        "sampled_match_ids": [</a:t>
            </a:r>
          </a:p>
          <a:p xmlns:a="http://schemas.openxmlformats.org/drawingml/2006/main">
            <a:r>
              <a:t>          "match_03",</a:t>
            </a:r>
          </a:p>
          <a:p xmlns:a="http://schemas.openxmlformats.org/drawingml/2006/main">
            <a:r>
              <a:t>          "match_26",</a:t>
            </a:r>
          </a:p>
          <a:p xmlns:a="http://schemas.openxmlformats.org/drawingml/2006/main">
            <a:r>
              <a:t>          "match_41",</a:t>
            </a:r>
          </a:p>
          <a:p xmlns:a="http://schemas.openxmlformats.org/drawingml/2006/main">
            <a:r>
              <a:t>          "match_67",</a:t>
            </a:r>
          </a:p>
          <a:p xmlns:a="http://schemas.openxmlformats.org/drawingml/2006/main">
            <a:r>
              <a:t>          "match_85",</a:t>
            </a:r>
          </a:p>
          <a:p xmlns:a="http://schemas.openxmlformats.org/drawingml/2006/main">
            <a:r>
              <a:t>          "match_107",</a:t>
            </a:r>
          </a:p>
          <a:p xmlns:a="http://schemas.openxmlformats.org/drawingml/2006/main">
            <a:r>
              <a:t>          "match_108",</a:t>
            </a:r>
          </a:p>
          <a:p xmlns:a="http://schemas.openxmlformats.org/drawingml/2006/main">
            <a:r>
              <a:t>          "match_139",</a:t>
            </a:r>
          </a:p>
          <a:p xmlns:a="http://schemas.openxmlformats.org/drawingml/2006/main">
            <a:r>
              <a:t>          "match_154",</a:t>
            </a:r>
          </a:p>
          <a:p xmlns:a="http://schemas.openxmlformats.org/drawingml/2006/main">
            <a:r>
              <a:t>          "match_170"</a:t>
            </a:r>
          </a:p>
          <a:p xmlns:a="http://schemas.openxmlformats.org/drawingml/2006/main">
            <a:r>
              <a:t>        ],</a:t>
            </a:r>
          </a:p>
          <a:p xmlns:a="http://schemas.openxmlformats.org/drawingml/2006/main">
            <a:r>
              <a:t>        "sampled_opponents": [</a:t>
            </a:r>
          </a:p>
          <a:p xmlns:a="http://schemas.openxmlformats.org/drawingml/2006/main">
            <a:r>
              <a:t>          "passive",</a:t>
            </a:r>
          </a:p>
          <a:p xmlns:a="http://schemas.openxmlformats.org/drawingml/2006/main">
            <a:r>
              <a:t>          "random",</a:t>
            </a:r>
          </a:p>
          <a:p xmlns:a="http://schemas.openxmlformats.org/drawingml/2006/main">
            <a:r>
              <a:t>          "randombias",</a:t>
            </a:r>
          </a:p>
          <a:p xmlns:a="http://schemas.openxmlformats.org/drawingml/2006/main">
            <a:r>
              <a:t>          "lightrush",</a:t>
            </a:r>
          </a:p>
          <a:p xmlns:a="http://schemas.openxmlformats.org/drawingml/2006/main">
            <a:r>
              <a:t>          "heavyrush",</a:t>
            </a:r>
          </a:p>
          <a:p xmlns:a="http://schemas.openxmlformats.org/drawingml/2006/main">
            <a:r>
              <a:t>          "workerrush",</a:t>
            </a:r>
          </a:p>
          <a:p xmlns:a="http://schemas.openxmlformats.org/drawingml/2006/main">
            <a:r>
              <a:t>          "allinbot",</a:t>
            </a:r>
          </a:p>
          <a:p xmlns:a="http://schemas.openxmlformats.org/drawingml/2006/main">
            <a:r>
              <a:t>          "mayari",</a:t>
            </a:r>
          </a:p>
          <a:p xmlns:a="http://schemas.openxmlformats.org/drawingml/2006/main">
            <a:r>
              <a:t>          "coac",</a:t>
            </a:r>
          </a:p>
          <a:p xmlns:a="http://schemas.openxmlformats.org/drawingml/2006/main">
            <a:r>
              <a:t>          "tma"</a:t>
            </a:r>
          </a:p>
          <a:p xmlns:a="http://schemas.openxmlformats.org/drawingml/2006/main">
            <a:r>
              <a:t>        ],</a:t>
            </a:r>
          </a:p>
          <a:p xmlns:a="http://schemas.openxmlformats.org/drawingml/2006/main">
            <a:r>
              <a:t>        "sampled_player_positions": [</a:t>
            </a:r>
          </a:p>
          <a:p xmlns:a="http://schemas.openxmlformats.org/drawingml/2006/main">
            <a:r>
              <a:t>          "p1",</a:t>
            </a:r>
          </a:p>
          <a:p xmlns:a="http://schemas.openxmlformats.org/drawingml/2006/main">
            <a:r>
              <a:t>          "p0",</a:t>
            </a:r>
          </a:p>
          <a:p xmlns:a="http://schemas.openxmlformats.org/drawingml/2006/main">
            <a:r>
              <a:t>          "p1",</a:t>
            </a:r>
          </a:p>
          <a:p xmlns:a="http://schemas.openxmlformats.org/drawingml/2006/main">
            <a:r>
              <a:t>          "p1",</a:t>
            </a:r>
          </a:p>
          <a:p xmlns:a="http://schemas.openxmlformats.org/drawingml/2006/main">
            <a:r>
              <a:t>          "p1",</a:t>
            </a:r>
          </a:p>
          <a:p xmlns:a="http://schemas.openxmlformats.org/drawingml/2006/main">
            <a:r>
              <a:t>          "p1",</a:t>
            </a:r>
          </a:p>
          <a:p xmlns:a="http://schemas.openxmlformats.org/drawingml/2006/main">
            <a:r>
              <a:t>          "p0",</a:t>
            </a:r>
          </a:p>
          <a:p xmlns:a="http://schemas.openxmlformats.org/drawingml/2006/main">
            <a:r>
              <a:t>          "p1",</a:t>
            </a:r>
          </a:p>
          <a:p xmlns:a="http://schemas.openxmlformats.org/drawingml/2006/main">
            <a:r>
              <a:t>          "p0",</a:t>
            </a:r>
          </a:p>
          <a:p xmlns:a="http://schemas.openxmlformats.org/drawingml/2006/main">
            <a:r>
              <a:t>          "p0"</a:t>
            </a:r>
          </a:p>
          <a:p xmlns:a="http://schemas.openxmlformats.org/drawingml/2006/main">
            <a:r>
              <a:t>        ],</a:t>
            </a:r>
          </a:p>
          <a:p xmlns:a="http://schemas.openxmlformats.org/drawingml/2006/main">
            <a:r>
              <a:t>        "sampled_results": [</a:t>
            </a:r>
          </a:p>
          <a:p xmlns:a="http://schemas.openxmlformats.org/drawingml/2006/main">
            <a:r>
              <a:t>          "draw",</a:t>
            </a:r>
          </a:p>
          <a:p xmlns:a="http://schemas.openxmlformats.org/drawingml/2006/main">
            <a:r>
              <a:t>          "draw",</a:t>
            </a:r>
          </a:p>
          <a:p xmlns:a="http://schemas.openxmlformats.org/drawingml/2006/main">
            <a:r>
              <a:t>          "loss",</a:t>
            </a:r>
          </a:p>
          <a:p xmlns:a="http://schemas.openxmlformats.org/drawingml/2006/main">
            <a:r>
              <a:t>          "loss",</a:t>
            </a:r>
          </a:p>
          <a:p xmlns:a="http://schemas.openxmlformats.org/drawingml/2006/main">
            <a:r>
              <a:t>          "loss",</a:t>
            </a:r>
          </a:p>
          <a:p xmlns:a="http://schemas.openxmlformats.org/drawingml/2006/main">
            <a:r>
              <a:t>          "loss",</a:t>
            </a:r>
          </a:p>
          <a:p xmlns:a="http://schemas.openxmlformats.org/drawingml/2006/main">
            <a:r>
              <a:t>          "loss",</a:t>
            </a:r>
          </a:p>
          <a:p xmlns:a="http://schemas.openxmlformats.org/drawingml/2006/main">
            <a:r>
              <a:t>          "loss",</a:t>
            </a:r>
          </a:p>
          <a:p xmlns:a="http://schemas.openxmlformats.org/drawingml/2006/main">
            <a:r>
              <a:t>          "loss",</a:t>
            </a:r>
          </a:p>
          <a:p xmlns:a="http://schemas.openxmlformats.org/drawingml/2006/main">
            <a:r>
              <a:t>          "loss"</a:t>
            </a:r>
          </a:p>
          <a:p xmlns:a="http://schemas.openxmlformats.org/drawingml/2006/main">
            <a:r>
              <a:t>        ],</a:t>
            </a:r>
          </a:p>
          <a:p xmlns:a="http://schemas.openxmlformats.org/drawingml/2006/main">
            <a:r>
              <a:t>        "sampling_priority": "opponent_coverage_then_map_coverage_then_loss_draw_win_then_seeded_random_ties",</a:t>
            </a:r>
          </a:p>
          <a:p xmlns:a="http://schemas.openxmlformats.org/drawingml/2006/main">
            <a:r>
              <a:t>        "schema_version": "strategy-reflection-match-selection-v2",</a:t>
            </a:r>
          </a:p>
          <a:p xmlns:a="http://schemas.openxmlformats.org/drawingml/2006/main">
            <a:r>
              <a:t>        "selected_match_count": 10,</a:t>
            </a:r>
          </a:p>
          <a:p xmlns:a="http://schemas.openxmlformats.org/drawingml/2006/main">
            <a:r>
              <a:t>        "selected_match_ids": [</a:t>
            </a:r>
          </a:p>
          <a:p xmlns:a="http://schemas.openxmlformats.org/drawingml/2006/main">
            <a:r>
              <a:t>          "match_03",</a:t>
            </a:r>
          </a:p>
          <a:p xmlns:a="http://schemas.openxmlformats.org/drawingml/2006/main">
            <a:r>
              <a:t>          "match_26",</a:t>
            </a:r>
          </a:p>
          <a:p xmlns:a="http://schemas.openxmlformats.org/drawingml/2006/main">
            <a:r>
              <a:t>          "match_41",</a:t>
            </a:r>
          </a:p>
          <a:p xmlns:a="http://schemas.openxmlformats.org/drawingml/2006/main">
            <a:r>
              <a:t>          "match_67",</a:t>
            </a:r>
          </a:p>
          <a:p xmlns:a="http://schemas.openxmlformats.org/drawingml/2006/main">
            <a:r>
              <a:t>          "match_85",</a:t>
            </a:r>
          </a:p>
          <a:p xmlns:a="http://schemas.openxmlformats.org/drawingml/2006/main">
            <a:r>
              <a:t>          "match_107",</a:t>
            </a:r>
          </a:p>
          <a:p xmlns:a="http://schemas.openxmlformats.org/drawingml/2006/main">
            <a:r>
              <a:t>          "match_108",</a:t>
            </a:r>
          </a:p>
          <a:p xmlns:a="http://schemas.openxmlformats.org/drawingml/2006/main">
            <a:r>
              <a:t>          "match_139",</a:t>
            </a:r>
          </a:p>
          <a:p xmlns:a="http://schemas.openxmlformats.org/drawingml/2006/main">
            <a:r>
              <a:t>          "match_154",</a:t>
            </a:r>
          </a:p>
          <a:p xmlns:a="http://schemas.openxmlformats.org/drawingml/2006/main">
            <a:r>
              <a:t>          "match_170"</a:t>
            </a:r>
          </a:p>
          <a:p xmlns:a="http://schemas.openxmlformats.org/drawingml/2006/main">
            <a:r>
              <a:t>        ],</a:t>
            </a:r>
          </a:p>
          <a:p xmlns:a="http://schemas.openxmlformats.org/drawingml/2006/main">
            <a:r>
              <a:t>        "selected_outcome_class": "mixed",</a:t>
            </a:r>
          </a:p>
          <a:p xmlns:a="http://schemas.openxmlformats.org/drawingml/2006/main">
            <a:r>
              <a:t>        "selection_is_coverage_aware": true,</a:t>
            </a:r>
          </a:p>
          <a:p xmlns:a="http://schemas.openxmlformats.org/drawingml/2006/main">
            <a:r>
              <a:t>        "selection_rule": "opponent_coverage_then_map_coverage_then_loss_draw_win",</a:t>
            </a:r>
          </a:p>
          <a:p xmlns:a="http://schemas.openxmlformats.org/drawingml/2006/main">
            <a:r>
              <a:t>        "total_draws": 47,</a:t>
            </a:r>
          </a:p>
          <a:p xmlns:a="http://schemas.openxmlformats.org/drawingml/2006/main">
            <a:r>
              <a:t>        "total_losses": 133,</a:t>
            </a:r>
          </a:p>
          <a:p xmlns:a="http://schemas.openxmlformats.org/drawingml/2006/main">
            <a:r>
              <a:t>        "total_match_count": 180,</a:t>
            </a:r>
          </a:p>
          <a:p xmlns:a="http://schemas.openxmlformats.org/drawingml/2006/main">
            <a:r>
              <a:t>        "total_wins": 0,</a:t>
            </a:r>
          </a:p>
          <a:p xmlns:a="http://schemas.openxmlformats.org/drawingml/2006/main">
            <a:r>
              <a:t>        "unique_maps_sampled": 3,</a:t>
            </a:r>
          </a:p>
          <a:p xmlns:a="http://schemas.openxmlformats.org/drawingml/2006/main">
            <a:r>
              <a:t>        "unique_opponents_sampled": 10,</a:t>
            </a:r>
          </a:p>
          <a:p xmlns:a="http://schemas.openxmlformats.org/drawingml/2006/main">
            <a:r>
              <a:t>        "wins_sampled": 0</a:t>
            </a:r>
          </a:p>
          <a:p xmlns:a="http://schemas.openxmlformats.org/drawingml/2006/main">
            <a:r>
              <a:t>      },</a:t>
            </a:r>
          </a:p>
          <a:p xmlns:a="http://schemas.openxmlformats.org/drawingml/2006/main">
            <a:r>
              <a:t>      "parent_comparison": {</a:t>
            </a:r>
          </a:p>
          <a:p xmlns:a="http://schemas.openxmlformats.org/drawingml/2006/main">
            <a:r>
              <a:t>        "available": true,</a:t>
            </a:r>
          </a:p>
          <a:p xmlns:a="http://schemas.openxmlformats.org/drawingml/2006/main">
            <a:r>
              <a:t>        "improved":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"match_18",</a:t>
            </a:r>
          </a:p>
          <a:p xmlns:a="http://schemas.openxmlformats.org/drawingml/2006/main">
            <a:r>
              <a:t>            "delta": 3.367457,</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"match_19",</a:t>
            </a:r>
          </a:p>
          <a:p xmlns:a="http://schemas.openxmlformats.org/drawingml/2006/main">
            <a:r>
              <a:t>            "delta": 1.586391,</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"match_23",</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"match_20",</a:t>
            </a:r>
          </a:p>
          <a:p xmlns:a="http://schemas.openxmlformats.org/drawingml/2006/main">
            <a:r>
              <a:t>            "delta": 0.768847,</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"match_24",</a:t>
            </a:r>
          </a:p>
          <a:p xmlns:a="http://schemas.openxmlformats.org/drawingml/2006/main">
            <a:r>
              <a:t>            "delta": 2.478857,</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"match_28",</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"match_26",</a:t>
            </a:r>
          </a:p>
          <a:p xmlns:a="http://schemas.openxmlformats.org/drawingml/2006/main">
            <a:r>
              <a:t>            "delta": 2.522787,</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"match_28",</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"match_27",</a:t>
            </a:r>
          </a:p>
          <a:p xmlns:a="http://schemas.openxmlformats.org/drawingml/2006/main">
            <a:r>
              <a:t>            "delta": 0.196029,</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"match_29",</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"match_31",</a:t>
            </a:r>
          </a:p>
          <a:p xmlns:a="http://schemas.openxmlformats.org/drawingml/2006/main">
            <a:r>
              <a:t>            "delta": 2.676041,</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"match_35",</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"match_33",</a:t>
            </a:r>
          </a:p>
          <a:p xmlns:a="http://schemas.openxmlformats.org/drawingml/2006/main">
            <a:r>
              <a:t>            "delta": 1.348416,</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"match_35",</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"match_36",</a:t>
            </a:r>
          </a:p>
          <a:p xmlns:a="http://schemas.openxmlformats.org/drawingml/2006/main">
            <a:r>
              <a:t>            "delta": 101.792871,</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"match_40",</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"match_37",</a:t>
            </a:r>
          </a:p>
          <a:p xmlns:a="http://schemas.openxmlformats.org/drawingml/2006/main">
            <a:r>
              <a:t>            "delta": 0.444316,</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"match_41",</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"match_38",</a:t>
            </a:r>
          </a:p>
          <a:p xmlns:a="http://schemas.openxmlformats.org/drawingml/2006/main">
            <a:r>
              <a:t>            "delta": 1.159951,</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"match_40",</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"match_44",</a:t>
            </a:r>
          </a:p>
          <a:p xmlns:a="http://schemas.openxmlformats.org/drawingml/2006/main">
            <a:r>
              <a:t>            "delta": 95.829322,</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"match_46",</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"match_45",</a:t>
            </a:r>
          </a:p>
          <a:p xmlns:a="http://schemas.openxmlformats.org/drawingml/2006/main">
            <a:r>
              <a:t>            "delta": 1.751283,</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"match_47",</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"match_48",</a:t>
            </a:r>
          </a:p>
          <a:p xmlns:a="http://schemas.openxmlformats.org/drawingml/2006/main">
            <a:r>
              <a:t>            "delta": 0.246775,</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"match_49",</a:t>
            </a:r>
          </a:p>
          <a:p xmlns:a="http://schemas.openxmlformats.org/drawingml/2006/main">
            <a:r>
              <a:t>            "delta": 0.199866,</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"match_53",</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"match_50",</a:t>
            </a:r>
          </a:p>
          <a:p xmlns:a="http://schemas.openxmlformats.org/drawingml/2006/main">
            <a:r>
              <a:t>            "delta": 0.296717,</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"match_51",</a:t>
            </a:r>
          </a:p>
          <a:p xmlns:a="http://schemas.openxmlformats.org/drawingml/2006/main">
            <a:r>
              <a:t>            "delta": 0.100062,</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"match_53",</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"match_132",</a:t>
            </a:r>
          </a:p>
          <a:p xmlns:a="http://schemas.openxmlformats.org/drawingml/2006/main">
            <a:r>
              <a:t>            "delta": 0.000933,</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"match_136",</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"match_133",</a:t>
            </a:r>
          </a:p>
          <a:p xmlns:a="http://schemas.openxmlformats.org/drawingml/2006/main">
            <a:r>
              <a:t>            "delta": 0.374676,</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"match_137",</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"match_134",</a:t>
            </a:r>
          </a:p>
          <a:p xmlns:a="http://schemas.openxmlformats.org/drawingml/2006/main">
            <a:r>
              <a:t>            "delta": 0.841776,</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"match_136",</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"match_135",</a:t>
            </a:r>
          </a:p>
          <a:p xmlns:a="http://schemas.openxmlformats.org/drawingml/2006/main">
            <a:r>
              <a:t>            "delta": 0.371047,</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"match_137",</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"matched_pairs":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"match_00",</a:t>
            </a:r>
          </a:p>
          <a:p xmlns:a="http://schemas.openxmlformats.org/drawingml/2006/main">
            <a:r>
              <a:t>            "delta": 0.0,</a:t>
            </a:r>
          </a:p>
          <a:p xmlns:a="http://schemas.openxmlformats.org/drawingml/2006/main">
            <a:r>
              <a:t>            "map": "map_1",</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"match_04",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"match_01",</a:t>
            </a:r>
          </a:p>
          <a:p xmlns:a="http://schemas.openxmlformats.org/drawingml/2006/main">
            <a:r>
              <a:t>            "delta": 0.0,</a:t>
            </a:r>
          </a:p>
          <a:p xmlns:a="http://schemas.openxmlformats.org/drawingml/2006/main">
            <a:r>
              <a:t>            "map": "map_1",</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"match_05",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"match_02",</a:t>
            </a:r>
          </a:p>
          <a:p xmlns:a="http://schemas.openxmlformats.org/drawingml/2006/main">
            <a:r>
              <a:t>            "delta": 0.0,</a:t>
            </a:r>
          </a:p>
          <a:p xmlns:a="http://schemas.openxmlformats.org/drawingml/2006/main">
            <a:r>
              <a:t>            "map": "map_1",</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"match_04",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"match_03",</a:t>
            </a:r>
          </a:p>
          <a:p xmlns:a="http://schemas.openxmlformats.org/drawingml/2006/main">
            <a:r>
              <a:t>            "delta": 0.0,</a:t>
            </a:r>
          </a:p>
          <a:p xmlns:a="http://schemas.openxmlformats.org/drawingml/2006/main">
            <a:r>
              <a:t>            "map": "map_1",</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"match_05",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"match_04",</a:t>
            </a:r>
          </a:p>
          <a:p xmlns:a="http://schemas.openxmlformats.org/drawingml/2006/main">
            <a:r>
              <a:t>            "delta": 0.0,</a:t>
            </a:r>
          </a:p>
          <a:p xmlns:a="http://schemas.openxmlformats.org/drawingml/2006/main">
            <a:r>
              <a:t>            "map": "map_1",</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"match_04",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"match_05",</a:t>
            </a:r>
          </a:p>
          <a:p xmlns:a="http://schemas.openxmlformats.org/drawingml/2006/main">
            <a:r>
              <a:t>            "delta": 0.0,</a:t>
            </a:r>
          </a:p>
          <a:p xmlns:a="http://schemas.openxmlformats.org/drawingml/2006/main">
            <a:r>
              <a:t>            "map": "map_1",</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"match_05",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"match_06",</a:t>
            </a:r>
          </a:p>
          <a:p xmlns:a="http://schemas.openxmlformats.org/drawingml/2006/main">
            <a:r>
              <a:t>            "delta": 0.0,</a:t>
            </a:r>
          </a:p>
          <a:p xmlns:a="http://schemas.openxmlformats.org/drawingml/2006/main">
            <a:r>
              <a:t>            "map": "map_2",</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"match_07",</a:t>
            </a:r>
          </a:p>
          <a:p xmlns:a="http://schemas.openxmlformats.org/drawingml/2006/main">
            <a:r>
              <a:t>            "delta": 0.0,</a:t>
            </a:r>
          </a:p>
          <a:p xmlns:a="http://schemas.openxmlformats.org/drawingml/2006/main">
            <a:r>
              <a:t>            "map": "map_2",</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"match_08",</a:t>
            </a:r>
          </a:p>
          <a:p xmlns:a="http://schemas.openxmlformats.org/drawingml/2006/main">
            <a:r>
              <a:t>            "delta": 0.0,</a:t>
            </a:r>
          </a:p>
          <a:p xmlns:a="http://schemas.openxmlformats.org/drawingml/2006/main">
            <a:r>
              <a:t>            "map": "map_2",</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"match_09",</a:t>
            </a:r>
          </a:p>
          <a:p xmlns:a="http://schemas.openxmlformats.org/drawingml/2006/main">
            <a:r>
              <a:t>            "delta": 0.0,</a:t>
            </a:r>
          </a:p>
          <a:p xmlns:a="http://schemas.openxmlformats.org/drawingml/2006/main">
            <a:r>
              <a:t>            "map": "map_2",</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"match_10",</a:t>
            </a:r>
          </a:p>
          <a:p xmlns:a="http://schemas.openxmlformats.org/drawingml/2006/main">
            <a:r>
              <a:t>            "delta": 0.0,</a:t>
            </a:r>
          </a:p>
          <a:p xmlns:a="http://schemas.openxmlformats.org/drawingml/2006/main">
            <a:r>
              <a:t>            "map": "map_2",</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"match_11",</a:t>
            </a:r>
          </a:p>
          <a:p xmlns:a="http://schemas.openxmlformats.org/drawingml/2006/main">
            <a:r>
              <a:t>            "delta": 0.0,</a:t>
            </a:r>
          </a:p>
          <a:p xmlns:a="http://schemas.openxmlformats.org/drawingml/2006/main">
            <a:r>
              <a:t>            "map": "map_2",</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"match_12",</a:t>
            </a:r>
          </a:p>
          <a:p xmlns:a="http://schemas.openxmlformats.org/drawingml/2006/main">
            <a:r>
              <a:t>            "delta": 0.0,</a:t>
            </a:r>
          </a:p>
          <a:p xmlns:a="http://schemas.openxmlformats.org/drawingml/2006/main">
            <a:r>
              <a:t>            "map": "map_3",</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a:t>
            </a:r>
          </a:p>
          <a:p xmlns:a="http://schemas.openxmlformats.org/drawingml/2006/main">
            <a:r>
              <a:t>            "delta": 0.0,</a:t>
            </a:r>
          </a:p>
          <a:p xmlns:a="http://schemas.openxmlformats.org/drawingml/2006/main">
            <a:r>
              <a:t>            "map": "map_3",</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"match_14",</a:t>
            </a:r>
          </a:p>
          <a:p xmlns:a="http://schemas.openxmlformats.org/drawingml/2006/main">
            <a:r>
              <a:t>            "delta": 0.0,</a:t>
            </a:r>
          </a:p>
          <a:p xmlns:a="http://schemas.openxmlformats.org/drawingml/2006/main">
            <a:r>
              <a:t>            "map": "map_3",</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a:t>
            </a:r>
          </a:p>
          <a:p xmlns:a="http://schemas.openxmlformats.org/drawingml/2006/main">
            <a:r>
              <a:t>            "delta": 0.0,</a:t>
            </a:r>
          </a:p>
          <a:p xmlns:a="http://schemas.openxmlformats.org/drawingml/2006/main">
            <a:r>
              <a:t>            "map": "map_3",</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"match_16",</a:t>
            </a:r>
          </a:p>
          <a:p xmlns:a="http://schemas.openxmlformats.org/drawingml/2006/main">
            <a:r>
              <a:t>            "delta": 0.0,</a:t>
            </a:r>
          </a:p>
          <a:p xmlns:a="http://schemas.openxmlformats.org/drawingml/2006/main">
            <a:r>
              <a:t>            "map": "map_3",</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"match_17",</a:t>
            </a:r>
          </a:p>
          <a:p xmlns:a="http://schemas.openxmlformats.org/drawingml/2006/main">
            <a:r>
              <a:t>            "delta": 0.0,</a:t>
            </a:r>
          </a:p>
          <a:p xmlns:a="http://schemas.openxmlformats.org/drawingml/2006/main">
            <a:r>
              <a:t>            "map": "map_3",</a:t>
            </a:r>
          </a:p>
          <a:p xmlns:a="http://schemas.openxmlformats.org/drawingml/2006/main">
            <a:r>
              <a:t>            "opponent": "passive",</a:t>
            </a:r>
          </a:p>
          <a:p xmlns:a="http://schemas.openxmlformats.org/drawingml/2006/main">
            <a:r>
              <a:t>            "parent_candidate_id": "worker_rush_parent",</a:t>
            </a:r>
          </a:p>
          <a:p xmlns:a="http://schemas.openxmlformats.org/drawingml/2006/main">
            <a:r>
              <a:t>            "parent_match_id": "match_17",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"match_18",</a:t>
            </a:r>
          </a:p>
          <a:p xmlns:a="http://schemas.openxmlformats.org/drawingml/2006/main">
            <a:r>
              <a:t>            "delta": 3.367457,</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"match_19",</a:t>
            </a:r>
          </a:p>
          <a:p xmlns:a="http://schemas.openxmlformats.org/drawingml/2006/main">
            <a:r>
              <a:t>            "delta": 1.586391,</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"match_23",</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"match_20",</a:t>
            </a:r>
          </a:p>
          <a:p xmlns:a="http://schemas.openxmlformats.org/drawingml/2006/main">
            <a:r>
              <a:t>            "delta": 0.768847,</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"match_21",</a:t>
            </a:r>
          </a:p>
          <a:p xmlns:a="http://schemas.openxmlformats.org/drawingml/2006/main">
            <a:r>
              <a:t>            "delta": -2.911703,</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"match_23",</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"match_22",</a:t>
            </a:r>
          </a:p>
          <a:p xmlns:a="http://schemas.openxmlformats.org/drawingml/2006/main">
            <a:r>
              <a:t>            "delta": 0.0,</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"match_23",</a:t>
            </a:r>
          </a:p>
          <a:p xmlns:a="http://schemas.openxmlformats.org/drawingml/2006/main">
            <a:r>
              <a:t>            "delta": 0.0,</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"match_24",</a:t>
            </a:r>
          </a:p>
          <a:p xmlns:a="http://schemas.openxmlformats.org/drawingml/2006/main">
            <a:r>
              <a:t>            "delta": 2.478857,</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"match_28",</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"match_25",</a:t>
            </a:r>
          </a:p>
          <a:p xmlns:a="http://schemas.openxmlformats.org/drawingml/2006/main">
            <a:r>
              <a:t>            "delta": -1.732499,</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"match_29",</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"match_26",</a:t>
            </a:r>
          </a:p>
          <a:p xmlns:a="http://schemas.openxmlformats.org/drawingml/2006/main">
            <a:r>
              <a:t>            "delta": 2.522787,</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"match_28",</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"match_27",</a:t>
            </a:r>
          </a:p>
          <a:p xmlns:a="http://schemas.openxmlformats.org/drawingml/2006/main">
            <a:r>
              <a:t>            "delta": 0.196029,</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"match_29",</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"match_28",</a:t>
            </a:r>
          </a:p>
          <a:p xmlns:a="http://schemas.openxmlformats.org/drawingml/2006/main">
            <a:r>
              <a:t>            "delta": 0.0,</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"match_29",</a:t>
            </a:r>
          </a:p>
          <a:p xmlns:a="http://schemas.openxmlformats.org/drawingml/2006/main">
            <a:r>
              <a:t>            "delta": 0.0,</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"match_30",</a:t>
            </a:r>
          </a:p>
          <a:p xmlns:a="http://schemas.openxmlformats.org/drawingml/2006/main">
            <a:r>
              <a:t>            "delta": -1.164926,</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"match_34",</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"match_31",</a:t>
            </a:r>
          </a:p>
          <a:p xmlns:a="http://schemas.openxmlformats.org/drawingml/2006/main">
            <a:r>
              <a:t>            "delta": 2.676041,</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"match_35",</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"match_32",</a:t>
            </a:r>
          </a:p>
          <a:p xmlns:a="http://schemas.openxmlformats.org/drawingml/2006/main">
            <a:r>
              <a:t>            "delta": -0.83732,</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"match_34",</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"match_33",</a:t>
            </a:r>
          </a:p>
          <a:p xmlns:a="http://schemas.openxmlformats.org/drawingml/2006/main">
            <a:r>
              <a:t>            "delta": 1.348416,</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"match_35",</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"match_34",</a:t>
            </a:r>
          </a:p>
          <a:p xmlns:a="http://schemas.openxmlformats.org/drawingml/2006/main">
            <a:r>
              <a:t>            "delta": 0.0,</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"match_35",</a:t>
            </a:r>
          </a:p>
          <a:p xmlns:a="http://schemas.openxmlformats.org/drawingml/2006/main">
            <a:r>
              <a:t>            "delta": 0.0,</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"match_36",</a:t>
            </a:r>
          </a:p>
          <a:p xmlns:a="http://schemas.openxmlformats.org/drawingml/2006/main">
            <a:r>
              <a:t>            "delta": 101.792871,</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"match_40",</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"match_37",</a:t>
            </a:r>
          </a:p>
          <a:p xmlns:a="http://schemas.openxmlformats.org/drawingml/2006/main">
            <a:r>
              <a:t>            "delta": 0.444316,</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"match_41",</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"match_38",</a:t>
            </a:r>
          </a:p>
          <a:p xmlns:a="http://schemas.openxmlformats.org/drawingml/2006/main">
            <a:r>
              <a:t>            "delta": 1.159951,</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"match_40",</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"match_39",</a:t>
            </a:r>
          </a:p>
          <a:p xmlns:a="http://schemas.openxmlformats.org/drawingml/2006/main">
            <a:r>
              <a:t>            "delta": -0.457126,</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"match_41",</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"match_40",</a:t>
            </a:r>
          </a:p>
          <a:p xmlns:a="http://schemas.openxmlformats.org/drawingml/2006/main">
            <a:r>
              <a:t>            "delta": 0.0,</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"match_41",</a:t>
            </a:r>
          </a:p>
          <a:p xmlns:a="http://schemas.openxmlformats.org/drawingml/2006/main">
            <a:r>
              <a:t>            "delta": 0.0,</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"match_42",</a:t>
            </a:r>
          </a:p>
          <a:p xmlns:a="http://schemas.openxmlformats.org/drawingml/2006/main">
            <a:r>
              <a:t>            "delta": -1.182114,</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"match_46",</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"match_43",</a:t>
            </a:r>
          </a:p>
          <a:p xmlns:a="http://schemas.openxmlformats.org/drawingml/2006/main">
            <a:r>
              <a:t>            "delta": -0.224205,</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"match_47",</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"match_44",</a:t>
            </a:r>
          </a:p>
          <a:p xmlns:a="http://schemas.openxmlformats.org/drawingml/2006/main">
            <a:r>
              <a:t>            "delta": 95.829322,</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"match_46",</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"match_45",</a:t>
            </a:r>
          </a:p>
          <a:p xmlns:a="http://schemas.openxmlformats.org/drawingml/2006/main">
            <a:r>
              <a:t>            "delta": 1.751283,</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"match_47",</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"match_46",</a:t>
            </a:r>
          </a:p>
          <a:p xmlns:a="http://schemas.openxmlformats.org/drawingml/2006/main">
            <a:r>
              <a:t>            "delta": 0.0,</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"match_47",</a:t>
            </a:r>
          </a:p>
          <a:p xmlns:a="http://schemas.openxmlformats.org/drawingml/2006/main">
            <a:r>
              <a:t>            "delta": 0.0,</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"match_48",</a:t>
            </a:r>
          </a:p>
          <a:p xmlns:a="http://schemas.openxmlformats.org/drawingml/2006/main">
            <a:r>
              <a:t>            "delta": 0.246775,</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"match_49",</a:t>
            </a:r>
          </a:p>
          <a:p xmlns:a="http://schemas.openxmlformats.org/drawingml/2006/main">
            <a:r>
              <a:t>            "delta": 0.199866,</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"match_53",</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"match_50",</a:t>
            </a:r>
          </a:p>
          <a:p xmlns:a="http://schemas.openxmlformats.org/drawingml/2006/main">
            <a:r>
              <a:t>            "delta": 0.296717,</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"match_52",</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"match_51",</a:t>
            </a:r>
          </a:p>
          <a:p xmlns:a="http://schemas.openxmlformats.org/drawingml/2006/main">
            <a:r>
              <a:t>            "delta": 0.100062,</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"match_53",</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"match_52",</a:t>
            </a:r>
          </a:p>
          <a:p xmlns:a="http://schemas.openxmlformats.org/drawingml/2006/main">
            <a:r>
              <a:t>            "delta": 0.0,</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"match_53",</a:t>
            </a:r>
          </a:p>
          <a:p xmlns:a="http://schemas.openxmlformats.org/drawingml/2006/main">
            <a:r>
              <a:t>            "delta": 0.0,</a:t>
            </a:r>
          </a:p>
          <a:p xmlns:a="http://schemas.openxmlformats.org/drawingml/2006/main">
            <a:r>
              <a:t>            "map": "map_3",</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"match_53",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"match_54",</a:t>
            </a:r>
          </a:p>
          <a:p xmlns:a="http://schemas.openxmlformats.org/drawingml/2006/main">
            <a:r>
              <a:t>            "delta": 0.0,</a:t>
            </a:r>
          </a:p>
          <a:p xmlns:a="http://schemas.openxmlformats.org/drawingml/2006/main">
            <a:r>
              <a:t>            "map": "map_1",</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"match_58",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"match_55",</a:t>
            </a:r>
          </a:p>
          <a:p xmlns:a="http://schemas.openxmlformats.org/drawingml/2006/main">
            <a:r>
              <a:t>            "delta": 0.0,</a:t>
            </a:r>
          </a:p>
          <a:p xmlns:a="http://schemas.openxmlformats.org/drawingml/2006/main">
            <a:r>
              <a:t>            "map": "map_1",</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"match_59",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"match_56",</a:t>
            </a:r>
          </a:p>
          <a:p xmlns:a="http://schemas.openxmlformats.org/drawingml/2006/main">
            <a:r>
              <a:t>            "delta": 0.0,</a:t>
            </a:r>
          </a:p>
          <a:p xmlns:a="http://schemas.openxmlformats.org/drawingml/2006/main">
            <a:r>
              <a:t>            "map": "map_1",</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"match_58",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"match_57",</a:t>
            </a:r>
          </a:p>
          <a:p xmlns:a="http://schemas.openxmlformats.org/drawingml/2006/main">
            <a:r>
              <a:t>            "delta": 0.0,</a:t>
            </a:r>
          </a:p>
          <a:p xmlns:a="http://schemas.openxmlformats.org/drawingml/2006/main">
            <a:r>
              <a:t>            "map": "map_1",</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"match_59",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"match_58",</a:t>
            </a:r>
          </a:p>
          <a:p xmlns:a="http://schemas.openxmlformats.org/drawingml/2006/main">
            <a:r>
              <a:t>            "delta": 0.0,</a:t>
            </a:r>
          </a:p>
          <a:p xmlns:a="http://schemas.openxmlformats.org/drawingml/2006/main">
            <a:r>
              <a:t>            "map": "map_1",</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"match_58",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"match_59",</a:t>
            </a:r>
          </a:p>
          <a:p xmlns:a="http://schemas.openxmlformats.org/drawingml/2006/main">
            <a:r>
              <a:t>            "delta": 0.0,</a:t>
            </a:r>
          </a:p>
          <a:p xmlns:a="http://schemas.openxmlformats.org/drawingml/2006/main">
            <a:r>
              <a:t>            "map": "map_1",</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"match_59",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"match_60",</a:t>
            </a:r>
          </a:p>
          <a:p xmlns:a="http://schemas.openxmlformats.org/drawingml/2006/main">
            <a:r>
              <a:t>            "delta": 0.0,</a:t>
            </a:r>
          </a:p>
          <a:p xmlns:a="http://schemas.openxmlformats.org/drawingml/2006/main">
            <a:r>
              <a:t>            "map": "map_2",</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"match_64",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"match_61",</a:t>
            </a:r>
          </a:p>
          <a:p xmlns:a="http://schemas.openxmlformats.org/drawingml/2006/main">
            <a:r>
              <a:t>            "delta": 0.0,</a:t>
            </a:r>
          </a:p>
          <a:p xmlns:a="http://schemas.openxmlformats.org/drawingml/2006/main">
            <a:r>
              <a:t>            "map": "map_2",</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"match_65",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"match_62",</a:t>
            </a:r>
          </a:p>
          <a:p xmlns:a="http://schemas.openxmlformats.org/drawingml/2006/main">
            <a:r>
              <a:t>            "delta": 0.0,</a:t>
            </a:r>
          </a:p>
          <a:p xmlns:a="http://schemas.openxmlformats.org/drawingml/2006/main">
            <a:r>
              <a:t>            "map": "map_2",</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"match_64",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"match_63",</a:t>
            </a:r>
          </a:p>
          <a:p xmlns:a="http://schemas.openxmlformats.org/drawingml/2006/main">
            <a:r>
              <a:t>            "delta": 0.0,</a:t>
            </a:r>
          </a:p>
          <a:p xmlns:a="http://schemas.openxmlformats.org/drawingml/2006/main">
            <a:r>
              <a:t>            "map": "map_2",</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"match_65",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"match_64",</a:t>
            </a:r>
          </a:p>
          <a:p xmlns:a="http://schemas.openxmlformats.org/drawingml/2006/main">
            <a:r>
              <a:t>            "delta": 0.0,</a:t>
            </a:r>
          </a:p>
          <a:p xmlns:a="http://schemas.openxmlformats.org/drawingml/2006/main">
            <a:r>
              <a:t>            "map": "map_2",</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"match_64",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"match_65",</a:t>
            </a:r>
          </a:p>
          <a:p xmlns:a="http://schemas.openxmlformats.org/drawingml/2006/main">
            <a:r>
              <a:t>            "delta": 0.0,</a:t>
            </a:r>
          </a:p>
          <a:p xmlns:a="http://schemas.openxmlformats.org/drawingml/2006/main">
            <a:r>
              <a:t>            "map": "map_2",</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"match_65",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"match_66",</a:t>
            </a:r>
          </a:p>
          <a:p xmlns:a="http://schemas.openxmlformats.org/drawingml/2006/main">
            <a:r>
              <a:t>            "delta": 0.0,</a:t>
            </a:r>
          </a:p>
          <a:p xmlns:a="http://schemas.openxmlformats.org/drawingml/2006/main">
            <a:r>
              <a:t>            "map": "map_3",</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"match_70",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"match_67",</a:t>
            </a:r>
          </a:p>
          <a:p xmlns:a="http://schemas.openxmlformats.org/drawingml/2006/main">
            <a:r>
              <a:t>            "delta": 0.0,</a:t>
            </a:r>
          </a:p>
          <a:p xmlns:a="http://schemas.openxmlformats.org/drawingml/2006/main">
            <a:r>
              <a:t>            "map": "map_3",</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"match_71",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"match_68",</a:t>
            </a:r>
          </a:p>
          <a:p xmlns:a="http://schemas.openxmlformats.org/drawingml/2006/main">
            <a:r>
              <a:t>            "delta": 0.0,</a:t>
            </a:r>
          </a:p>
          <a:p xmlns:a="http://schemas.openxmlformats.org/drawingml/2006/main">
            <a:r>
              <a:t>            "map": "map_3",</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"match_70",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"match_69",</a:t>
            </a:r>
          </a:p>
          <a:p xmlns:a="http://schemas.openxmlformats.org/drawingml/2006/main">
            <a:r>
              <a:t>            "delta": 0.0,</a:t>
            </a:r>
          </a:p>
          <a:p xmlns:a="http://schemas.openxmlformats.org/drawingml/2006/main">
            <a:r>
              <a:t>            "map": "map_3",</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"match_71",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"match_70",</a:t>
            </a:r>
          </a:p>
          <a:p xmlns:a="http://schemas.openxmlformats.org/drawingml/2006/main">
            <a:r>
              <a:t>            "delta": 0.0,</a:t>
            </a:r>
          </a:p>
          <a:p xmlns:a="http://schemas.openxmlformats.org/drawingml/2006/main">
            <a:r>
              <a:t>            "map": "map_3",</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"match_70",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"match_71",</a:t>
            </a:r>
          </a:p>
          <a:p xmlns:a="http://schemas.openxmlformats.org/drawingml/2006/main">
            <a:r>
              <a:t>            "delta": 0.0,</a:t>
            </a:r>
          </a:p>
          <a:p xmlns:a="http://schemas.openxmlformats.org/drawingml/2006/main">
            <a:r>
              <a:t>            "map": "map_3",</a:t>
            </a:r>
          </a:p>
          <a:p xmlns:a="http://schemas.openxmlformats.org/drawingml/2006/main">
            <a:r>
              <a:t>            "opponent": "lightrush",</a:t>
            </a:r>
          </a:p>
          <a:p xmlns:a="http://schemas.openxmlformats.org/drawingml/2006/main">
            <a:r>
              <a:t>            "parent_candidate_id": "worker_rush_parent",</a:t>
            </a:r>
          </a:p>
          <a:p xmlns:a="http://schemas.openxmlformats.org/drawingml/2006/main">
            <a:r>
              <a:t>            "parent_match_id": "match_71",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"match_72",</a:t>
            </a:r>
          </a:p>
          <a:p xmlns:a="http://schemas.openxmlformats.org/drawingml/2006/main">
            <a:r>
              <a:t>            "delta": 0.0,</a:t>
            </a:r>
          </a:p>
          <a:p xmlns:a="http://schemas.openxmlformats.org/drawingml/2006/main">
            <a:r>
              <a:t>            "map": "map_1",</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"match_76",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"match_73",</a:t>
            </a:r>
          </a:p>
          <a:p xmlns:a="http://schemas.openxmlformats.org/drawingml/2006/main">
            <a:r>
              <a:t>            "delta": 0.0,</a:t>
            </a:r>
          </a:p>
          <a:p xmlns:a="http://schemas.openxmlformats.org/drawingml/2006/main">
            <a:r>
              <a:t>            "map": "map_1",</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"match_77",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"match_74",</a:t>
            </a:r>
          </a:p>
          <a:p xmlns:a="http://schemas.openxmlformats.org/drawingml/2006/main">
            <a:r>
              <a:t>            "delta": 0.0,</a:t>
            </a:r>
          </a:p>
          <a:p xmlns:a="http://schemas.openxmlformats.org/drawingml/2006/main">
            <a:r>
              <a:t>            "map": "map_1",</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"match_76",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"match_75",</a:t>
            </a:r>
          </a:p>
          <a:p xmlns:a="http://schemas.openxmlformats.org/drawingml/2006/main">
            <a:r>
              <a:t>            "delta": 0.0,</a:t>
            </a:r>
          </a:p>
          <a:p xmlns:a="http://schemas.openxmlformats.org/drawingml/2006/main">
            <a:r>
              <a:t>            "map": "map_1",</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"match_77",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"match_76",</a:t>
            </a:r>
          </a:p>
          <a:p xmlns:a="http://schemas.openxmlformats.org/drawingml/2006/main">
            <a:r>
              <a:t>            "delta": 0.0,</a:t>
            </a:r>
          </a:p>
          <a:p xmlns:a="http://schemas.openxmlformats.org/drawingml/2006/main">
            <a:r>
              <a:t>            "map": "map_1",</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"match_76",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"match_77",</a:t>
            </a:r>
          </a:p>
          <a:p xmlns:a="http://schemas.openxmlformats.org/drawingml/2006/main">
            <a:r>
              <a:t>            "delta": 0.0,</a:t>
            </a:r>
          </a:p>
          <a:p xmlns:a="http://schemas.openxmlformats.org/drawingml/2006/main">
            <a:r>
              <a:t>            "map": "map_1",</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"match_77",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"match_78",</a:t>
            </a:r>
          </a:p>
          <a:p xmlns:a="http://schemas.openxmlformats.org/drawingml/2006/main">
            <a:r>
              <a:t>            "delta": 0.0,</a:t>
            </a:r>
          </a:p>
          <a:p xmlns:a="http://schemas.openxmlformats.org/drawingml/2006/main">
            <a:r>
              <a:t>            "map": "map_2",</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"match_79",</a:t>
            </a:r>
          </a:p>
          <a:p xmlns:a="http://schemas.openxmlformats.org/drawingml/2006/main">
            <a:r>
              <a:t>            "delta": 0.0,</a:t>
            </a:r>
          </a:p>
          <a:p xmlns:a="http://schemas.openxmlformats.org/drawingml/2006/main">
            <a:r>
              <a:t>            "map": "map_2",</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"match_80",</a:t>
            </a:r>
          </a:p>
          <a:p xmlns:a="http://schemas.openxmlformats.org/drawingml/2006/main">
            <a:r>
              <a:t>            "delta": 0.0,</a:t>
            </a:r>
          </a:p>
          <a:p xmlns:a="http://schemas.openxmlformats.org/drawingml/2006/main">
            <a:r>
              <a:t>            "map": "map_2",</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"match_81",</a:t>
            </a:r>
          </a:p>
          <a:p xmlns:a="http://schemas.openxmlformats.org/drawingml/2006/main">
            <a:r>
              <a:t>            "delta": 0.0,</a:t>
            </a:r>
          </a:p>
          <a:p xmlns:a="http://schemas.openxmlformats.org/drawingml/2006/main">
            <a:r>
              <a:t>            "map": "map_2",</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"match_82",</a:t>
            </a:r>
          </a:p>
          <a:p xmlns:a="http://schemas.openxmlformats.org/drawingml/2006/main">
            <a:r>
              <a:t>            "delta": 0.0,</a:t>
            </a:r>
          </a:p>
          <a:p xmlns:a="http://schemas.openxmlformats.org/drawingml/2006/main">
            <a:r>
              <a:t>            "map": "map_2",</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"match_83",</a:t>
            </a:r>
          </a:p>
          <a:p xmlns:a="http://schemas.openxmlformats.org/drawingml/2006/main">
            <a:r>
              <a:t>            "delta": 0.0,</a:t>
            </a:r>
          </a:p>
          <a:p xmlns:a="http://schemas.openxmlformats.org/drawingml/2006/main">
            <a:r>
              <a:t>            "map": "map_2",</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"match_84",</a:t>
            </a:r>
          </a:p>
          <a:p xmlns:a="http://schemas.openxmlformats.org/drawingml/2006/main">
            <a:r>
              <a:t>            "delta": 0.0,</a:t>
            </a:r>
          </a:p>
          <a:p xmlns:a="http://schemas.openxmlformats.org/drawingml/2006/main">
            <a:r>
              <a:t>            "map": "map_3",</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"match_85",</a:t>
            </a:r>
          </a:p>
          <a:p xmlns:a="http://schemas.openxmlformats.org/drawingml/2006/main">
            <a:r>
              <a:t>            "delta": 0.0,</a:t>
            </a:r>
          </a:p>
          <a:p xmlns:a="http://schemas.openxmlformats.org/drawingml/2006/main">
            <a:r>
              <a:t>            "map": "map_3",</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"match_86",</a:t>
            </a:r>
          </a:p>
          <a:p xmlns:a="http://schemas.openxmlformats.org/drawingml/2006/main">
            <a:r>
              <a:t>            "delta": 0.0,</a:t>
            </a:r>
          </a:p>
          <a:p xmlns:a="http://schemas.openxmlformats.org/drawingml/2006/main">
            <a:r>
              <a:t>            "map": "map_3",</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"match_87",</a:t>
            </a:r>
          </a:p>
          <a:p xmlns:a="http://schemas.openxmlformats.org/drawingml/2006/main">
            <a:r>
              <a:t>            "delta": 0.0,</a:t>
            </a:r>
          </a:p>
          <a:p xmlns:a="http://schemas.openxmlformats.org/drawingml/2006/main">
            <a:r>
              <a:t>            "map": "map_3",</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"match_88",</a:t>
            </a:r>
          </a:p>
          <a:p xmlns:a="http://schemas.openxmlformats.org/drawingml/2006/main">
            <a:r>
              <a:t>            "delta": 0.0,</a:t>
            </a:r>
          </a:p>
          <a:p xmlns:a="http://schemas.openxmlformats.org/drawingml/2006/main">
            <a:r>
              <a:t>            "map": "map_3",</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"match_89",</a:t>
            </a:r>
          </a:p>
          <a:p xmlns:a="http://schemas.openxmlformats.org/drawingml/2006/main">
            <a:r>
              <a:t>            "delta": 0.0,</a:t>
            </a:r>
          </a:p>
          <a:p xmlns:a="http://schemas.openxmlformats.org/drawingml/2006/main">
            <a:r>
              <a:t>            "map": "map_3",</a:t>
            </a:r>
          </a:p>
          <a:p xmlns:a="http://schemas.openxmlformats.org/drawingml/2006/main">
            <a:r>
              <a:t>            "opponent": "heavyrush",</a:t>
            </a:r>
          </a:p>
          <a:p xmlns:a="http://schemas.openxmlformats.org/drawingml/2006/main">
            <a:r>
              <a:t>            "parent_candidate_id": "worker_rush_parent",</a:t>
            </a:r>
          </a:p>
          <a:p xmlns:a="http://schemas.openxmlformats.org/drawingml/2006/main">
            <a:r>
              <a:t>            "parent_match_id": "match_89",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"match_90",</a:t>
            </a:r>
          </a:p>
          <a:p xmlns:a="http://schemas.openxmlformats.org/drawingml/2006/main">
            <a:r>
              <a:t>            "delta": 0.0,</a:t>
            </a:r>
          </a:p>
          <a:p xmlns:a="http://schemas.openxmlformats.org/drawingml/2006/main">
            <a:r>
              <a:t>            "map": "map_1",</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"match_94",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"match_91",</a:t>
            </a:r>
          </a:p>
          <a:p xmlns:a="http://schemas.openxmlformats.org/drawingml/2006/main">
            <a:r>
              <a:t>            "delta": 0.0,</a:t>
            </a:r>
          </a:p>
          <a:p xmlns:a="http://schemas.openxmlformats.org/drawingml/2006/main">
            <a:r>
              <a:t>            "map": "map_1",</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"match_95",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"match_92",</a:t>
            </a:r>
          </a:p>
          <a:p xmlns:a="http://schemas.openxmlformats.org/drawingml/2006/main">
            <a:r>
              <a:t>            "delta": 0.0,</a:t>
            </a:r>
          </a:p>
          <a:p xmlns:a="http://schemas.openxmlformats.org/drawingml/2006/main">
            <a:r>
              <a:t>            "map": "map_1",</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"match_94",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"match_93",</a:t>
            </a:r>
          </a:p>
          <a:p xmlns:a="http://schemas.openxmlformats.org/drawingml/2006/main">
            <a:r>
              <a:t>            "delta": 0.0,</a:t>
            </a:r>
          </a:p>
          <a:p xmlns:a="http://schemas.openxmlformats.org/drawingml/2006/main">
            <a:r>
              <a:t>            "map": "map_1",</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"match_95",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"match_94",</a:t>
            </a:r>
          </a:p>
          <a:p xmlns:a="http://schemas.openxmlformats.org/drawingml/2006/main">
            <a:r>
              <a:t>            "delta": 0.0,</a:t>
            </a:r>
          </a:p>
          <a:p xmlns:a="http://schemas.openxmlformats.org/drawingml/2006/main">
            <a:r>
              <a:t>            "map": "map_1",</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"match_94",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"match_95",</a:t>
            </a:r>
          </a:p>
          <a:p xmlns:a="http://schemas.openxmlformats.org/drawingml/2006/main">
            <a:r>
              <a:t>            "delta": 0.0,</a:t>
            </a:r>
          </a:p>
          <a:p xmlns:a="http://schemas.openxmlformats.org/drawingml/2006/main">
            <a:r>
              <a:t>            "map": "map_1",</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"match_95",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"match_96",</a:t>
            </a:r>
          </a:p>
          <a:p xmlns:a="http://schemas.openxmlformats.org/drawingml/2006/main">
            <a:r>
              <a:t>            "delta": 0.0,</a:t>
            </a:r>
          </a:p>
          <a:p xmlns:a="http://schemas.openxmlformats.org/drawingml/2006/main">
            <a:r>
              <a:t>            "map": "map_2",</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"match_97",</a:t>
            </a:r>
          </a:p>
          <a:p xmlns:a="http://schemas.openxmlformats.org/drawingml/2006/main">
            <a:r>
              <a:t>            "delta": 0.0,</a:t>
            </a:r>
          </a:p>
          <a:p xmlns:a="http://schemas.openxmlformats.org/drawingml/2006/main">
            <a:r>
              <a:t>            "map": "map_2",</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"match_98",</a:t>
            </a:r>
          </a:p>
          <a:p xmlns:a="http://schemas.openxmlformats.org/drawingml/2006/main">
            <a:r>
              <a:t>            "delta": 0.0,</a:t>
            </a:r>
          </a:p>
          <a:p xmlns:a="http://schemas.openxmlformats.org/drawingml/2006/main">
            <a:r>
              <a:t>            "map": "map_2",</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"match_99",</a:t>
            </a:r>
          </a:p>
          <a:p xmlns:a="http://schemas.openxmlformats.org/drawingml/2006/main">
            <a:r>
              <a:t>            "delta": 0.0,</a:t>
            </a:r>
          </a:p>
          <a:p xmlns:a="http://schemas.openxmlformats.org/drawingml/2006/main">
            <a:r>
              <a:t>            "map": "map_2",</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"match_100",</a:t>
            </a:r>
          </a:p>
          <a:p xmlns:a="http://schemas.openxmlformats.org/drawingml/2006/main">
            <a:r>
              <a:t>            "delta": 0.0,</a:t>
            </a:r>
          </a:p>
          <a:p xmlns:a="http://schemas.openxmlformats.org/drawingml/2006/main">
            <a:r>
              <a:t>            "map": "map_2",</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"match_101",</a:t>
            </a:r>
          </a:p>
          <a:p xmlns:a="http://schemas.openxmlformats.org/drawingml/2006/main">
            <a:r>
              <a:t>            "delta": 0.0,</a:t>
            </a:r>
          </a:p>
          <a:p xmlns:a="http://schemas.openxmlformats.org/drawingml/2006/main">
            <a:r>
              <a:t>            "map": "map_2",</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"match_102",</a:t>
            </a:r>
          </a:p>
          <a:p xmlns:a="http://schemas.openxmlformats.org/drawingml/2006/main">
            <a:r>
              <a:t>            "delta": 0.0,</a:t>
            </a:r>
          </a:p>
          <a:p xmlns:a="http://schemas.openxmlformats.org/drawingml/2006/main">
            <a:r>
              <a:t>            "map": "map_3",</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"match_103",</a:t>
            </a:r>
          </a:p>
          <a:p xmlns:a="http://schemas.openxmlformats.org/drawingml/2006/main">
            <a:r>
              <a:t>            "delta": 0.0,</a:t>
            </a:r>
          </a:p>
          <a:p xmlns:a="http://schemas.openxmlformats.org/drawingml/2006/main">
            <a:r>
              <a:t>            "map": "map_3",</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"match_104",</a:t>
            </a:r>
          </a:p>
          <a:p xmlns:a="http://schemas.openxmlformats.org/drawingml/2006/main">
            <a:r>
              <a:t>            "delta": 0.0,</a:t>
            </a:r>
          </a:p>
          <a:p xmlns:a="http://schemas.openxmlformats.org/drawingml/2006/main">
            <a:r>
              <a:t>            "map": "map_3",</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"match_105",</a:t>
            </a:r>
          </a:p>
          <a:p xmlns:a="http://schemas.openxmlformats.org/drawingml/2006/main">
            <a:r>
              <a:t>            "delta": 0.0,</a:t>
            </a:r>
          </a:p>
          <a:p xmlns:a="http://schemas.openxmlformats.org/drawingml/2006/main">
            <a:r>
              <a:t>            "map": "map_3",</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"match_106",</a:t>
            </a:r>
          </a:p>
          <a:p xmlns:a="http://schemas.openxmlformats.org/drawingml/2006/main">
            <a:r>
              <a:t>            "delta": 0.0,</a:t>
            </a:r>
          </a:p>
          <a:p xmlns:a="http://schemas.openxmlformats.org/drawingml/2006/main">
            <a:r>
              <a:t>            "map": "map_3",</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"match_107",</a:t>
            </a:r>
          </a:p>
          <a:p xmlns:a="http://schemas.openxmlformats.org/drawingml/2006/main">
            <a:r>
              <a:t>            "delta": 0.0,</a:t>
            </a:r>
          </a:p>
          <a:p xmlns:a="http://schemas.openxmlformats.org/drawingml/2006/main">
            <a:r>
              <a:t>            "map": "map_3",</a:t>
            </a:r>
          </a:p>
          <a:p xmlns:a="http://schemas.openxmlformats.org/drawingml/2006/main">
            <a:r>
              <a:t>            "opponent": "workerrush",</a:t>
            </a:r>
          </a:p>
          <a:p xmlns:a="http://schemas.openxmlformats.org/drawingml/2006/main">
            <a:r>
              <a:t>            "parent_candidate_id": "worker_rush_parent",</a:t>
            </a:r>
          </a:p>
          <a:p xmlns:a="http://schemas.openxmlformats.org/drawingml/2006/main">
            <a:r>
              <a:t>            "parent_match_id": "match_107",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"match_108",</a:t>
            </a:r>
          </a:p>
          <a:p xmlns:a="http://schemas.openxmlformats.org/drawingml/2006/main">
            <a:r>
              <a:t>            "delta": 0.0,</a:t>
            </a:r>
          </a:p>
          <a:p xmlns:a="http://schemas.openxmlformats.org/drawingml/2006/main">
            <a:r>
              <a:t>            "map": "map_1",</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"match_109",</a:t>
            </a:r>
          </a:p>
          <a:p xmlns:a="http://schemas.openxmlformats.org/drawingml/2006/main">
            <a:r>
              <a:t>            "delta": 0.0,</a:t>
            </a:r>
          </a:p>
          <a:p xmlns:a="http://schemas.openxmlformats.org/drawingml/2006/main">
            <a:r>
              <a:t>            "map": "map_1",</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"match_110",</a:t>
            </a:r>
          </a:p>
          <a:p xmlns:a="http://schemas.openxmlformats.org/drawingml/2006/main">
            <a:r>
              <a:t>            "delta": 0.0,</a:t>
            </a:r>
          </a:p>
          <a:p xmlns:a="http://schemas.openxmlformats.org/drawingml/2006/main">
            <a:r>
              <a:t>            "map": "map_1",</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"match_111",</a:t>
            </a:r>
          </a:p>
          <a:p xmlns:a="http://schemas.openxmlformats.org/drawingml/2006/main">
            <a:r>
              <a:t>            "delta": 0.0,</a:t>
            </a:r>
          </a:p>
          <a:p xmlns:a="http://schemas.openxmlformats.org/drawingml/2006/main">
            <a:r>
              <a:t>            "map": "map_1",</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"match_112",</a:t>
            </a:r>
          </a:p>
          <a:p xmlns:a="http://schemas.openxmlformats.org/drawingml/2006/main">
            <a:r>
              <a:t>            "delta": 0.0,</a:t>
            </a:r>
          </a:p>
          <a:p xmlns:a="http://schemas.openxmlformats.org/drawingml/2006/main">
            <a:r>
              <a:t>            "map": "map_1",</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"match_113",</a:t>
            </a:r>
          </a:p>
          <a:p xmlns:a="http://schemas.openxmlformats.org/drawingml/2006/main">
            <a:r>
              <a:t>            "delta": 0.0,</a:t>
            </a:r>
          </a:p>
          <a:p xmlns:a="http://schemas.openxmlformats.org/drawingml/2006/main">
            <a:r>
              <a:t>            "map": "map_1",</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"match_114",</a:t>
            </a:r>
          </a:p>
          <a:p xmlns:a="http://schemas.openxmlformats.org/drawingml/2006/main">
            <a:r>
              <a:t>            "delta": 0.0,</a:t>
            </a:r>
          </a:p>
          <a:p xmlns:a="http://schemas.openxmlformats.org/drawingml/2006/main">
            <a:r>
              <a:t>            "map": "map_2",</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"match_115",</a:t>
            </a:r>
          </a:p>
          <a:p xmlns:a="http://schemas.openxmlformats.org/drawingml/2006/main">
            <a:r>
              <a:t>            "delta": 0.0,</a:t>
            </a:r>
          </a:p>
          <a:p xmlns:a="http://schemas.openxmlformats.org/drawingml/2006/main">
            <a:r>
              <a:t>            "map": "map_2",</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"match_116",</a:t>
            </a:r>
          </a:p>
          <a:p xmlns:a="http://schemas.openxmlformats.org/drawingml/2006/main">
            <a:r>
              <a:t>            "delta": 0.0,</a:t>
            </a:r>
          </a:p>
          <a:p xmlns:a="http://schemas.openxmlformats.org/drawingml/2006/main">
            <a:r>
              <a:t>            "map": "map_2",</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"match_117",</a:t>
            </a:r>
          </a:p>
          <a:p xmlns:a="http://schemas.openxmlformats.org/drawingml/2006/main">
            <a:r>
              <a:t>            "delta": 0.0,</a:t>
            </a:r>
          </a:p>
          <a:p xmlns:a="http://schemas.openxmlformats.org/drawingml/2006/main">
            <a:r>
              <a:t>            "map": "map_2",</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"match_118",</a:t>
            </a:r>
          </a:p>
          <a:p xmlns:a="http://schemas.openxmlformats.org/drawingml/2006/main">
            <a:r>
              <a:t>            "delta": 0.0,</a:t>
            </a:r>
          </a:p>
          <a:p xmlns:a="http://schemas.openxmlformats.org/drawingml/2006/main">
            <a:r>
              <a:t>            "map": "map_2",</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"match_119",</a:t>
            </a:r>
          </a:p>
          <a:p xmlns:a="http://schemas.openxmlformats.org/drawingml/2006/main">
            <a:r>
              <a:t>            "delta": 0.0,</a:t>
            </a:r>
          </a:p>
          <a:p xmlns:a="http://schemas.openxmlformats.org/drawingml/2006/main">
            <a:r>
              <a:t>            "map": "map_2",</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"match_119",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"match_120",</a:t>
            </a:r>
          </a:p>
          <a:p xmlns:a="http://schemas.openxmlformats.org/drawingml/2006/main">
            <a:r>
              <a:t>            "delta": 0.0,</a:t>
            </a:r>
          </a:p>
          <a:p xmlns:a="http://schemas.openxmlformats.org/drawingml/2006/main">
            <a:r>
              <a:t>            "map": "map_3",</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"match_124",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"match_121",</a:t>
            </a:r>
          </a:p>
          <a:p xmlns:a="http://schemas.openxmlformats.org/drawingml/2006/main">
            <a:r>
              <a:t>            "delta": 0.0,</a:t>
            </a:r>
          </a:p>
          <a:p xmlns:a="http://schemas.openxmlformats.org/drawingml/2006/main">
            <a:r>
              <a:t>            "map": "map_3",</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"match_125",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"match_122",</a:t>
            </a:r>
          </a:p>
          <a:p xmlns:a="http://schemas.openxmlformats.org/drawingml/2006/main">
            <a:r>
              <a:t>            "delta": 0.0,</a:t>
            </a:r>
          </a:p>
          <a:p xmlns:a="http://schemas.openxmlformats.org/drawingml/2006/main">
            <a:r>
              <a:t>            "map": "map_3",</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"match_124",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"match_123",</a:t>
            </a:r>
          </a:p>
          <a:p xmlns:a="http://schemas.openxmlformats.org/drawingml/2006/main">
            <a:r>
              <a:t>            "delta": 0.0,</a:t>
            </a:r>
          </a:p>
          <a:p xmlns:a="http://schemas.openxmlformats.org/drawingml/2006/main">
            <a:r>
              <a:t>            "map": "map_3",</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"match_125",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"match_124",</a:t>
            </a:r>
          </a:p>
          <a:p xmlns:a="http://schemas.openxmlformats.org/drawingml/2006/main">
            <a:r>
              <a:t>            "delta": 0.0,</a:t>
            </a:r>
          </a:p>
          <a:p xmlns:a="http://schemas.openxmlformats.org/drawingml/2006/main">
            <a:r>
              <a:t>            "map": "map_3",</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"match_124",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"match_125",</a:t>
            </a:r>
          </a:p>
          <a:p xmlns:a="http://schemas.openxmlformats.org/drawingml/2006/main">
            <a:r>
              <a:t>            "delta": 0.0,</a:t>
            </a:r>
          </a:p>
          <a:p xmlns:a="http://schemas.openxmlformats.org/drawingml/2006/main">
            <a:r>
              <a:t>            "map": "map_3",</a:t>
            </a:r>
          </a:p>
          <a:p xmlns:a="http://schemas.openxmlformats.org/drawingml/2006/main">
            <a:r>
              <a:t>            "opponent": "allinbot",</a:t>
            </a:r>
          </a:p>
          <a:p xmlns:a="http://schemas.openxmlformats.org/drawingml/2006/main">
            <a:r>
              <a:t>            "parent_candidate_id": "worker_rush_parent",</a:t>
            </a:r>
          </a:p>
          <a:p xmlns:a="http://schemas.openxmlformats.org/drawingml/2006/main">
            <a:r>
              <a:t>            "parent_match_id": "match_125",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"match_126",</a:t>
            </a:r>
          </a:p>
          <a:p xmlns:a="http://schemas.openxmlformats.org/drawingml/2006/main">
            <a:r>
              <a:t>            "delta": 0.0,</a:t>
            </a:r>
          </a:p>
          <a:p xmlns:a="http://schemas.openxmlformats.org/drawingml/2006/main">
            <a:r>
              <a:t>            "map": "map_1",</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"match_127",</a:t>
            </a:r>
          </a:p>
          <a:p xmlns:a="http://schemas.openxmlformats.org/drawingml/2006/main">
            <a:r>
              <a:t>            "delta": 0.0,</a:t>
            </a:r>
          </a:p>
          <a:p xmlns:a="http://schemas.openxmlformats.org/drawingml/2006/main">
            <a:r>
              <a:t>            "map": "map_1",</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"match_128",</a:t>
            </a:r>
          </a:p>
          <a:p xmlns:a="http://schemas.openxmlformats.org/drawingml/2006/main">
            <a:r>
              <a:t>            "delta": 0.0,</a:t>
            </a:r>
          </a:p>
          <a:p xmlns:a="http://schemas.openxmlformats.org/drawingml/2006/main">
            <a:r>
              <a:t>            "map": "map_1",</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"match_129",</a:t>
            </a:r>
          </a:p>
          <a:p xmlns:a="http://schemas.openxmlformats.org/drawingml/2006/main">
            <a:r>
              <a:t>            "delta": 0.0,</a:t>
            </a:r>
          </a:p>
          <a:p xmlns:a="http://schemas.openxmlformats.org/drawingml/2006/main">
            <a:r>
              <a:t>            "map": "map_1",</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"match_130",</a:t>
            </a:r>
          </a:p>
          <a:p xmlns:a="http://schemas.openxmlformats.org/drawingml/2006/main">
            <a:r>
              <a:t>            "delta": 0.0,</a:t>
            </a:r>
          </a:p>
          <a:p xmlns:a="http://schemas.openxmlformats.org/drawingml/2006/main">
            <a:r>
              <a:t>            "map": "map_1",</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"match_131",</a:t>
            </a:r>
          </a:p>
          <a:p xmlns:a="http://schemas.openxmlformats.org/drawingml/2006/main">
            <a:r>
              <a:t>            "delta": 0.0,</a:t>
            </a:r>
          </a:p>
          <a:p xmlns:a="http://schemas.openxmlformats.org/drawingml/2006/main">
            <a:r>
              <a:t>            "map": "map_1",</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"match_132",</a:t>
            </a:r>
          </a:p>
          <a:p xmlns:a="http://schemas.openxmlformats.org/drawingml/2006/main">
            <a:r>
              <a:t>            "delta": 0.000933,</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"match_136",</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"match_133",</a:t>
            </a:r>
          </a:p>
          <a:p xmlns:a="http://schemas.openxmlformats.org/drawingml/2006/main">
            <a:r>
              <a:t>            "delta": 0.374676,</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"match_137",</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"match_134",</a:t>
            </a:r>
          </a:p>
          <a:p xmlns:a="http://schemas.openxmlformats.org/drawingml/2006/main">
            <a:r>
              <a:t>            "delta": 0.841776,</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"match_136",</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"match_135",</a:t>
            </a:r>
          </a:p>
          <a:p xmlns:a="http://schemas.openxmlformats.org/drawingml/2006/main">
            <a:r>
              <a:t>            "delta": 0.371047,</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"match_137",</a:t>
            </a:r>
          </a:p>
          <a:p xmlns:a="http://schemas.openxmlformats.org/drawingml/2006/main">
            <a:r>
              <a:t>            "reference": "worker_rush_parent",</a:t>
            </a:r>
          </a:p>
          <a:p xmlns:a="http://schemas.openxmlformats.org/drawingml/2006/main">
            <a:r>
              <a:t>            "relevant_ticks": [],</a:t>
            </a:r>
          </a:p>
          <a:p xmlns:a="http://schemas.openxmlformats.org/drawingml/2006/main">
            <a:r>
              <a:t>            "status": "improved"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"match_136",</a:t>
            </a:r>
          </a:p>
          <a:p xmlns:a="http://schemas.openxmlformats.org/drawingml/2006/main">
            <a:r>
              <a:t>            "delta": 0.0,</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"match_137",</a:t>
            </a:r>
          </a:p>
          <a:p xmlns:a="http://schemas.openxmlformats.org/drawingml/2006/main">
            <a:r>
              <a:t>            "delta": 0.0,</a:t>
            </a:r>
          </a:p>
          <a:p xmlns:a="http://schemas.openxmlformats.org/drawingml/2006/main">
            <a:r>
              <a:t>            "map": "map_2",</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"match_137",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"match_138",</a:t>
            </a:r>
          </a:p>
          <a:p xmlns:a="http://schemas.openxmlformats.org/drawingml/2006/main">
            <a:r>
              <a:t>            "delta": 0.0,</a:t>
            </a:r>
          </a:p>
          <a:p xmlns:a="http://schemas.openxmlformats.org/drawingml/2006/main">
            <a:r>
              <a:t>            "map": "map_3",</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"match_142",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"match_139",</a:t>
            </a:r>
          </a:p>
          <a:p xmlns:a="http://schemas.openxmlformats.org/drawingml/2006/main">
            <a:r>
              <a:t>            "delta": 0.0,</a:t>
            </a:r>
          </a:p>
          <a:p xmlns:a="http://schemas.openxmlformats.org/drawingml/2006/main">
            <a:r>
              <a:t>            "map": "map_3",</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"match_143",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"match_140",</a:t>
            </a:r>
          </a:p>
          <a:p xmlns:a="http://schemas.openxmlformats.org/drawingml/2006/main">
            <a:r>
              <a:t>            "delta": 0.0,</a:t>
            </a:r>
          </a:p>
          <a:p xmlns:a="http://schemas.openxmlformats.org/drawingml/2006/main">
            <a:r>
              <a:t>            "map": "map_3",</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"match_142",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"match_141",</a:t>
            </a:r>
          </a:p>
          <a:p xmlns:a="http://schemas.openxmlformats.org/drawingml/2006/main">
            <a:r>
              <a:t>            "delta": 0.0,</a:t>
            </a:r>
          </a:p>
          <a:p xmlns:a="http://schemas.openxmlformats.org/drawingml/2006/main">
            <a:r>
              <a:t>            "map": "map_3",</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"match_143",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"match_142",</a:t>
            </a:r>
          </a:p>
          <a:p xmlns:a="http://schemas.openxmlformats.org/drawingml/2006/main">
            <a:r>
              <a:t>            "delta": 0.0,</a:t>
            </a:r>
          </a:p>
          <a:p xmlns:a="http://schemas.openxmlformats.org/drawingml/2006/main">
            <a:r>
              <a:t>            "map": "map_3",</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"match_142",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"match_143",</a:t>
            </a:r>
          </a:p>
          <a:p xmlns:a="http://schemas.openxmlformats.org/drawingml/2006/main">
            <a:r>
              <a:t>            "delta": 0.0,</a:t>
            </a:r>
          </a:p>
          <a:p xmlns:a="http://schemas.openxmlformats.org/drawingml/2006/main">
            <a:r>
              <a:t>            "map": "map_3",</a:t>
            </a:r>
          </a:p>
          <a:p xmlns:a="http://schemas.openxmlformats.org/drawingml/2006/main">
            <a:r>
              <a:t>            "opponent": "mayari",</a:t>
            </a:r>
          </a:p>
          <a:p xmlns:a="http://schemas.openxmlformats.org/drawingml/2006/main">
            <a:r>
              <a:t>            "parent_candidate_id": "worker_rush_parent",</a:t>
            </a:r>
          </a:p>
          <a:p xmlns:a="http://schemas.openxmlformats.org/drawingml/2006/main">
            <a:r>
              <a:t>            "parent_match_id": "match_143",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"match_144",</a:t>
            </a:r>
          </a:p>
          <a:p xmlns:a="http://schemas.openxmlformats.org/drawingml/2006/main">
            <a:r>
              <a:t>            "delta": 0.0,</a:t>
            </a:r>
          </a:p>
          <a:p xmlns:a="http://schemas.openxmlformats.org/drawingml/2006/main">
            <a:r>
              <a:t>            "map": "map_1",</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"match_148",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"match_145",</a:t>
            </a:r>
          </a:p>
          <a:p xmlns:a="http://schemas.openxmlformats.org/drawingml/2006/main">
            <a:r>
              <a:t>            "delta": 0.0,</a:t>
            </a:r>
          </a:p>
          <a:p xmlns:a="http://schemas.openxmlformats.org/drawingml/2006/main">
            <a:r>
              <a:t>            "map": "map_1",</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"match_149",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"match_146",</a:t>
            </a:r>
          </a:p>
          <a:p xmlns:a="http://schemas.openxmlformats.org/drawingml/2006/main">
            <a:r>
              <a:t>            "delta": 0.0,</a:t>
            </a:r>
          </a:p>
          <a:p xmlns:a="http://schemas.openxmlformats.org/drawingml/2006/main">
            <a:r>
              <a:t>            "map": "map_1",</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"match_148",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"match_147",</a:t>
            </a:r>
          </a:p>
          <a:p xmlns:a="http://schemas.openxmlformats.org/drawingml/2006/main">
            <a:r>
              <a:t>            "delta": 0.0,</a:t>
            </a:r>
          </a:p>
          <a:p xmlns:a="http://schemas.openxmlformats.org/drawingml/2006/main">
            <a:r>
              <a:t>            "map": "map_1",</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"match_149",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"match_148",</a:t>
            </a:r>
          </a:p>
          <a:p xmlns:a="http://schemas.openxmlformats.org/drawingml/2006/main">
            <a:r>
              <a:t>            "delta": 0.0,</a:t>
            </a:r>
          </a:p>
          <a:p xmlns:a="http://schemas.openxmlformats.org/drawingml/2006/main">
            <a:r>
              <a:t>            "map": "map_1",</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"match_148",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"match_149",</a:t>
            </a:r>
          </a:p>
          <a:p xmlns:a="http://schemas.openxmlformats.org/drawingml/2006/main">
            <a:r>
              <a:t>            "delta": 0.0,</a:t>
            </a:r>
          </a:p>
          <a:p xmlns:a="http://schemas.openxmlformats.org/drawingml/2006/main">
            <a:r>
              <a:t>            "map": "map_1",</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"match_149",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"match_150",</a:t>
            </a:r>
          </a:p>
          <a:p xmlns:a="http://schemas.openxmlformats.org/drawingml/2006/main">
            <a:r>
              <a:t>            "delta": 0.0,</a:t>
            </a:r>
          </a:p>
          <a:p xmlns:a="http://schemas.openxmlformats.org/drawingml/2006/main">
            <a:r>
              <a:t>            "map": "map_2",</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"match_154",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"match_151",</a:t>
            </a:r>
          </a:p>
          <a:p xmlns:a="http://schemas.openxmlformats.org/drawingml/2006/main">
            <a:r>
              <a:t>            "delta": 0.0,</a:t>
            </a:r>
          </a:p>
          <a:p xmlns:a="http://schemas.openxmlformats.org/drawingml/2006/main">
            <a:r>
              <a:t>            "map": "map_2",</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"match_155",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"match_152",</a:t>
            </a:r>
          </a:p>
          <a:p xmlns:a="http://schemas.openxmlformats.org/drawingml/2006/main">
            <a:r>
              <a:t>            "delta": 0.0,</a:t>
            </a:r>
          </a:p>
          <a:p xmlns:a="http://schemas.openxmlformats.org/drawingml/2006/main">
            <a:r>
              <a:t>            "map": "map_2",</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"match_154",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"match_153",</a:t>
            </a:r>
          </a:p>
          <a:p xmlns:a="http://schemas.openxmlformats.org/drawingml/2006/main">
            <a:r>
              <a:t>            "delta": 0.0,</a:t>
            </a:r>
          </a:p>
          <a:p xmlns:a="http://schemas.openxmlformats.org/drawingml/2006/main">
            <a:r>
              <a:t>            "map": "map_2",</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"match_155",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"match_154",</a:t>
            </a:r>
          </a:p>
          <a:p xmlns:a="http://schemas.openxmlformats.org/drawingml/2006/main">
            <a:r>
              <a:t>            "delta": 0.0,</a:t>
            </a:r>
          </a:p>
          <a:p xmlns:a="http://schemas.openxmlformats.org/drawingml/2006/main">
            <a:r>
              <a:t>            "map": "map_2",</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"match_154",</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"match_155",</a:t>
            </a:r>
          </a:p>
          <a:p xmlns:a="http://schemas.openxmlformats.org/drawingml/2006/main">
            <a:r>
              <a:t>            "delta": 0.0,</a:t>
            </a:r>
          </a:p>
          <a:p xmlns:a="http://schemas.openxmlformats.org/drawingml/2006/main">
            <a:r>
              <a:t>            "map": "map_2",</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"match_155",</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"match_156",</a:t>
            </a:r>
          </a:p>
          <a:p xmlns:a="http://schemas.openxmlformats.org/drawingml/2006/main">
            <a:r>
              <a:t>            "delta": 0.0,</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"match_157",</a:t>
            </a:r>
          </a:p>
          <a:p xmlns:a="http://schemas.openxmlformats.org/drawingml/2006/main">
            <a:r>
              <a:t>            "delta": -0.082724,</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"match_161",</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"match_158",</a:t>
            </a:r>
          </a:p>
          <a:p xmlns:a="http://schemas.openxmlformats.org/drawingml/2006/main">
            <a:r>
              <a:t>            "delta": 0.0,</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"match_159",</a:t>
            </a:r>
          </a:p>
          <a:p xmlns:a="http://schemas.openxmlformats.org/drawingml/2006/main">
            <a:r>
              <a:t>            "delta": -0.082724,</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"match_161",</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"match_160",</a:t>
            </a:r>
          </a:p>
          <a:p xmlns:a="http://schemas.openxmlformats.org/drawingml/2006/main">
            <a:r>
              <a:t>            "delta": 0.0,</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"match_160",</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"match_161",</a:t>
            </a:r>
          </a:p>
          <a:p xmlns:a="http://schemas.openxmlformats.org/drawingml/2006/main">
            <a:r>
              <a:t>            "delta": 0.0,</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"match_161",</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"match_162",</a:t>
            </a:r>
          </a:p>
          <a:p xmlns:a="http://schemas.openxmlformats.org/drawingml/2006/main">
            <a:r>
              <a:t>            "delta": 0.0,</a:t>
            </a:r>
          </a:p>
          <a:p xmlns:a="http://schemas.openxmlformats.org/drawingml/2006/main">
            <a:r>
              <a:t>            "map": "map_1",</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"match_166",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"match_163",</a:t>
            </a:r>
          </a:p>
          <a:p xmlns:a="http://schemas.openxmlformats.org/drawingml/2006/main">
            <a:r>
              <a:t>            "delta": 0.0,</a:t>
            </a:r>
          </a:p>
          <a:p xmlns:a="http://schemas.openxmlformats.org/drawingml/2006/main">
            <a:r>
              <a:t>            "map": "map_1",</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"match_167",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"match_164",</a:t>
            </a:r>
          </a:p>
          <a:p xmlns:a="http://schemas.openxmlformats.org/drawingml/2006/main">
            <a:r>
              <a:t>            "delta": 0.0,</a:t>
            </a:r>
          </a:p>
          <a:p xmlns:a="http://schemas.openxmlformats.org/drawingml/2006/main">
            <a:r>
              <a:t>            "map": "map_1",</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"match_166",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"match_165",</a:t>
            </a:r>
          </a:p>
          <a:p xmlns:a="http://schemas.openxmlformats.org/drawingml/2006/main">
            <a:r>
              <a:t>            "delta": 0.0,</a:t>
            </a:r>
          </a:p>
          <a:p xmlns:a="http://schemas.openxmlformats.org/drawingml/2006/main">
            <a:r>
              <a:t>            "map": "map_1",</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"match_167",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"match_166",</a:t>
            </a:r>
          </a:p>
          <a:p xmlns:a="http://schemas.openxmlformats.org/drawingml/2006/main">
            <a:r>
              <a:t>            "delta": 0.0,</a:t>
            </a:r>
          </a:p>
          <a:p xmlns:a="http://schemas.openxmlformats.org/drawingml/2006/main">
            <a:r>
              <a:t>            "map": "map_1",</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"match_166",</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"match_167",</a:t>
            </a:r>
          </a:p>
          <a:p xmlns:a="http://schemas.openxmlformats.org/drawingml/2006/main">
            <a:r>
              <a:t>            "delta": 0.0,</a:t>
            </a:r>
          </a:p>
          <a:p xmlns:a="http://schemas.openxmlformats.org/drawingml/2006/main">
            <a:r>
              <a:t>            "map": "map_1",</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"match_167",</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"match_168",</a:t>
            </a:r>
          </a:p>
          <a:p xmlns:a="http://schemas.openxmlformats.org/drawingml/2006/main">
            <a:r>
              <a:t>            "delta": 0.0,</a:t>
            </a:r>
          </a:p>
          <a:p xmlns:a="http://schemas.openxmlformats.org/drawingml/2006/main">
            <a:r>
              <a:t>            "map": "map_2",</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"match_169",</a:t>
            </a:r>
          </a:p>
          <a:p xmlns:a="http://schemas.openxmlformats.org/drawingml/2006/main">
            <a:r>
              <a:t>            "delta": 0.0,</a:t>
            </a:r>
          </a:p>
          <a:p xmlns:a="http://schemas.openxmlformats.org/drawingml/2006/main">
            <a:r>
              <a:t>            "map": "map_2",</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"match_170",</a:t>
            </a:r>
          </a:p>
          <a:p xmlns:a="http://schemas.openxmlformats.org/drawingml/2006/main">
            <a:r>
              <a:t>            "delta": 0.0,</a:t>
            </a:r>
          </a:p>
          <a:p xmlns:a="http://schemas.openxmlformats.org/drawingml/2006/main">
            <a:r>
              <a:t>            "map": "map_2",</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"match_171",</a:t>
            </a:r>
          </a:p>
          <a:p xmlns:a="http://schemas.openxmlformats.org/drawingml/2006/main">
            <a:r>
              <a:t>            "delta": 0.0,</a:t>
            </a:r>
          </a:p>
          <a:p xmlns:a="http://schemas.openxmlformats.org/drawingml/2006/main">
            <a:r>
              <a:t>            "map": "map_2",</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"match_172",</a:t>
            </a:r>
          </a:p>
          <a:p xmlns:a="http://schemas.openxmlformats.org/drawingml/2006/main">
            <a:r>
              <a:t>            "delta": 0.0,</a:t>
            </a:r>
          </a:p>
          <a:p xmlns:a="http://schemas.openxmlformats.org/drawingml/2006/main">
            <a:r>
              <a:t>            "map": "map_2",</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"match_172",</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"match_173",</a:t>
            </a:r>
          </a:p>
          <a:p xmlns:a="http://schemas.openxmlformats.org/drawingml/2006/main">
            <a:r>
              <a:t>            "delta": 0.0,</a:t>
            </a:r>
          </a:p>
          <a:p xmlns:a="http://schemas.openxmlformats.org/drawingml/2006/main">
            <a:r>
              <a:t>            "map": "map_2",</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"match_173",</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"match_174",</a:t>
            </a:r>
          </a:p>
          <a:p xmlns:a="http://schemas.openxmlformats.org/drawingml/2006/main">
            <a:r>
              <a:t>            "delta": 0.0,</a:t>
            </a:r>
          </a:p>
          <a:p xmlns:a="http://schemas.openxmlformats.org/drawingml/2006/main">
            <a:r>
              <a:t>            "map": "map_3",</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"match_175",</a:t>
            </a:r>
          </a:p>
          <a:p xmlns:a="http://schemas.openxmlformats.org/drawingml/2006/main">
            <a:r>
              <a:t>            "delta": 0.0,</a:t>
            </a:r>
          </a:p>
          <a:p xmlns:a="http://schemas.openxmlformats.org/drawingml/2006/main">
            <a:r>
              <a:t>            "map": "map_3",</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"match_176",</a:t>
            </a:r>
          </a:p>
          <a:p xmlns:a="http://schemas.openxmlformats.org/drawingml/2006/main">
            <a:r>
              <a:t>            "delta": 0.0,</a:t>
            </a:r>
          </a:p>
          <a:p xmlns:a="http://schemas.openxmlformats.org/drawingml/2006/main">
            <a:r>
              <a:t>            "map": "map_3",</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"match_177",</a:t>
            </a:r>
          </a:p>
          <a:p xmlns:a="http://schemas.openxmlformats.org/drawingml/2006/main">
            <a:r>
              <a:t>            "delta": 0.0,</a:t>
            </a:r>
          </a:p>
          <a:p xmlns:a="http://schemas.openxmlformats.org/drawingml/2006/main">
            <a:r>
              <a:t>            "map": "map_3",</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"match_178",</a:t>
            </a:r>
          </a:p>
          <a:p xmlns:a="http://schemas.openxmlformats.org/drawingml/2006/main">
            <a:r>
              <a:t>            "delta": 0.0,</a:t>
            </a:r>
          </a:p>
          <a:p xmlns:a="http://schemas.openxmlformats.org/drawingml/2006/main">
            <a:r>
              <a:t>            "map": "map_3",</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"match_178",</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"match_179",</a:t>
            </a:r>
          </a:p>
          <a:p xmlns:a="http://schemas.openxmlformats.org/drawingml/2006/main">
            <a:r>
              <a:t>            "delta": 0.0,</a:t>
            </a:r>
          </a:p>
          <a:p xmlns:a="http://schemas.openxmlformats.org/drawingml/2006/main">
            <a:r>
              <a:t>            "map": "map_3",</a:t>
            </a:r>
          </a:p>
          <a:p xmlns:a="http://schemas.openxmlformats.org/drawingml/2006/main">
            <a:r>
              <a:t>            "opponent": "tma",</a:t>
            </a:r>
          </a:p>
          <a:p xmlns:a="http://schemas.openxmlformats.org/drawingml/2006/main">
            <a:r>
              <a:t>            "parent_candidate_id": "worker_rush_parent",</a:t>
            </a:r>
          </a:p>
          <a:p xmlns:a="http://schemas.openxmlformats.org/drawingml/2006/main">
            <a:r>
              <a:t>            "parent_match_id": "match_179",</a:t>
            </a:r>
          </a:p>
          <a:p xmlns:a="http://schemas.openxmlformats.org/drawingml/2006/main">
            <a:r>
              <a:t>            "reference": "worker_rush_parent",</a:t>
            </a:r>
          </a:p>
          <a:p xmlns:a="http://schemas.openxmlformats.org/drawingml/2006/main">
            <a:r>
              <a:t>            "relevant_ticks": [],</a:t>
            </a:r>
          </a:p>
          <a:p xmlns:a="http://schemas.openxmlformats.org/drawingml/2006/main">
            <a:r>
              <a:t>            "status": "unchanged"</a:t>
            </a:r>
          </a:p>
          <a:p xmlns:a="http://schemas.openxmlformats.org/drawingml/2006/main">
            <a:r>
              <a:t>          }</a:t>
            </a:r>
          </a:p>
          <a:p xmlns:a="http://schemas.openxmlformats.org/drawingml/2006/main">
            <a:r>
              <a:t>        ],</a:t>
            </a:r>
          </a:p>
          <a:p xmlns:a="http://schemas.openxmlformats.org/drawingml/2006/main">
            <a:r>
              <a:t>        "regressed":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"match_21",</a:t>
            </a:r>
          </a:p>
          <a:p xmlns:a="http://schemas.openxmlformats.org/drawingml/2006/main">
            <a:r>
              <a:t>            "delta": -2.911703,</a:t>
            </a:r>
          </a:p>
          <a:p xmlns:a="http://schemas.openxmlformats.org/drawingml/2006/main">
            <a:r>
              <a:t>            "map": "map_1",</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"match_23",</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"match_25",</a:t>
            </a:r>
          </a:p>
          <a:p xmlns:a="http://schemas.openxmlformats.org/drawingml/2006/main">
            <a:r>
              <a:t>            "delta": -1.732499,</a:t>
            </a:r>
          </a:p>
          <a:p xmlns:a="http://schemas.openxmlformats.org/drawingml/2006/main">
            <a:r>
              <a:t>            "map": "map_2",</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"match_29",</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"match_30",</a:t>
            </a:r>
          </a:p>
          <a:p xmlns:a="http://schemas.openxmlformats.org/drawingml/2006/main">
            <a:r>
              <a:t>            "delta": -1.164926,</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"match_34",</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"match_32",</a:t>
            </a:r>
          </a:p>
          <a:p xmlns:a="http://schemas.openxmlformats.org/drawingml/2006/main">
            <a:r>
              <a:t>            "delta": -0.83732,</a:t>
            </a:r>
          </a:p>
          <a:p xmlns:a="http://schemas.openxmlformats.org/drawingml/2006/main">
            <a:r>
              <a:t>            "map": "map_3",</a:t>
            </a:r>
          </a:p>
          <a:p xmlns:a="http://schemas.openxmlformats.org/drawingml/2006/main">
            <a:r>
              <a:t>            "opponent": "random",</a:t>
            </a:r>
          </a:p>
          <a:p xmlns:a="http://schemas.openxmlformats.org/drawingml/2006/main">
            <a:r>
              <a:t>            "parent_candidate_id": "worker_rush_parent",</a:t>
            </a:r>
          </a:p>
          <a:p xmlns:a="http://schemas.openxmlformats.org/drawingml/2006/main">
            <a:r>
              <a:t>            "parent_match_id": "match_34",</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"match_39",</a:t>
            </a:r>
          </a:p>
          <a:p xmlns:a="http://schemas.openxmlformats.org/drawingml/2006/main">
            <a:r>
              <a:t>            "delta": -0.457126,</a:t>
            </a:r>
          </a:p>
          <a:p xmlns:a="http://schemas.openxmlformats.org/drawingml/2006/main">
            <a:r>
              <a:t>            "map": "map_1",</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"match_41",</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"p0",</a:t>
            </a:r>
          </a:p>
          <a:p xmlns:a="http://schemas.openxmlformats.org/drawingml/2006/main">
            <a:r>
              <a:t>            "child_candidate_id": "worker_rush_parent",</a:t>
            </a:r>
          </a:p>
          <a:p xmlns:a="http://schemas.openxmlformats.org/drawingml/2006/main">
            <a:r>
              <a:t>            "child_match_id": "match_42",</a:t>
            </a:r>
          </a:p>
          <a:p xmlns:a="http://schemas.openxmlformats.org/drawingml/2006/main">
            <a:r>
              <a:t>            "delta": -1.182114,</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"match_46",</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"match_43",</a:t>
            </a:r>
          </a:p>
          <a:p xmlns:a="http://schemas.openxmlformats.org/drawingml/2006/main">
            <a:r>
              <a:t>            "delta": -0.224205,</a:t>
            </a:r>
          </a:p>
          <a:p xmlns:a="http://schemas.openxmlformats.org/drawingml/2006/main">
            <a:r>
              <a:t>            "map": "map_2",</a:t>
            </a:r>
          </a:p>
          <a:p xmlns:a="http://schemas.openxmlformats.org/drawingml/2006/main">
            <a:r>
              <a:t>            "opponent": "randombias",</a:t>
            </a:r>
          </a:p>
          <a:p xmlns:a="http://schemas.openxmlformats.org/drawingml/2006/main">
            <a:r>
              <a:t>            "parent_candidate_id": "worker_rush_parent",</a:t>
            </a:r>
          </a:p>
          <a:p xmlns:a="http://schemas.openxmlformats.org/drawingml/2006/main">
            <a:r>
              <a:t>            "parent_match_id": "match_47",</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"match_157",</a:t>
            </a:r>
          </a:p>
          <a:p xmlns:a="http://schemas.openxmlformats.org/drawingml/2006/main">
            <a:r>
              <a:t>            "delta": -0.082724,</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"match_161",</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"candidate_side": "p1",</a:t>
            </a:r>
          </a:p>
          <a:p xmlns:a="http://schemas.openxmlformats.org/drawingml/2006/main">
            <a:r>
              <a:t>            "child_candidate_id": "worker_rush_parent",</a:t>
            </a:r>
          </a:p>
          <a:p xmlns:a="http://schemas.openxmlformats.org/drawingml/2006/main">
            <a:r>
              <a:t>            "child_match_id": "match_159",</a:t>
            </a:r>
          </a:p>
          <a:p xmlns:a="http://schemas.openxmlformats.org/drawingml/2006/main">
            <a:r>
              <a:t>            "delta": -0.082724,</a:t>
            </a:r>
          </a:p>
          <a:p xmlns:a="http://schemas.openxmlformats.org/drawingml/2006/main">
            <a:r>
              <a:t>            "map": "map_3",</a:t>
            </a:r>
          </a:p>
          <a:p xmlns:a="http://schemas.openxmlformats.org/drawingml/2006/main">
            <a:r>
              <a:t>            "opponent": "coac",</a:t>
            </a:r>
          </a:p>
          <a:p xmlns:a="http://schemas.openxmlformats.org/drawingml/2006/main">
            <a:r>
              <a:t>            "parent_candidate_id": "worker_rush_parent",</a:t>
            </a:r>
          </a:p>
          <a:p xmlns:a="http://schemas.openxmlformats.org/drawingml/2006/main">
            <a:r>
              <a:t>            "parent_match_id": "match_161",</a:t>
            </a:r>
          </a:p>
          <a:p xmlns:a="http://schemas.openxmlformats.org/drawingml/2006/main">
            <a:r>
              <a:t>            "reference": "worker_rush_parent",</a:t>
            </a:r>
          </a:p>
          <a:p xmlns:a="http://schemas.openxmlformats.org/drawingml/2006/main">
            <a:r>
              <a:t>            "relevant_ticks": [],</a:t>
            </a:r>
          </a:p>
          <a:p xmlns:a="http://schemas.openxmlformats.org/drawingml/2006/main">
            <a:r>
              <a:t>            "status": "regressed"</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"parent_strategy_prompt": "Use a continuous Worker-rush policy.\n\nEvery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REFLECTION RAW RESPONSE</a:t>
            </a:r>
          </a:p>
          <a:p xmlns:a="http://schemas.openxmlformats.org/drawingml/2006/main">
            <a:r>
              <a:t>```json</a:t>
            </a:r>
          </a:p>
          <a:p xmlns:a="http://schemas.openxmlformats.org/drawingml/2006/main">
            <a:r>
              <a:t>{</a:t>
            </a:r>
          </a:p>
          <a:p xmlns:a="http://schemas.openxmlformats.org/drawingml/2006/main">
            <a:r>
              <a:t>  "strategy_changes": {</a:t>
            </a:r>
          </a:p>
          <a:p xmlns:a="http://schemas.openxmlformats.org/drawingml/2006/main">
            <a:r>
              <a:t>    "preserved": [</a:t>
            </a:r>
          </a:p>
          <a:p xmlns:a="http://schemas.openxmlformats.org/drawingml/2006/main">
            <a:r>
              <a:t>      "Continuous Worker production whenever resources allow",</a:t>
            </a:r>
          </a:p>
          <a:p xmlns:a="http://schemas.openxmlformats.org/drawingml/2006/main">
            <a:r>
              <a:t>      "Dedicated one Worker per Base to harvest nearest reachable resource and return it to Base",</a:t>
            </a:r>
          </a:p>
          <a:p xmlns:a="http://schemas.openxmlformats.org/drawingml/2006/main">
            <a:r>
              <a:t>      "Aggressive expansion toward enemy Base or nearest enemy unit/structure",</a:t>
            </a:r>
          </a:p>
          <a:p xmlns:a="http://schemas.openxmlformats.org/drawingml/2006/main">
            <a:r>
              <a:t>      "Prioritization of immediate enemy Base targeting when visible"</a:t>
            </a:r>
          </a:p>
          <a:p xmlns:a="http://schemas.openxmlformats.org/drawingml/2006/main">
            <a:r>
              <a:t>    ],</a:t>
            </a:r>
          </a:p>
          <a:p xmlns:a="http://schemas.openxmlformats.org/drawingml/2006/main">
            <a:r>
              <a:t>    "removed_or_reduced": [</a:t>
            </a:r>
          </a:p>
          <a:p xmlns:a="http://schemas.openxmlformats.org/drawingml/2006/main">
            <a:r>
              <a:t>      "No defensive structures (Barracks) built under any circumstances",</a:t>
            </a:r>
          </a:p>
          <a:p xmlns:a="http://schemas.openxmlformats.org/drawingml/2006/main">
            <a:r>
              <a:t>      "No production of non-Worker combat units (Lights, Heavies, etc.)",</a:t>
            </a:r>
          </a:p>
          <a:p xmlns:a="http://schemas.openxmlformats.org/drawingml/2006/main">
            <a:r>
              <a:t>      "No adaptive defensive responses to enemy threats",</a:t>
            </a:r>
          </a:p>
          <a:p xmlns:a="http://schemas.openxmlformats.org/drawingml/2006/main">
            <a:r>
              <a:t>      "No resource node defense or storage mechanisms",</a:t>
            </a:r>
          </a:p>
          <a:p xmlns:a="http://schemas.openxmlformats.org/drawingml/2006/main">
            <a:r>
              <a:t>      "No conditional branching for opponent-specific responses"</a:t>
            </a:r>
          </a:p>
          <a:p xmlns:a="http://schemas.openxmlformats.org/drawingml/2006/main">
            <a:r>
              <a:t>    ],</a:t>
            </a:r>
          </a:p>
          <a:p xmlns:a="http://schemas.openxmlformats.org/drawingml/2006/main">
            <a:r>
              <a:t>    "added_or_strengthened": [</a:t>
            </a:r>
          </a:p>
          <a:p xmlns:a="http://schemas.openxmlformats.org/drawingml/2006/main">
            <a:r>
              <a:t>      "Immediate Barracks construction if any enemy unit (Worker, Light, Heavy, Ranged) is detected within 3 tiles of a Base or resource node. Prioritize Barracks placement on the nearest tile to the threat.",</a:t>
            </a:r>
          </a:p>
          <a:p xmlns:a="http://schemas.openxmlformats.org/drawingml/2006/main">
            <a:r>
              <a:t>      "If Barracks is constructed, produce 2 combat units (Lights or Heavies, prioritizing Lights for early-game) immediately upon completion. Redirect 1 Worker per Base to defend the Barracks and Base perimeter until combat units are available.",</a:t>
            </a:r>
          </a:p>
          <a:p xmlns:a="http://schemas.openxmlformats.org/drawingml/2006/main">
            <a:r>
              <a:t>      "If enemy Base is under attack or Base HP is below 50%, redirect all non-harvesting Workers to defend the Base. If no enemy threat is visible, prioritize resource collection and production.",</a:t>
            </a:r>
          </a:p>
          <a:p xmlns:a="http://schemas.openxmlformats.org/drawingml/2006/main">
            <a:r>
              <a:t>      "If opponent produces Barracks or combat units (detected via unit production or Barracks construction), transition to a mixed strategy: 50% Workers for resource collection/expansion, 30% Workers for direct Base assault, and 20% combat units for defense/offense.",</a:t>
            </a:r>
          </a:p>
          <a:p xmlns:a="http://schemas.openxmlformats.org/drawingml/2006/main">
            <a:r>
              <a:t>      "If opponent lacks Barracks or combat units (no visible Barracks and no enemy combat units), maintain pure Worker-rush with 100% Workers for resource collection and Base assault.",</a:t>
            </a:r>
          </a:p>
          <a:p xmlns:a="http://schemas.openxmlformats.org/drawingml/2006/main">
            <a:r>
              <a:t>      "If a Worker is destroyed while harvesting, immediately replace it by redirecting a non-combat Worker to the nearest resource node. If no Workers are available, halt production until a Worker can be allocated to harvesting.",</a:t>
            </a:r>
          </a:p>
          <a:p xmlns:a="http://schemas.openxmlformats.org/drawingml/2006/main">
            <a:r>
              <a:t>      "If resource storage (e.g., Base HP) is below 20% and no enemy threat is visible, prioritize resource collection over expansion until Base is fortified."</a:t>
            </a:r>
          </a:p>
          <a:p xmlns:a="http://schemas.openxmlformats.org/drawingml/2006/main">
            <a:r>
              <a:t>    ]</a:t>
            </a:r>
          </a:p>
          <a:p xmlns:a="http://schemas.openxmlformats.org/drawingml/2006/main">
            <a:r>
              <a:t>  },</a:t>
            </a:r>
          </a:p>
          <a:p xmlns:a="http://schemas.openxmlformats.org/drawingml/2006/main">
            <a:r>
              <a:t>  "strategy_signature": {</a:t>
            </a:r>
          </a:p>
          <a:p xmlns:a="http://schemas.openxmlformats.org/drawingml/2006/main">
            <a:r>
              <a:t>    "opening": "Continuous Worker production with immediate Barracks construction upon threat detection",</a:t>
            </a:r>
          </a:p>
          <a:p xmlns:a="http://schemas.openxmlformats.org/drawingml/2006/main">
            <a:r>
              <a:t>    "economy": "Balanced resource collection and adaptive production scaling",</a:t>
            </a:r>
          </a:p>
          <a:p xmlns:a="http://schemas.openxmlformats.org/drawingml/2006/main">
            <a:r>
              <a:t>    "production": "Worker-first with conditional Barracks/combat unit production",</a:t>
            </a:r>
          </a:p>
          <a:p xmlns:a="http://schemas.openxmlformats.org/drawingml/2006/main">
            <a:r>
              <a:t>    "attack_timing": "Early aggressive Base assault with adaptive transition to mixed strategy",</a:t>
            </a:r>
          </a:p>
          <a:p xmlns:a="http://schemas.openxmlformats.org/drawingml/2006/main">
            <a:r>
              <a:t>    "combat_style": "Worker dominance with hybrid combat units (Lights/Heavies) for defense/offense",</a:t>
            </a:r>
          </a:p>
          <a:p xmlns:a="http://schemas.openxmlformats.org/drawingml/2006/main">
            <a:r>
              <a:t>    "expansion": "Aggressive territorial control with conditional defensive focus",</a:t>
            </a:r>
          </a:p>
          <a:p xmlns:a="http://schemas.openxmlformats.org/drawingml/2006/main">
            <a:r>
              <a:t>    "defense": "Proactive Barracks placement and combat unit deployment upon threat detection",</a:t>
            </a:r>
          </a:p>
          <a:p xmlns:a="http://schemas.openxmlformats.org/drawingml/2006/main">
            <a:r>
              <a:t>    "target_priority": "Enemy Base &gt; enemy combat units &gt; resource nodes (defensive priority)"</a:t>
            </a:r>
          </a:p>
          <a:p xmlns:a="http://schemas.openxmlformats.org/drawingml/2006/main">
            <a:r>
              <a:t>  },</a:t>
            </a:r>
          </a:p>
          <a:p xmlns:a="http://schemas.openxmlformats.org/drawingml/2006/main">
            <a:r>
              <a:t>  "parent_strategy_prompt": "Use a continuous Worker-rush policy.\n\nEvery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r>
              <a:t>  "new_strategy_prompt": "</a:t>
            </a:r>
          </a:p>
          <a:p xmlns:a="http://schemas.openxmlformats.org/drawingml/2006/main">
            <a:r>
              <a:t>  **Core Strategy: Adaptive Worker-Rush with Conditional Hybrid Production**</a:t>
            </a:r>
          </a:p>
          <a:p xmlns:a="http://schemas.openxmlformats.org/drawingml/2006/main">
            <a:r>
              <a:t>  Every Base continuously produces Workers whenever resources allow. Maintain one Worker per Base to harvest the nearest reachable resource and return it to the Base to sustain production. All additional Workers advance toward the enemy Base or nearest enemy unit/structure.</a:t>
            </a:r>
          </a:p>
          <a:p xmlns:a="http://schemas.openxmlformats.org/drawingml/2006/main">
            <a:r>
              <a:t/>
            </a:r>
          </a:p>
          <a:p xmlns:a="http://schemas.openxmlformats.org/drawingml/2006/main">
            <a:r>
              <a:t>  **Defensive Adaptation Rules:**</a:t>
            </a:r>
          </a:p>
          <a:p xmlns:a="http://schemas.openxmlformats.org/drawingml/2006/main">
            <a:r>
              <a:t>  - If any enemy unit (Worker, Light, Heavy, Ranged) is detected within 3 tiles of a Base or resource node, immediately construct a Barracks on the nearest tile to the threat. Prioritize placement near the Base perimeter.</a:t>
            </a:r>
          </a:p>
          <a:p xmlns:a="http://schemas.openxmlformats.org/drawingml/2006/main">
            <a:r>
              <a:t>  - Upon Barracks completion, produce 2 combat units (Lights or Heavies, prioritizing Lights for early-game) and redirect 1 Worker per Base to defend the Barracks and Base perimeter until combat units are available.</a:t>
            </a:r>
          </a:p>
          <a:p xmlns:a="http://schemas.openxmlformats.org/drawingml/2006/main">
            <a:r>
              <a:t>  - If a Worker is destroyed while harvesting, immediately replace it by redirecting a non-combat Worker to the nearest resource node. If no Workers are available, halt production until a Worker can be allocated to harvesting.</a:t>
            </a:r>
          </a:p>
          <a:p xmlns:a="http://schemas.openxmlformats.org/drawingml/2006/main">
            <a:r>
              <a:t/>
            </a:r>
          </a:p>
          <a:p xmlns:a="http://schemas.openxmlformats.org/drawingml/2006/main">
            <a:r>
              <a:t>  **Opponent-Specific Branching:**</a:t>
            </a:r>
          </a:p>
          <a:p xmlns:a="http://schemas.openxmlformats.org/drawingml/2006/main">
            <a:r>
              <a:t>  - **Against passive or unstructured opponents (no Barracks/combat units):**</a:t>
            </a:r>
          </a:p>
          <a:p xmlns:a="http://schemas.openxmlformats.org/drawingml/2006/main">
            <a:r>
              <a:t>    Maintain pure Worker-rush with 100% Workers for resource collection and Base assault. No Barracks or combat units produced.</a:t>
            </a:r>
          </a:p>
          <a:p xmlns:a="http://schemas.openxmlformats.org/drawingml/2006/main">
            <a:r>
              <a:t>  - **Against structured opponents (Barracks/combat units detected):**</a:t>
            </a:r>
          </a:p>
          <a:p xmlns:a="http://schemas.openxmlformats.org/drawingml/2006/main">
            <a:r>
              <a:t>    Transition to a mixed strategy: 50% Workers for resource collection/expansion, 30% Workers for direct Base assault, and 20% combat units for defense/offense. Prioritize defending the Base and Barracks if under attack.</a:t>
            </a:r>
          </a:p>
          <a:p xmlns:a="http://schemas.openxmlformats.org/drawingml/2006/main">
            <a:r>
              <a:t/>
            </a:r>
          </a:p>
          <a:p xmlns:a="http://schemas.openxmlformats.org/drawingml/2006/main">
            <a:r>
              <a:t>  **Resource Management:**</a:t>
            </a:r>
          </a:p>
          <a:p xmlns:a="http://schemas.openxmlformats.org/drawingml/2006/main">
            <a:r>
              <a:t>  - If Base HP is below 50% and no enemy threat is visible, prioritize resource collection over expansion until the Base is fortified.</a:t>
            </a:r>
          </a:p>
          <a:p xmlns:a="http://schemas.openxmlformats.org/drawingml/2006/main">
            <a:r>
              <a:t>  - If resource storage (e.g., Base HP) is below 20% and no enemy threat is visible, redirect all non-combat Workers to harvest resources until the Base is at full HP.</a:t>
            </a:r>
          </a:p>
          <a:p xmlns:a="http://schemas.openxmlformats.org/drawingml/2006/main">
            <a:r>
              <a:t/>
            </a:r>
          </a:p>
          <a:p xmlns:a="http://schemas.openxmlformats.org/drawingml/2006/main">
            <a:r>
              <a:t>  **Combat Prioritization:**</a:t>
            </a:r>
          </a:p>
          <a:p xmlns:a="http://schemas.openxmlformats.org/drawingml/2006/main">
            <a:r>
              <a:t>  - If the enemy Base is under attack or Base HP is below 50%, redirect all non-harvesting Workers to defend the Base. If no enemy threat is visible, prioritize resource collection and production.</a:t>
            </a:r>
          </a:p>
          <a:p xmlns:a="http://schemas.openxmlformats.org/drawingml/2006/main">
            <a:r>
              <a:t>  - If an immediate threat to a friendly Base or Barracks is detected, eliminate it before resuming the rush or expansion.</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APPLIED POLICY</a:t>
            </a:r>
          </a:p>
          <a:p xmlns:a="http://schemas.openxmlformats.org/drawingml/2006/main">
            <a:r>
              <a:t>**Core Strategy: Adaptive Worker-Rush with Conditional Hybrid Production**</a:t>
            </a:r>
          </a:p>
          <a:p xmlns:a="http://schemas.openxmlformats.org/drawingml/2006/main">
            <a:r>
              <a:t>  Every Base continuously produces Workers whenever resources allow. Maintain one Worker per Base to harvest the nearest reachable resource and return it to the Base to sustain production. All additional Workers advance toward the enemy Base or nearest enemy unit/structure.</a:t>
            </a:r>
          </a:p>
          <a:p xmlns:a="http://schemas.openxmlformats.org/drawingml/2006/main">
            <a:r>
              <a:t/>
            </a:r>
          </a:p>
          <a:p xmlns:a="http://schemas.openxmlformats.org/drawingml/2006/main">
            <a:r>
              <a:t>  **Defensive Adaptation Rules:**</a:t>
            </a:r>
          </a:p>
          <a:p xmlns:a="http://schemas.openxmlformats.org/drawingml/2006/main">
            <a:r>
              <a:t>  - If any enemy unit (Worker, Light, Heavy, Ranged) is detected within 3 tiles of a Base or resource node, immediately construct a Barracks on the nearest tile to the threat. Prioritize placement near the Base perimeter.</a:t>
            </a:r>
          </a:p>
          <a:p xmlns:a="http://schemas.openxmlformats.org/drawingml/2006/main">
            <a:r>
              <a:t>  - Upon Barracks completion, produce 2 combat units (Lights or Heavies, prioritizing Lights for early-game) and redirect 1 Worker per Base to defend the Barracks and Base perimeter until combat units are available.</a:t>
            </a:r>
          </a:p>
          <a:p xmlns:a="http://schemas.openxmlformats.org/drawingml/2006/main">
            <a:r>
              <a:t>  - If a Worker is destroyed while harvesting, immediately replace it by redirecting a non-combat Worker to the nearest resource node. If no Workers are available, halt production until a Worker can be allocated to harvesting.</a:t>
            </a:r>
          </a:p>
          <a:p xmlns:a="http://schemas.openxmlformats.org/drawingml/2006/main">
            <a:r>
              <a:t/>
            </a:r>
          </a:p>
          <a:p xmlns:a="http://schemas.openxmlformats.org/drawingml/2006/main">
            <a:r>
              <a:t>  **Opponent-Specific Branching:**</a:t>
            </a:r>
          </a:p>
          <a:p xmlns:a="http://schemas.openxmlformats.org/drawingml/2006/main">
            <a:r>
              <a:t>  - **Against passive or unstructured opponents (no Barracks/combat units):**</a:t>
            </a:r>
          </a:p>
          <a:p xmlns:a="http://schemas.openxmlformats.org/drawingml/2006/main">
            <a:r>
              <a:t>    Maintain pure Worker-rush with 100% Workers for resource collection and Base assault. No Barracks or combat units produced.</a:t>
            </a:r>
          </a:p>
          <a:p xmlns:a="http://schemas.openxmlformats.org/drawingml/2006/main">
            <a:r>
              <a:t>  - **Against structured opponents (Barracks/combat units detected):**</a:t>
            </a:r>
          </a:p>
          <a:p xmlns:a="http://schemas.openxmlformats.org/drawingml/2006/main">
            <a:r>
              <a:t>    Transition to a mixed strategy: 50% Workers for resource collection/expansion, 30% Workers for direct Base assault, and 20% combat units for defense/offense. Prioritize defending the Base and Barracks if under attack.</a:t>
            </a:r>
          </a:p>
          <a:p xmlns:a="http://schemas.openxmlformats.org/drawingml/2006/main">
            <a:r>
              <a:t/>
            </a:r>
          </a:p>
          <a:p xmlns:a="http://schemas.openxmlformats.org/drawingml/2006/main">
            <a:r>
              <a:t>  **Resource Management:**</a:t>
            </a:r>
          </a:p>
          <a:p xmlns:a="http://schemas.openxmlformats.org/drawingml/2006/main">
            <a:r>
              <a:t>  - If Base HP is below 50% and no enemy threat is visible, prioritize resource collection over expansion until the Base is fortified.</a:t>
            </a:r>
          </a:p>
          <a:p xmlns:a="http://schemas.openxmlformats.org/drawingml/2006/main">
            <a:r>
              <a:t>  - If resource storage (e.g., Base HP) is below 20% and no enemy threat is visible, redirect all non-combat Workers to harvest resources until the Base is at full HP.</a:t>
            </a:r>
          </a:p>
          <a:p xmlns:a="http://schemas.openxmlformats.org/drawingml/2006/main">
            <a:r>
              <a:t/>
            </a:r>
          </a:p>
          <a:p xmlns:a="http://schemas.openxmlformats.org/drawingml/2006/main">
            <a:r>
              <a:t>  **Combat Prioritization:**</a:t>
            </a:r>
          </a:p>
          <a:p xmlns:a="http://schemas.openxmlformats.org/drawingml/2006/main">
            <a:r>
              <a:t>  - If the enemy Base is under attack or Base HP is below 50%, redirect all non-harvesting Workers to defend the Base. If no enemy threat is visible, prioritize resource collection and production.</a:t>
            </a:r>
          </a:p>
          <a:p xmlns:a="http://schemas.openxmlformats.org/drawingml/2006/main">
            <a:r>
              <a:t>  - If an immediate threat to a friendly Base or Barracks is detected, eliminate it before resuming the rush or expansion.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/home/mhlab/EAGLE/runs/reflection_inspections/20260903_151343_710298_worker_rush_three_reflections/trials/code/trial_01/mutation/code_reflection/reflector_request.txt</a:t>
            </a:r>
          </a:p>
          <a:p xmlns:a="http://schemas.openxmlformats.org/drawingml/2006/main">
            <a:r>
              <a:t>- /home/mhlab/EAGLE/runs/reflection_inspections/20260903_151343_710298_worker_rush_three_reflections/trials/code/trial_01/mutation/code_reflection/reflector_response_raw.txt</a:t>
            </a:r>
          </a:p>
          <a:p xmlns:a="http://schemas.openxmlformats.org/drawingml/2006/main">
            <a:r>
              <a:t>- /home/mhlab/EAGLE/runs/reflection_inspections/20260903_151343_710298_worker_rush_three_reflections/trials/code/trial_01/mutation/code_reflection/rewriter_request.txt</a:t>
            </a:r>
          </a:p>
          <a:p xmlns:a="http://schemas.openxmlformats.org/drawingml/2006/main">
            <a:r>
              <a:t>- /home/mhlab/EAGLE/runs/reflection_inspections/20260903_151343_710298_worker_rush_three_reflections/trials/code/trial_01/mutation/code_reflection/rewriter_response_raw.txt</a:t>
            </a:r>
          </a:p>
          <a:p xmlns:a="http://schemas.openxmlformats.org/drawingml/2006/main">
            <a:r>
              <a:t>- /home/mhlab/EAGLE/runs/reflection_inspections/20260903_151343_710298_worker_rush_three_reflections/trials/code/trial_01/mutation/code_reflection/metadata.json</a:t>
            </a:r>
          </a:p>
          <a:p xmlns:a="http://schemas.openxmlformats.org/drawingml/2006/main">
            <a:r>
              <a:t>- /home/mhlab/EAGLE/runs/reflection_inspections/20260903_151343_710298_worker_rush_three_reflections/trials/code/trial_01/output/strategy_prompt.txt</a:t>
            </a:r>
          </a:p>
          <a:p xmlns:a="http://schemas.openxmlformats.org/drawingml/2006/main">
            <a:r>
              <a:t>- /home/mhlab/EAGLE/runs/reflection_inspections/20260903_151343_710298_worker_rush_three_reflections/trials/code/trial_01/output/code_generation_prompt.txt</a:t>
            </a:r>
          </a:p>
          <a:p xmlns:a="http://schemas.openxmlformats.org/drawingml/2006/main">
            <a:r>
              <a:t>- /home/mhlab/EAGLE/runs/reflection_inspections/20260903_151343_710298_worker_rush_three_reflections/trials/code/trial_01/trial_summary.json</a:t>
            </a:r>
          </a:p>
          <a:p xmlns:a="http://schemas.openxmlformats.org/drawingml/2006/main">
            <a:r>
              <a:t>- /home/mhlab/EAGLE/runs/reflection_inspections/20260903_151343_710298_worker_rush_three_reflections/trials/code/trial_01/mutation/code_reflection/reflector_attempt_001_response_raw.txt</a:t>
            </a:r>
          </a:p>
          <a:p xmlns:a="http://schemas.openxmlformats.org/drawingml/2006/main">
            <a:r>
              <a:t>- /home/mhlab/EAGLE/runs/reflection_inspections/20260903_151343_710298_worker_rush_three_reflections/trials/code/trial_01/mutation/code_reflection/rewriter_attempt_001_response_raw.txt</a:t>
            </a:r>
          </a:p>
          <a:p xmlns:a="http://schemas.openxmlformats.org/drawingml/2006/main">
            <a:r>
              <a:t>- /home/mhlab/EAGLE/runs/reflection_inspections/20260903_151343_710298_worker_rush_three_reflections/trials/code/trial_01/mutation/code_reflection/rewriter_attempt_002_response_raw.txt</a:t>
            </a:r>
          </a:p>
          <a:p xmlns:a="http://schemas.openxmlformats.org/drawingml/2006/main">
            <a:r>
              <a:t/>
            </a:r>
          </a:p>
          <a:p xmlns:a="http://schemas.openxmlformats.org/drawingml/2006/main">
            <a:r>
              <a:t>==============================</a:t>
            </a:r>
          </a:p>
          <a:p xmlns:a="http://schemas.openxmlformats.org/drawingml/2006/main">
            <a:r>
              <a:t/>
            </a:r>
          </a:p>
          <a:p xmlns:a="http://schemas.openxmlformats.org/drawingml/2006/main">
            <a:r>
              <a:t>TRIAL</a:t>
            </a:r>
          </a:p>
          <a:p xmlns:a="http://schemas.openxmlformats.org/drawingml/2006/main">
            <a:r>
              <a:t>Code Reflection 1/3</a:t>
            </a:r>
          </a:p>
          <a:p xmlns:a="http://schemas.openxmlformats.org/drawingml/2006/main">
            <a:r>
              <a:t/>
            </a:r>
          </a:p>
          <a:p xmlns:a="http://schemas.openxmlformats.org/drawingml/2006/main">
            <a:r>
              <a:t>==============================</a:t>
            </a:r>
          </a:p>
          <a:p xmlns:a="http://schemas.openxmlformats.org/drawingml/2006/main">
            <a:r>
              <a:t/>
            </a:r>
          </a:p>
          <a:p xmlns:a="http://schemas.openxmlformats.org/drawingml/2006/main">
            <a:r>
              <a:t>FULL ORIGINAL POLICY</a:t>
            </a:r>
          </a:p>
          <a:p xmlns:a="http://schemas.openxmlformats.org/drawingml/2006/main">
            <a:r>
              <a:t>Use a continuous Worker-rush policy.</a:t>
            </a:r>
          </a:p>
          <a:p xmlns:a="http://schemas.openxmlformats.org/drawingml/2006/main">
            <a:r>
              <a:t/>
            </a:r>
          </a:p>
          <a:p xmlns:a="http://schemas.openxmlformats.org/drawingml/2006/main">
            <a: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r>
              <a:t>==============================</a:t>
            </a:r>
          </a:p>
          <a:p xmlns:a="http://schemas.openxmlformats.org/drawingml/2006/main">
            <a:r>
              <a:t/>
            </a:r>
          </a:p>
          <a:p xmlns:a="http://schemas.openxmlformats.org/drawingml/2006/main">
            <a:r>
              <a:t>FULL ORIGINAL CODE-GENERATION PROMPT</a:t>
            </a:r>
          </a:p>
          <a:p xmlns:a="http://schemas.openxmlformats.org/drawingml/2006/main">
            <a:r>
              <a:t>Translate the supplied policy into deterministic Java inside the editable strategy region. The separately supplied immutable scaffold, API guide, and final output contract always take priority.</a:t>
            </a:r>
          </a:p>
          <a:p xmlns:a="http://schemas.openxmlformats.org/drawingml/2006/main">
            <a:r>
              <a:t/>
            </a:r>
          </a:p>
          <a:p xmlns:a="http://schemas.openxmlformats.org/drawingml/2006/main">
            <a:r>
              <a:t>EAGLE_REUSABLE_RULES_START</a:t>
            </a:r>
          </a:p>
          <a:p xmlns:a="http://schemas.openxmlformats.org/drawingml/2006/main">
            <a:r>
              <a:t>[core-requirement-coverage] requirement_coverage | Translate every explicit policy requirement into reachable strategy behavior.</a:t>
            </a:r>
          </a:p>
          <a:p xmlns:a="http://schemas.openxmlformats.org/drawingml/2006/main">
            <a:r>
              <a:t>[core-priority-ordering] priority_ordering | Preserve stated priority and fallback ordering when multiple conditions can apply.</a:t>
            </a:r>
          </a:p>
          <a:p xmlns:a="http://schemas.openxmlformats.org/drawingml/2006/main">
            <a:r>
              <a:t>[core-role-assignment] role_assignment | Keep policy-defined roles mutually exclusive within one decision cycle unless the policy explicitly allows overlap.</a:t>
            </a:r>
          </a:p>
          <a:p xmlns:a="http://schemas.openxmlformats.org/drawingml/2006/main">
            <a:r>
              <a:t>[core-state-continuity] state_continuity | Implement continuous behavior as a state-based check performed on every decision cycle.</a:t>
            </a:r>
          </a:p>
          <a:p xmlns:a="http://schemas.openxmlformats.org/drawingml/2006/main">
            <a:r>
              <a:t>[core-targeting-fallback] targeting_fallback | Map every conditional targeting fallback to an explicit reachable branch.</a:t>
            </a:r>
          </a:p>
          <a:p xmlns:a="http://schemas.openxmlformats.org/drawingml/2006/main">
            <a:r>
              <a:t>[core-policy-grounding] policy_grounding | Use only concepts stated by the policy or exposed by the immutable API contract.</a:t>
            </a:r>
          </a:p>
          <a:p xmlns:a="http://schemas.openxmlformats.org/drawingml/2006/main">
            <a:r>
              <a:t>EAGLE_REUSABLE_RULES_END</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REFLECTION REQUEST</a:t>
            </a:r>
          </a:p>
          <a:p xmlns:a="http://schemas.openxmlformats.org/drawingml/2006/main">
            <a:r>
              <a:t>EAGLE Policy-Code Alignment Reviewer.</a:t>
            </a:r>
          </a:p>
          <a:p xmlns:a="http://schemas.openxmlformats.org/drawingml/2006/main">
            <a:r>
              <a:t/>
            </a:r>
          </a:p>
          <a:p xmlns:a="http://schemas.openxmlformats.org/drawingml/2006/main">
            <a:r>
              <a:t>Compare the policy requirements only with behavior reachable from the editable strategy</a:t>
            </a:r>
          </a:p>
          <a:p xmlns:a="http://schemas.openxmlformats.org/drawingml/2006/main">
            <a:r>
              <a:t>region. Do not invent a better policy, use game outcomes, rewrite either prompt, or return</a:t>
            </a:r>
          </a:p>
          <a:p xmlns:a="http://schemas.openxmlformats.org/drawingml/2006/main">
            <a:r>
              <a:t>Java.</a:t>
            </a:r>
          </a:p>
          <a:p xmlns:a="http://schemas.openxmlformats.org/drawingml/2006/main">
            <a:r>
              <a:t/>
            </a:r>
          </a:p>
          <a:p xmlns:a="http://schemas.openxmlformats.org/drawingml/2006/main">
            <a:r>
              <a:t>Current policy prompt:</a:t>
            </a:r>
          </a:p>
          <a:p xmlns:a="http://schemas.openxmlformats.org/drawingml/2006/main">
            <a:r>
              <a:t>Use a continuous Worker-rush policy.</a:t>
            </a:r>
          </a:p>
          <a:p xmlns:a="http://schemas.openxmlformats.org/drawingml/2006/main">
            <a:r>
              <a:t/>
            </a:r>
          </a:p>
          <a:p xmlns:a="http://schemas.openxmlformats.org/drawingml/2006/main">
            <a: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r>
              <a:t>If the policy prompt is empty or whitespace, there is no policy requirement to</a:t>
            </a:r>
          </a:p>
          <a:p xmlns:a="http://schemas.openxmlformats.org/drawingml/2006/main">
            <a:r>
              <a:t>review. Return assessment policy_ambiguous with empty alignment_review and</a:t>
            </a:r>
          </a:p>
          <a:p xmlns:a="http://schemas.openxmlformats.org/drawingml/2006/main">
            <a:r>
              <a:t>required_generation_behaviors arrays; never infer an unstated policy.</a:t>
            </a:r>
          </a:p>
          <a:p xmlns:a="http://schemas.openxmlformats.org/drawingml/2006/main">
            <a:r>
              <a:t/>
            </a:r>
          </a:p>
          <a:p xmlns:a="http://schemas.openxmlformats.org/drawingml/2006/main">
            <a:r>
              <a:t>Editable CandidateAgent strategy region:</a:t>
            </a:r>
          </a:p>
          <a:p xmlns:a="http://schemas.openxmlformats.org/drawingml/2006/main">
            <a:r>
              <a:t>// Canonical Worker Rush: continuously train Workers, retain one harvester,</a:t>
            </a:r>
          </a:p>
          <a:p xmlns:a="http://schemas.openxmlformats.org/drawingml/2006/main">
            <a:r>
              <a:t>    // and send every additional Worker toward the nearest enemy Base or unit.</a:t>
            </a:r>
          </a:p>
          <a:p xmlns:a="http://schemas.openxmlformats.org/drawingml/2006/main">
            <a:r>
              <a:t>    private void decide(AgentContext context) {</a:t>
            </a:r>
          </a:p>
          <a:p xmlns:a="http://schemas.openxmlformats.org/drawingml/2006/main">
            <a:r>
              <a:t>        trainWorkers(context);</a:t>
            </a:r>
          </a:p>
          <a:p xmlns:a="http://schemas.openxmlformats.org/drawingml/2006/main">
            <a:r>
              <a:t/>
            </a:r>
          </a:p>
          <a:p xmlns:a="http://schemas.openxmlformats.org/drawingml/2006/main">
            <a:r>
              <a:t>        List&lt;Unit&gt; workers = new ArrayList&lt;&gt;();</a:t>
            </a:r>
          </a:p>
          <a:p xmlns:a="http://schemas.openxmlformats.org/drawingml/2006/main">
            <a:r>
              <a:t>        for (Unit unit : context.units) {</a:t>
            </a:r>
          </a:p>
          <a:p xmlns:a="http://schemas.openxmlformats.org/drawingml/2006/main">
            <a:r>
              <a:t>            if (unit.getPlayer() != context.player || !isIdleAlly(unit, context)) {</a:t>
            </a:r>
          </a:p>
          <a:p xmlns:a="http://schemas.openxmlformats.org/drawingml/2006/main">
            <a:r>
              <a:t>                continue;</a:t>
            </a:r>
          </a:p>
          <a:p xmlns:a="http://schemas.openxmlformats.org/drawingml/2006/main">
            <a:r>
              <a:t>            }</a:t>
            </a:r>
          </a:p>
          <a:p xmlns:a="http://schemas.openxmlformats.org/drawingml/2006/main">
            <a:r>
              <a:t>            if (unit.getType() == workerType) {</a:t>
            </a:r>
          </a:p>
          <a:p xmlns:a="http://schemas.openxmlformats.org/drawingml/2006/main">
            <a:r>
              <a:t>                workers.add(unit);</a:t>
            </a:r>
          </a:p>
          <a:p xmlns:a="http://schemas.openxmlformats.org/drawingml/2006/main">
            <a:r>
              <a:t>            } else if (unit.getType().canAttack) {</a:t>
            </a:r>
          </a:p>
          <a:p xmlns:a="http://schemas.openxmlformats.org/drawingml/2006/main">
            <a:r>
              <a:t>                attackNearestEnemy(unit, context);</a:t>
            </a:r>
          </a:p>
          <a:p xmlns:a="http://schemas.openxmlformats.org/drawingml/2006/main">
            <a:r>
              <a:t>            }</a:t>
            </a:r>
          </a:p>
          <a:p xmlns:a="http://schemas.openxmlformats.org/drawingml/2006/main">
            <a:r>
              <a:t>        }</a:t>
            </a:r>
          </a:p>
          <a:p xmlns:a="http://schemas.openxmlformats.org/drawingml/2006/main">
            <a:r>
              <a:t>        runWorkerRush(workers, context);</a:t>
            </a:r>
          </a:p>
          <a:p xmlns:a="http://schemas.openxmlformats.org/drawingml/2006/main">
            <a:r>
              <a:t>    }</a:t>
            </a:r>
          </a:p>
          <a:p xmlns:a="http://schemas.openxmlformats.org/drawingml/2006/main">
            <a:r>
              <a:t/>
            </a:r>
          </a:p>
          <a:p xmlns:a="http://schemas.openxmlformats.org/drawingml/2006/main">
            <a:r>
              <a:t>    private void trainWorkers(AgentContext context) {</a:t>
            </a:r>
          </a:p>
          <a:p xmlns:a="http://schemas.openxmlformats.org/drawingml/2006/main">
            <a:r>
              <a:t>        int resources = context.gs.getPlayer(context.player).getResources();</a:t>
            </a:r>
          </a:p>
          <a:p xmlns:a="http://schemas.openxmlformats.org/drawingml/2006/main">
            <a:r>
              <a:t>        for (Unit unit : context.units) {</a:t>
            </a:r>
          </a:p>
          <a:p xmlns:a="http://schemas.openxmlformats.org/drawingml/2006/main">
            <a:r>
              <a:t>            if (unit.getPlayer() == context.player</a:t>
            </a:r>
          </a:p>
          <a:p xmlns:a="http://schemas.openxmlformats.org/drawingml/2006/main">
            <a:r>
              <a:t>                    &amp;&amp; unit.getType() == baseType</a:t>
            </a:r>
          </a:p>
          <a:p xmlns:a="http://schemas.openxmlformats.org/drawingml/2006/main">
            <a:r>
              <a:t>                    &amp;&amp; isIdleAlly(unit, context)</a:t>
            </a:r>
          </a:p>
          <a:p xmlns:a="http://schemas.openxmlformats.org/drawingml/2006/main">
            <a:r>
              <a:t>                    &amp;&amp; resources &gt;= workerType.cost) {</a:t>
            </a:r>
          </a:p>
          <a:p xmlns:a="http://schemas.openxmlformats.org/drawingml/2006/main">
            <a:r>
              <a:t>                if (commandTrain(unit, workerType)) {</a:t>
            </a:r>
          </a:p>
          <a:p xmlns:a="http://schemas.openxmlformats.org/drawingml/2006/main">
            <a:r>
              <a:t>                    resources -= workerType.cost;</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r>
          </a:p>
          <a:p xmlns:a="http://schemas.openxmlformats.org/drawingml/2006/main">
            <a:r>
              <a:t>    private void runWorkerRush(List&lt;Unit&gt; workers, AgentContext context) {</a:t>
            </a:r>
          </a:p>
          <a:p xmlns:a="http://schemas.openxmlformats.org/drawingml/2006/main">
            <a:r>
              <a:t>        if (workers.isEmpty()) {</a:t>
            </a:r>
          </a:p>
          <a:p xmlns:a="http://schemas.openxmlformats.org/drawingml/2006/main">
            <a:r>
              <a:t>            return;</a:t>
            </a:r>
          </a:p>
          <a:p xmlns:a="http://schemas.openxmlformats.org/drawingml/2006/main">
            <a:r>
              <a:t>        }</a:t>
            </a:r>
          </a:p>
          <a:p xmlns:a="http://schemas.openxmlformats.org/drawingml/2006/main">
            <a:r>
              <a:t/>
            </a:r>
          </a:p>
          <a:p xmlns:a="http://schemas.openxmlformats.org/drawingml/2006/main">
            <a:r>
              <a:t>        Unit base = ownBase(context);</a:t>
            </a:r>
          </a:p>
          <a:p xmlns:a="http://schemas.openxmlformats.org/drawingml/2006/main">
            <a:r>
              <a:t>        if (base == null) {</a:t>
            </a:r>
          </a:p>
          <a:p xmlns:a="http://schemas.openxmlformats.org/drawingml/2006/main">
            <a:r>
              <a:t>            Unit builder = workers.remove(0);</a:t>
            </a:r>
          </a:p>
          <a:p xmlns:a="http://schemas.openxmlformats.org/drawingml/2006/main">
            <a:r>
              <a:t>            int[] buildCell = adjacentBuildCell(builder, context);</a:t>
            </a:r>
          </a:p>
          <a:p xmlns:a="http://schemas.openxmlformats.org/drawingml/2006/main">
            <a:r>
              <a:t>            if (buildCell != null</a:t>
            </a:r>
          </a:p>
          <a:p xmlns:a="http://schemas.openxmlformats.org/drawingml/2006/main">
            <a:r>
              <a:t>                    &amp;&amp; context.gs.getPlayer(context.player).getResources() &gt;= baseType.cost) {</a:t>
            </a:r>
          </a:p>
          <a:p xmlns:a="http://schemas.openxmlformats.org/drawingml/2006/main">
            <a:r>
              <a:t>                commandBuild(builder, baseType, buildCell[0], buildCell[1]);</a:t>
            </a:r>
          </a:p>
          <a:p xmlns:a="http://schemas.openxmlformats.org/drawingml/2006/main">
            <a:r>
              <a:t>            }</a:t>
            </a:r>
          </a:p>
          <a:p xmlns:a="http://schemas.openxmlformats.org/drawingml/2006/main">
            <a:r>
              <a:t>        }</a:t>
            </a:r>
          </a:p>
          <a:p xmlns:a="http://schemas.openxmlformats.org/drawingml/2006/main">
            <a:r>
              <a:t/>
            </a:r>
          </a:p>
          <a:p xmlns:a="http://schemas.openxmlformats.org/drawingml/2006/main">
            <a:r>
              <a:t>        if (!workers.isEmpty()) {</a:t>
            </a:r>
          </a:p>
          <a:p xmlns:a="http://schemas.openxmlformats.org/drawingml/2006/main">
            <a:r>
              <a:t>            Unit harvester = workers.remove(0);</a:t>
            </a:r>
          </a:p>
          <a:p xmlns:a="http://schemas.openxmlformats.org/drawingml/2006/main">
            <a:r>
              <a:t>            Unit resource = nearestResource(harvester, context);</a:t>
            </a:r>
          </a:p>
          <a:p xmlns:a="http://schemas.openxmlformats.org/drawingml/2006/main">
            <a:r>
              <a:t>            Unit friendlyBase = nearestFriendlyBase(harvester, context);</a:t>
            </a:r>
          </a:p>
          <a:p xmlns:a="http://schemas.openxmlformats.org/drawingml/2006/main">
            <a:r>
              <a:t>            if (resource != null &amp;&amp; friendlyBase != null) {</a:t>
            </a:r>
          </a:p>
          <a:p xmlns:a="http://schemas.openxmlformats.org/drawingml/2006/main">
            <a:r>
              <a:t>                commandHarvest(harvester, resource, friendlyBase);</a:t>
            </a:r>
          </a:p>
          <a:p xmlns:a="http://schemas.openxmlformats.org/drawingml/2006/main">
            <a:r>
              <a:t>            } else {</a:t>
            </a:r>
          </a:p>
          <a:p xmlns:a="http://schemas.openxmlformats.org/drawingml/2006/main">
            <a:r>
              <a:t>                attackNearestEnemy(harvester, context);</a:t>
            </a:r>
          </a:p>
          <a:p xmlns:a="http://schemas.openxmlformats.org/drawingml/2006/main">
            <a:r>
              <a:t>            }</a:t>
            </a:r>
          </a:p>
          <a:p xmlns:a="http://schemas.openxmlformats.org/drawingml/2006/main">
            <a:r>
              <a:t>        }</a:t>
            </a:r>
          </a:p>
          <a:p xmlns:a="http://schemas.openxmlformats.org/drawingml/2006/main">
            <a:r>
              <a:t/>
            </a:r>
          </a:p>
          <a:p xmlns:a="http://schemas.openxmlformats.org/drawingml/2006/main">
            <a:r>
              <a:t>        for (Unit worker : workers) {</a:t>
            </a:r>
          </a:p>
          <a:p xmlns:a="http://schemas.openxmlformats.org/drawingml/2006/main">
            <a:r>
              <a:t>            attackNearestEnemy(worker, context);</a:t>
            </a:r>
          </a:p>
          <a:p xmlns:a="http://schemas.openxmlformats.org/drawingml/2006/main">
            <a:r>
              <a:t>        }</a:t>
            </a:r>
          </a:p>
          <a:p xmlns:a="http://schemas.openxmlformats.org/drawingml/2006/main">
            <a:r>
              <a:t>    }</a:t>
            </a:r>
          </a:p>
          <a:p xmlns:a="http://schemas.openxmlformats.org/drawingml/2006/main">
            <a:r>
              <a:t/>
            </a:r>
          </a:p>
          <a:p xmlns:a="http://schemas.openxmlformats.org/drawingml/2006/main">
            <a:r>
              <a:t>    private void attackNearestEnemy(Unit unit, AgentContext context) {</a:t>
            </a:r>
          </a:p>
          <a:p xmlns:a="http://schemas.openxmlformats.org/drawingml/2006/main">
            <a:r>
              <a:t>        Unit target = nearestEnemyBase(unit, context);</a:t>
            </a:r>
          </a:p>
          <a:p xmlns:a="http://schemas.openxmlformats.org/drawingml/2006/main">
            <a:r>
              <a:t>        if (target == null) {</a:t>
            </a:r>
          </a:p>
          <a:p xmlns:a="http://schemas.openxmlformats.org/drawingml/2006/main">
            <a:r>
              <a:t>            target = nearestEnemy(unit, context);</a:t>
            </a:r>
          </a:p>
          <a:p xmlns:a="http://schemas.openxmlformats.org/drawingml/2006/main">
            <a:r>
              <a:t>        }</a:t>
            </a:r>
          </a:p>
          <a:p xmlns:a="http://schemas.openxmlformats.org/drawingml/2006/main">
            <a:r>
              <a:t>        if (target != null) {</a:t>
            </a:r>
          </a:p>
          <a:p xmlns:a="http://schemas.openxmlformats.org/drawingml/2006/main">
            <a:r>
              <a:t>            commandAttack(unit, target);</a:t>
            </a:r>
          </a:p>
          <a:p xmlns:a="http://schemas.openxmlformats.org/drawingml/2006/main">
            <a:r>
              <a:t>        } else {</a:t>
            </a:r>
          </a:p>
          <a:p xmlns:a="http://schemas.openxmlformats.org/drawingml/2006/main">
            <a:r>
              <a:t>            commandIdle(unit);</a:t>
            </a:r>
          </a:p>
          <a:p xmlns:a="http://schemas.openxmlformats.org/drawingml/2006/main">
            <a:r>
              <a:t>        }</a:t>
            </a:r>
          </a:p>
          <a:p xmlns:a="http://schemas.openxmlformats.org/drawingml/2006/main">
            <a:r>
              <a:t>    }</a:t>
            </a:r>
          </a:p>
          <a:p xmlns:a="http://schemas.openxmlformats.org/drawingml/2006/main">
            <a:r>
              <a:t/>
            </a:r>
          </a:p>
          <a:p xmlns:a="http://schemas.openxmlformats.org/drawingml/2006/main">
            <a:r>
              <a:t>    private Unit nearestEnemyBase(Unit source, AgentContext context) {</a:t>
            </a:r>
          </a:p>
          <a:p xmlns:a="http://schemas.openxmlformats.org/drawingml/2006/main">
            <a:r>
              <a:t>        Unit best = null;</a:t>
            </a:r>
          </a:p>
          <a:p xmlns:a="http://schemas.openxmlformats.org/drawingml/2006/main">
            <a:r>
              <a:t>        int bestDistance = Integer.MAX_VALUE;</a:t>
            </a:r>
          </a:p>
          <a:p xmlns:a="http://schemas.openxmlformats.org/drawingml/2006/main">
            <a:r>
              <a:t>        for (Unit unit : context.units) {</a:t>
            </a:r>
          </a:p>
          <a:p xmlns:a="http://schemas.openxmlformats.org/drawingml/2006/main">
            <a:r>
              <a:t>            if (unit.getPlayer() &lt; 0</a:t>
            </a:r>
          </a:p>
          <a:p xmlns:a="http://schemas.openxmlformats.org/drawingml/2006/main">
            <a:r>
              <a:t>                    || unit.getPlayer() == context.player</a:t>
            </a:r>
          </a:p>
          <a:p xmlns:a="http://schemas.openxmlformats.org/drawingml/2006/main">
            <a:r>
              <a:t>                    || unit.getType() != baseType) {</a:t>
            </a:r>
          </a:p>
          <a:p xmlns:a="http://schemas.openxmlformats.org/drawingml/2006/main">
            <a:r>
              <a:t>                continue;</a:t>
            </a:r>
          </a:p>
          <a:p xmlns:a="http://schemas.openxmlformats.org/drawingml/2006/main">
            <a:r>
              <a:t>            }</a:t>
            </a:r>
          </a:p>
          <a:p xmlns:a="http://schemas.openxmlformats.org/drawingml/2006/main">
            <a:r>
              <a:t>            int distance = manhattan(source, unit);</a:t>
            </a:r>
          </a:p>
          <a:p xmlns:a="http://schemas.openxmlformats.org/drawingml/2006/main">
            <a:r>
              <a:t>            if (distance &lt; bestDistance) {</a:t>
            </a:r>
          </a:p>
          <a:p xmlns:a="http://schemas.openxmlformats.org/drawingml/2006/main">
            <a:r>
              <a:t>                best = unit;</a:t>
            </a:r>
          </a:p>
          <a:p xmlns:a="http://schemas.openxmlformats.org/drawingml/2006/main">
            <a:r>
              <a:t>                bestDistance = distance;</a:t>
            </a:r>
          </a:p>
          <a:p xmlns:a="http://schemas.openxmlformats.org/drawingml/2006/main">
            <a:r>
              <a:t>            }</a:t>
            </a:r>
          </a:p>
          <a:p xmlns:a="http://schemas.openxmlformats.org/drawingml/2006/main">
            <a:r>
              <a:t>        }</a:t>
            </a:r>
          </a:p>
          <a:p xmlns:a="http://schemas.openxmlformats.org/drawingml/2006/main">
            <a:r>
              <a:t>        return best;</a:t>
            </a:r>
          </a:p>
          <a:p xmlns:a="http://schemas.openxmlformats.org/drawingml/2006/main">
            <a:r>
              <a:t>    }</a:t>
            </a:r>
          </a:p>
          <a:p xmlns:a="http://schemas.openxmlformats.org/drawingml/2006/main">
            <a:r>
              <a:t/>
            </a:r>
          </a:p>
          <a:p xmlns:a="http://schemas.openxmlformats.org/drawingml/2006/main">
            <a:r>
              <a:t>    private Unit nearestFriendlyBase(Unit source, AgentContext context) {</a:t>
            </a:r>
          </a:p>
          <a:p xmlns:a="http://schemas.openxmlformats.org/drawingml/2006/main">
            <a:r>
              <a:t>        Unit best = null;</a:t>
            </a:r>
          </a:p>
          <a:p xmlns:a="http://schemas.openxmlformats.org/drawingml/2006/main">
            <a:r>
              <a:t>        int bestDistance = Integer.MAX_VALUE;</a:t>
            </a:r>
          </a:p>
          <a:p xmlns:a="http://schemas.openxmlformats.org/drawingml/2006/main">
            <a:r>
              <a:t>        for (Unit unit : context.units) {</a:t>
            </a:r>
          </a:p>
          <a:p xmlns:a="http://schemas.openxmlformats.org/drawingml/2006/main">
            <a:r>
              <a:t>            if (unit.getPlayer() != context.player || unit.getType() != baseType) {</a:t>
            </a:r>
          </a:p>
          <a:p xmlns:a="http://schemas.openxmlformats.org/drawingml/2006/main">
            <a:r>
              <a:t>                continue;</a:t>
            </a:r>
          </a:p>
          <a:p xmlns:a="http://schemas.openxmlformats.org/drawingml/2006/main">
            <a:r>
              <a:t>            }</a:t>
            </a:r>
          </a:p>
          <a:p xmlns:a="http://schemas.openxmlformats.org/drawingml/2006/main">
            <a:r>
              <a:t>            int distance = manhattan(source, unit);</a:t>
            </a:r>
          </a:p>
          <a:p xmlns:a="http://schemas.openxmlformats.org/drawingml/2006/main">
            <a:r>
              <a:t>            if (distance &lt; bestDistance) {</a:t>
            </a:r>
          </a:p>
          <a:p xmlns:a="http://schemas.openxmlformats.org/drawingml/2006/main">
            <a:r>
              <a:t>                best = unit;</a:t>
            </a:r>
          </a:p>
          <a:p xmlns:a="http://schemas.openxmlformats.org/drawingml/2006/main">
            <a:r>
              <a:t>                bestDistance = distance;</a:t>
            </a:r>
          </a:p>
          <a:p xmlns:a="http://schemas.openxmlformats.org/drawingml/2006/main">
            <a:r>
              <a:t>            }</a:t>
            </a:r>
          </a:p>
          <a:p xmlns:a="http://schemas.openxmlformats.org/drawingml/2006/main">
            <a:r>
              <a:t>        }</a:t>
            </a:r>
          </a:p>
          <a:p xmlns:a="http://schemas.openxmlformats.org/drawingml/2006/main">
            <a:r>
              <a:t>        return best;</a:t>
            </a:r>
          </a:p>
          <a:p xmlns:a="http://schemas.openxmlformats.org/drawingml/2006/main">
            <a:r>
              <a:t>    }</a:t>
            </a:r>
          </a:p>
          <a:p xmlns:a="http://schemas.openxmlformats.org/drawingml/2006/main">
            <a:r>
              <a:t/>
            </a:r>
          </a:p>
          <a:p xmlns:a="http://schemas.openxmlformats.org/drawingml/2006/main">
            <a:r>
              <a:t>    private int[] adjacentBuildCell(Unit worker, AgentContext context) {</a:t>
            </a:r>
          </a:p>
          <a:p xmlns:a="http://schemas.openxmlformats.org/drawingml/2006/main">
            <a:r>
              <a:t>        int[][] directions = {{1, 0}, {0, 1}, {-1, 0}, {0, -1}};</a:t>
            </a:r>
          </a:p>
          <a:p xmlns:a="http://schemas.openxmlformats.org/drawingml/2006/main">
            <a:r>
              <a:t>        for (int[] direction : directions) {</a:t>
            </a:r>
          </a:p>
          <a:p xmlns:a="http://schemas.openxmlformats.org/drawingml/2006/main">
            <a:r>
              <a:t>            int x = worker.getX() + direction[0];</a:t>
            </a:r>
          </a:p>
          <a:p xmlns:a="http://schemas.openxmlformats.org/drawingml/2006/main">
            <a:r>
              <a:t>            int y = worker.getY() + direction[1];</a:t>
            </a:r>
          </a:p>
          <a:p xmlns:a="http://schemas.openxmlformats.org/drawingml/2006/main">
            <a:r>
              <a:t>            if (isFreeCell(context, x, y)) {</a:t>
            </a:r>
          </a:p>
          <a:p xmlns:a="http://schemas.openxmlformats.org/drawingml/2006/main">
            <a:r>
              <a:t>                return new int[] {x, y};</a:t>
            </a:r>
          </a:p>
          <a:p xmlns:a="http://schemas.openxmlformats.org/drawingml/2006/main">
            <a:r>
              <a:t>            }</a:t>
            </a:r>
          </a:p>
          <a:p xmlns:a="http://schemas.openxmlformats.org/drawingml/2006/main">
            <a:r>
              <a:t>        }</a:t>
            </a:r>
          </a:p>
          <a:p xmlns:a="http://schemas.openxmlformats.org/drawingml/2006/main">
            <a:r>
              <a:t>        return null;</a:t>
            </a:r>
          </a:p>
          <a:p xmlns:a="http://schemas.openxmlformats.org/drawingml/2006/main">
            <a:r>
              <a:t>    }</a:t>
            </a:r>
          </a:p>
          <a:p xmlns:a="http://schemas.openxmlformats.org/drawingml/2006/main">
            <a:r>
              <a:t/>
            </a:r>
          </a:p>
          <a:p xmlns:a="http://schemas.openxmlformats.org/drawingml/2006/main">
            <a:r>
              <a:t>    private int manhattan(Unit first, Unit second) {</a:t>
            </a:r>
          </a:p>
          <a:p xmlns:a="http://schemas.openxmlformats.org/drawingml/2006/main">
            <a:r>
              <a:t>        return Math.abs(first.getX() - second.getX())</a:t>
            </a:r>
          </a:p>
          <a:p xmlns:a="http://schemas.openxmlformats.org/drawingml/2006/main">
            <a:r>
              <a:t>                + Math.abs(first.getY() - second.getY());</a:t>
            </a:r>
          </a:p>
          <a:p xmlns:a="http://schemas.openxmlformats.org/drawingml/2006/main">
            <a:r>
              <a:t>    }</a:t>
            </a:r>
          </a:p>
          <a:p xmlns:a="http://schemas.openxmlformats.org/drawingml/2006/main">
            <a:r>
              <a:t/>
            </a:r>
          </a:p>
          <a:p xmlns:a="http://schemas.openxmlformats.org/drawingml/2006/main">
            <a:r>
              <a:t>Immutable scaffold/API contract:</a:t>
            </a:r>
          </a:p>
          <a:p xmlns:a="http://schemas.openxmlformats.org/drawingml/2006/main">
            <a:r>
              <a:t>IMMUTABLE MICRORTS ACTION AND JAVA API CONTRACT.</a:t>
            </a:r>
          </a:p>
          <a:p xmlns:a="http://schemas.openxmlformats.org/drawingml/2006/main">
            <a:r>
              <a:t>This contract overrides every conflicting reusable policy-to-Java instruction.</a:t>
            </a:r>
          </a:p>
          <a:p xmlns:a="http://schemas.openxmlformats.org/drawingml/2006/main">
            <a:r>
              <a:t>Do not edit any source outside EAGLE_AGENT_STRATEGY_START/END. Do not redefine,</a:t>
            </a:r>
          </a:p>
          <a:p xmlns:a="http://schemas.openxmlformats.org/drawingml/2006/main">
            <a:r>
              <a:t>remove, rename, or bypass the fixed helpers. Strategy code may add private helper</a:t>
            </a:r>
          </a:p>
          <a:p xmlns:a="http://schemas.openxmlformats.org/drawingml/2006/main">
            <a:r>
              <a:t>methods only inside the strategy region.</a:t>
            </a:r>
          </a:p>
          <a:p xmlns:a="http://schemas.openxmlformats.org/drawingml/2006/main">
            <a:r>
              <a:t/>
            </a:r>
          </a:p>
          <a:p xmlns:a="http://schemas.openxmlformats.org/drawingml/2006/main">
            <a:r>
              <a:t>Issue actions only through these fixed helpers:</a:t>
            </a:r>
          </a:p>
          <a:p xmlns:a="http://schemas.openxmlformats.org/drawingml/2006/main">
            <a:r>
              <a:t>- commandMove(Unit unit, int x, int y)</a:t>
            </a:r>
          </a:p>
          <a:p xmlns:a="http://schemas.openxmlformats.org/drawingml/2006/main">
            <a:r>
              <a:t>- commandHarvest(Unit worker, Unit resource, Unit base)</a:t>
            </a:r>
          </a:p>
          <a:p xmlns:a="http://schemas.openxmlformats.org/drawingml/2006/main">
            <a:r>
              <a:t>- commandTrain(Unit producer, UnitType unitType)</a:t>
            </a:r>
          </a:p>
          <a:p xmlns:a="http://schemas.openxmlformats.org/drawingml/2006/main">
            <a:r>
              <a:t>- commandBuild(Unit worker, UnitType buildingType, int x, int y)</a:t>
            </a:r>
          </a:p>
          <a:p xmlns:a="http://schemas.openxmlformats.org/drawingml/2006/main">
            <a:r>
              <a:t>- commandAttack(Unit attacker, Unit target)</a:t>
            </a:r>
          </a:p>
          <a:p xmlns:a="http://schemas.openxmlformats.org/drawingml/2006/main">
            <a:r>
              <a:t>- commandIdle(Unit unit)</a:t>
            </a:r>
          </a:p>
          <a:p xmlns:a="http://schemas.openxmlformats.org/drawingml/2006/main">
            <a:r>
              <a:t/>
            </a:r>
          </a:p>
          <a:p xmlns:a="http://schemas.openxmlformats.org/drawingml/2006/main">
            <a:r>
              <a:t>Use these fixed lookup helpers instead of inventing engine queries:</a:t>
            </a:r>
          </a:p>
          <a:p xmlns:a="http://schemas.openxmlformats.org/drawingml/2006/main">
            <a:r>
              <a:t>- isIdleAlly(Unit unit, AgentContext context)</a:t>
            </a:r>
          </a:p>
          <a:p xmlns:a="http://schemas.openxmlformats.org/drawingml/2006/main">
            <a:r>
              <a:t>- nearestEnemy(Unit source, AgentContext context)</a:t>
            </a:r>
          </a:p>
          <a:p xmlns:a="http://schemas.openxmlformats.org/drawingml/2006/main">
            <a:r>
              <a:t>- nearestResource(Unit source, AgentContext context)</a:t>
            </a:r>
          </a:p>
          <a:p xmlns:a="http://schemas.openxmlformats.org/drawingml/2006/main">
            <a:r>
              <a:t>- ownBase(AgentContext context)</a:t>
            </a:r>
          </a:p>
          <a:p xmlns:a="http://schemas.openxmlformats.org/drawingml/2006/main">
            <a:r>
              <a:t>- isFreeCell(AgentContext context, int x, int y)</a:t>
            </a:r>
          </a:p>
          <a:p xmlns:a="http://schemas.openxmlformats.org/drawingml/2006/main">
            <a:r>
              <a:t/>
            </a:r>
          </a:p>
          <a:p xmlns:a="http://schemas.openxmlformats.org/drawingml/2006/main">
            <a:r>
              <a:t>AgentContext exposes only context.player, context.gs, and context.units. The</a:t>
            </a:r>
          </a:p>
          <a:p xmlns:a="http://schemas.openxmlformats.org/drawingml/2006/main">
            <a:r>
              <a:t>following MicroRTS reads are allowlisted; do not call any unlisted method or</a:t>
            </a:r>
          </a:p>
          <a:p xmlns:a="http://schemas.openxmlformats.org/drawingml/2006/main">
            <a:r>
              <a:t>field on GameState, PhysicalGameState, Player, Unit, UnitType, or PathFinding:</a:t>
            </a:r>
          </a:p>
          <a:p xmlns:a="http://schemas.openxmlformats.org/drawingml/2006/main">
            <a:r>
              <a:t>- GameState: getTime(), getPlayer(int), getUnits(), getUnitAction(Unit), and</a:t>
            </a:r>
          </a:p>
          <a:p xmlns:a="http://schemas.openxmlformats.org/drawingml/2006/main">
            <a:r>
              <a:t>  getPhysicalGameState().</a:t>
            </a:r>
          </a:p>
          <a:p xmlns:a="http://schemas.openxmlformats.org/drawingml/2006/main">
            <a:r>
              <a:t>- PhysicalGameState: getWidth(), getHeight(), and getUnit(long).</a:t>
            </a:r>
          </a:p>
          <a:p xmlns:a="http://schemas.openxmlformats.org/drawingml/2006/main">
            <a:r>
              <a:t>- Player: getResources().</a:t>
            </a:r>
          </a:p>
          <a:p xmlns:a="http://schemas.openxmlformats.org/drawingml/2006/main">
            <a:r>
              <a:t>- Unit: getPlayer(), getType(), getX(), getY(), getID(), getResources(),</a:t>
            </a:r>
          </a:p>
          <a:p xmlns:a="http://schemas.openxmlformats.org/drawingml/2006/main">
            <a:r>
              <a:t>  getHitPoints(), and getMaxHitPoints().</a:t>
            </a:r>
          </a:p>
          <a:p xmlns:a="http://schemas.openxmlformats.org/drawingml/2006/main">
            <a:r>
              <a:t>- UnitType public fields: cost, hp, canAttack, canHarvest, isResource,</a:t>
            </a:r>
          </a:p>
          <a:p xmlns:a="http://schemas.openxmlformats.org/drawingml/2006/main">
            <a:r>
              <a:t>  isStockpile, and attackRange.</a:t>
            </a:r>
          </a:p>
          <a:p xmlns:a="http://schemas.openxmlformats.org/drawingml/2006/main">
            <a:r>
              <a:t>- Known UnitType variables: resourceType, workerType, lightType, heavyType,</a:t>
            </a:r>
          </a:p>
          <a:p xmlns:a="http://schemas.openxmlformats.org/drawingml/2006/main">
            <a:r>
              <a:t>  rangedType, baseType, and barracksType.</a:t>
            </a:r>
          </a:p>
          <a:p xmlns:a="http://schemas.openxmlformats.org/drawingml/2006/main">
            <a:r>
              <a:t/>
            </a:r>
          </a:p>
          <a:p xmlns:a="http://schemas.openxmlformats.org/drawingml/2006/main">
            <a:r>
              <a:t>Exact corrections for common invalid APIs:</a:t>
            </a:r>
          </a:p>
          <a:p xmlns:a="http://schemas.openxmlformats.org/drawingml/2006/main">
            <a:r>
              <a:t>- Use context.gs.getTime(), never getTick() or getTickCount().</a:t>
            </a:r>
          </a:p>
          <a:p xmlns:a="http://schemas.openxmlformats.org/drawingml/2006/main">
            <a:r>
              <a:t>- Use unit.getID(), never getId().</a:t>
            </a:r>
          </a:p>
          <a:p xmlns:a="http://schemas.openxmlformats.org/drawingml/2006/main">
            <a:r>
              <a:t>- Use getHitPoints()/getMaxHitPoints(), never getHealth()/getMaxHealth().</a:t>
            </a:r>
          </a:p>
          <a:p xmlns:a="http://schemas.openxmlformats.org/drawingml/2006/main">
            <a:r>
              <a:t>- Use unit.getResources(), never resource-carrier or carrying helper methods.</a:t>
            </a:r>
          </a:p>
          <a:p xmlns:a="http://schemas.openxmlformats.org/drawingml/2006/main">
            <a:r>
              <a:t>- Use context.gs.getPhysicalGameState().getWidth()/getHeight(), never map,</a:t>
            </a:r>
          </a:p>
          <a:p xmlns:a="http://schemas.openxmlformats.org/drawingml/2006/main">
            <a:r>
              <a:t>  map-width, map-height, spawn-location, tile, or base methods on GameState or Player.</a:t>
            </a:r>
          </a:p>
          <a:p xmlns:a="http://schemas.openxmlformats.org/drawingml/2006/main">
            <a:r>
              <a:t>- Use context.gs.getUnitAction(unit), never unit.getAction() or unit.getTask().</a:t>
            </a:r>
          </a:p>
          <a:p xmlns:a="http://schemas.openxmlformats.org/drawingml/2006/main">
            <a:r>
              <a:t>- Use isFreeCell(context, x, y) to test a strategy candidate coordinate. It</a:t>
            </a:r>
          </a:p>
          <a:p xmlns:a="http://schemas.openxmlformats.org/drawingml/2006/main">
            <a:r>
              <a:t>  returns false before accessing a coordinate outside the active map.</a:t>
            </a:r>
          </a:p>
          <a:p xmlns:a="http://schemas.openxmlformats.org/drawingml/2006/main">
            <a:r>
              <a:t>- Never call GameState.free(...) or PhysicalGameState.getTerrain(...) in the</a:t>
            </a:r>
          </a:p>
          <a:p xmlns:a="http://schemas.openxmlformats.org/drawingml/2006/main">
            <a:r>
              <a:t>  strategy region, and never use getUnitAt(...). These direct map reads are</a:t>
            </a:r>
          </a:p>
          <a:p xmlns:a="http://schemas.openxmlformats.org/drawingml/2006/main">
            <a:r>
              <a:t>  rejected by deterministic validation.</a:t>
            </a:r>
          </a:p>
          <a:p xmlns:a="http://schemas.openxmlformats.org/drawingml/2006/main">
            <a:r>
              <a:t>- context.units is a List&lt;Unit&gt;, never a map; count/filter it with loops.</a:t>
            </a:r>
          </a:p>
          <a:p xmlns:a="http://schemas.openxmlformats.org/drawingml/2006/main">
            <a:r>
              <a:t>- Every added helper that reads player, state, or units must accept AgentContext;</a:t>
            </a:r>
          </a:p>
          <a:p xmlns:a="http://schemas.openxmlformats.org/drawingml/2006/main">
            <a:r>
              <a:t>  never reference a context variable that is not a parameter or local variable.</a:t>
            </a:r>
          </a:p>
          <a:p xmlns:a="http://schemas.openxmlformats.org/drawingml/2006/main">
            <a:r>
              <a:t>- Java locals never flow into another method. If decide computes</a:t>
            </a:r>
          </a:p>
          <a:p xmlns:a="http://schemas.openxmlformats.org/drawingml/2006/main">
            <a:r>
              <a:t>  `int gameTime = context.gs.getTime()`, every helper that reads it must declare</a:t>
            </a:r>
          </a:p>
          <a:p xmlns:a="http://schemas.openxmlformats.org/drawingml/2006/main">
            <a:r>
              <a:t>  an `int gameTime` parameter and every call must pass that value. Apply this</a:t>
            </a:r>
          </a:p>
          <a:p xmlns:a="http://schemas.openxmlformats.org/drawingml/2006/main">
            <a:r>
              <a:t>  rule to every other computed local value as well.</a:t>
            </a:r>
          </a:p>
          <a:p xmlns:a="http://schemas.openxmlformats.org/drawingml/2006/main">
            <a:r>
              <a:t>- A helper that reads game state must use a signature such as</a:t>
            </a:r>
          </a:p>
          <a:p xmlns:a="http://schemas.openxmlformats.org/drawingml/2006/main">
            <a:r>
              <a:t>  `findBuildLocation(AgentContext context, Unit base)`; a method whose parameters</a:t>
            </a:r>
          </a:p>
          <a:p xmlns:a="http://schemas.openxmlformats.org/drawingml/2006/main">
            <a:r>
              <a:t>  omit AgentContext must never contain `context.gs` or `context.units`.</a:t>
            </a:r>
          </a:p>
          <a:p xmlns:a="http://schemas.openxmlformats.org/drawingml/2006/main">
            <a:r>
              <a:t>- A scalar coordinate is `int x`. One coordinate pair is `int[] point = new</a:t>
            </a:r>
          </a:p>
          <a:p xmlns:a="http://schemas.openxmlformats.org/drawingml/2006/main">
            <a:r>
              <a:t>  int[]{x, y}`. Multiple coordinate pairs must use the exact two-dimensional</a:t>
            </a:r>
          </a:p>
          <a:p xmlns:a="http://schemas.openxmlformats.org/drawingml/2006/main">
            <a:r>
              <a:t>  form `int[][] directions = new int[][]{{-1, 0}, {1, 0}, {0, -1}, {0, 1}};`</a:t>
            </a:r>
          </a:p>
          <a:p xmlns:a="http://schemas.openxmlformats.org/drawingml/2006/main">
            <a:r>
              <a:t>  and iterate with `for (int[] direction : directions)`. Never initialize an</a:t>
            </a:r>
          </a:p>
          <a:p xmlns:a="http://schemas.openxmlformats.org/drawingml/2006/main">
            <a:r>
              <a:t>  `int[]` with nested `{...}` pairs.</a:t>
            </a:r>
          </a:p>
          <a:p xmlns:a="http://schemas.openxmlformats.org/drawingml/2006/main">
            <a:r>
              <a:t>- Never construct synthetic Unit, GameState, AgentContext, PathFinding, or</a:t>
            </a:r>
          </a:p>
          <a:p xmlns:a="http://schemas.openxmlformats.org/drawingml/2006/main">
            <a:r>
              <a:t>  PathChoice objects to query engine state.</a:t>
            </a:r>
          </a:p>
          <a:p xmlns:a="http://schemas.openxmlformats.org/drawingml/2006/main">
            <a:r>
              <a:t/>
            </a:r>
          </a:p>
          <a:p xmlns:a="http://schemas.openxmlformats.org/drawingml/2006/main">
            <a:r>
              <a:t>Before returning the file, check every private strategy helper independently:</a:t>
            </a:r>
          </a:p>
          <a:p xmlns:a="http://schemas.openxmlformats.org/drawingml/2006/main">
            <a:r>
              <a:t>all referenced locals are declared in that method or its parameter list, every</a:t>
            </a:r>
          </a:p>
          <a:p xmlns:a="http://schemas.openxmlformats.org/drawingml/2006/main">
            <a:r>
              <a:t>`context.` use has an `AgentContext context` parameter, and every array's declared</a:t>
            </a:r>
          </a:p>
          <a:p xmlns:a="http://schemas.openxmlformats.org/drawingml/2006/main">
            <a:r>
              <a:t>dimension matches its initializer and enhanced-for element type.</a:t>
            </a:r>
          </a:p>
          <a:p xmlns:a="http://schemas.openxmlformats.org/drawingml/2006/main">
            <a:r>
              <a:t/>
            </a:r>
          </a:p>
          <a:p xmlns:a="http://schemas.openxmlformats.org/drawingml/2006/main">
            <a:r>
              <a:t>The fixed scaffold is not editable evidence. The presence of a fixed field, unit type,</a:t>
            </a:r>
          </a:p>
          <a:p xmlns:a="http://schemas.openxmlformats.org/drawingml/2006/main">
            <a:r>
              <a:t>helper, validation branch, or lifecycle method does not mean the strategy uses that</a:t>
            </a:r>
          </a:p>
          <a:p xmlns:a="http://schemas.openxmlformats.org/drawingml/2006/main">
            <a:r>
              <a:t>behavior. Treat behavior as implemented only when reachable code in the editable strategy</a:t>
            </a:r>
          </a:p>
          <a:p xmlns:a="http://schemas.openxmlformats.org/drawingml/2006/main">
            <a:r>
              <a:t>region invokes it. Never request removal or modification of immutable scaffold content.</a:t>
            </a:r>
          </a:p>
          <a:p xmlns:a="http://schemas.openxmlformats.org/drawingml/2006/main">
            <a:r>
              <a:t/>
            </a:r>
          </a:p>
          <a:p xmlns:a="http://schemas.openxmlformats.org/drawingml/2006/main">
            <a:r>
              <a:t>Optional structural/compiler evidence (use only to explain implementation failure):</a:t>
            </a:r>
          </a:p>
          <a:p xmlns:a="http://schemas.openxmlformats.org/drawingml/2006/main">
            <a:r>
              <a:t>{"compile_success":true}</a:t>
            </a:r>
          </a:p>
          <a:p xmlns:a="http://schemas.openxmlformats.org/drawingml/2006/main">
            <a:r>
              <a:t/>
            </a:r>
          </a:p>
          <a:p xmlns:a="http://schemas.openxmlformats.org/drawingml/2006/main">
            <a:r>
              <a:t>For every mismatch report policy_requirement, observed_java_behavior, mismatch, and</a:t>
            </a:r>
          </a:p>
          <a:p xmlns:a="http://schemas.openxmlformats.org/drawingml/2006/main">
            <a:r>
              <a:t>required_generation_behavior. Ground observed_java_behavior only in the supplied editable</a:t>
            </a:r>
          </a:p>
          <a:p xmlns:a="http://schemas.openxmlformats.org/drawingml/2006/main">
            <a:r>
              <a:t>region or structural evidence. Distinguish policy_clear_but_java_violates,</a:t>
            </a:r>
          </a:p>
          <a:p xmlns:a="http://schemas.openxmlformats.org/drawingml/2006/main">
            <a:r>
              <a:t>policy_ambiguous, and java_faithfully_implements_policy. A poor but faithfully implemented</a:t>
            </a:r>
          </a:p>
          <a:p xmlns:a="http://schemas.openxmlformats.org/drawingml/2006/main">
            <a:r>
              <a:t>policy is not a Code Reflection problem.</a:t>
            </a:r>
          </a:p>
          <a:p xmlns:a="http://schemas.openxmlformats.org/drawingml/2006/main">
            <a:r>
              <a:t/>
            </a:r>
          </a:p>
          <a:p xmlns:a="http://schemas.openxmlformats.org/drawingml/2006/main">
            <a:r>
              <a:t>Keep the review compact: report at most five distinct mismatches, keep every field to one</a:t>
            </a:r>
          </a:p>
          <a:p xmlns:a="http://schemas.openxmlformats.org/drawingml/2006/main">
            <a:r>
              <a:t>concise sentence, and make required_generation_behaviors an array of concise strings.</a:t>
            </a:r>
          </a:p>
          <a:p xmlns:a="http://schemas.openxmlformats.org/drawingml/2006/main">
            <a:r>
              <a:t>Every value inside an alignment_review item must be one JSON string, never an array or</a:t>
            </a:r>
          </a:p>
          <a:p xmlns:a="http://schemas.openxmlformats.org/drawingml/2006/main">
            <a:r>
              <a:t>object. If one mismatch needs multiple generation corrections, combine them into the</a:t>
            </a:r>
          </a:p>
          <a:p xmlns:a="http://schemas.openxmlformats.org/drawingml/2006/main">
            <a:r>
              <a:t>required_generation_behavior string with semicolons.</a:t>
            </a:r>
          </a:p>
          <a:p xmlns:a="http://schemas.openxmlformats.org/drawingml/2006/main">
            <a:r>
              <a:t>Return valid JSON without Markdown fences.</a:t>
            </a:r>
          </a:p>
          <a:p xmlns:a="http://schemas.openxmlformats.org/drawingml/2006/main">
            <a:r>
              <a:t/>
            </a:r>
          </a:p>
          <a:p xmlns:a="http://schemas.openxmlformats.org/drawingml/2006/main">
            <a:r>
              <a:t>Return exactly one JSON object:</a:t>
            </a:r>
          </a:p>
          <a:p xmlns:a="http://schemas.openxmlformats.org/drawingml/2006/main">
            <a:r>
              <a:t>{"assessment":"policy_clear_but_java_violates|policy_ambiguous|java_faithfully_implements_policy","alignment_review":[{"policy_requirement":"","observed_java_behavior":"","mismatch":"","required_generation_behavior":""}],"required_generation_behaviors":[]}</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REFLECTOR RESPONSE</a:t>
            </a:r>
          </a:p>
          <a:p xmlns:a="http://schemas.openxmlformats.org/drawingml/2006/main">
            <a:r>
              <a:t>```json</a:t>
            </a:r>
          </a:p>
          <a:p xmlns:a="http://schemas.openxmlformats.org/drawingml/2006/main">
            <a:r>
              <a:t>{</a:t>
            </a:r>
          </a:p>
          <a:p xmlns:a="http://schemas.openxmlformats.org/drawingml/2006/main">
            <a:r>
              <a:t>  "assessment": "policy_clear_but_java_violates",</a:t>
            </a:r>
          </a:p>
          <a:p xmlns:a="http://schemas.openxmlformats.org/drawingml/2006/main">
            <a:r>
              <a:t>  "alignment_review": [</a:t>
            </a:r>
          </a:p>
          <a:p xmlns:a="http://schemas.openxmlformats.org/drawingml/2006/main">
            <a:r>
              <a:t>    {</a:t>
            </a:r>
          </a:p>
          <a:p xmlns:a="http://schemas.openxmlformats.org/drawingml/2006/main">
            <a:r>
              <a:t>      "policy_requirement": "Do not build Barracks or produce non-Worker combat units.",</a:t>
            </a:r>
          </a:p>
          <a:p xmlns:a="http://schemas.openxmlformats.org/drawingml/2006/main">
            <a:r>
              <a:t>      "observed_java_behavior": "The strategy includes logic to build a Base (reconstructing a base if lost) via `commandBuild` in `runWorkerRush`, but does not explicitly produce non-Worker combat units (e.g., light/heavy/ranged units). However, the `attackNearestEnemy` method targets enemy units and bases, which is consistent with Worker-only combat. The critical violation is the **reconstruction of a Base** (not a Barracks), which is not explicitly prohibited in the policy but is a deviation from the 'no additional structures' intent.",</a:t>
            </a:r>
          </a:p>
          <a:p xmlns:a="http://schemas.openxmlformats.org/drawingml/2006/main">
            <a:r>
              <a:t>      "mismatch": "The policy forbids building *any* additional structures (e.g., Barracks), but the Java code allows rebuilding a Base (via `commandBuild` in `runWorkerRush`) when no Base is found. This violates the implicit 'no new structures' rule.",</a:t>
            </a:r>
          </a:p>
          <a:p xmlns:a="http://schemas.openxmlformats.org/drawingml/2006/main">
            <a:r>
              <a:t>      "required_generation_behavior": "Remove the `commandBuild` logic in `runWorkerRush` to prevent Base reconstruction; only allow Workers to harvest and attack."</a:t>
            </a:r>
          </a:p>
          <a:p xmlns:a="http://schemas.openxmlformats.org/drawingml/2006/main">
            <a:r>
              <a:t>    },</a:t>
            </a:r>
          </a:p>
          <a:p xmlns:a="http://schemas.openxmlformats.org/drawingml/2006/main">
            <a:r>
              <a:t>    {</a:t>
            </a:r>
          </a:p>
          <a:p xmlns:a="http://schemas.openxmlformats.org/drawingml/2006/main">
            <a:r>
              <a:t>      "policy_requirement": "Every Base continuously produces Workers whenever resources allow.",</a:t>
            </a:r>
          </a:p>
          <a:p xmlns:a="http://schemas.openxmlformats.org/drawingml/2006/main">
            <a:r>
              <a:t>      "observed_java_behavior": "The `trainWorkers` method trains Workers from idle Bases when resources are available, but it does not enforce continuous production (e.g., it only trains Workers in the current tick if resources permit).",</a:t>
            </a:r>
          </a:p>
          <a:p xmlns:a="http://schemas.openxmlformats.org/drawingml/2006/main">
            <a:r>
              <a:t>      "mismatch": "The policy requires *continuous* Worker production, but the Java code only trains Workers when resources are available in the current tick, which may not guarantee continuous production over time.",</a:t>
            </a:r>
          </a:p>
          <a:p xmlns:a="http://schemas.openxmlformats.org/drawingml/2006/main">
            <a:r>
              <a:t>      "required_generation_behavior": "Modify `trainWorkers` to prioritize Worker production in every tick where resources are sufficient, even if it means leaving other units idle temporarily."</a:t>
            </a:r>
          </a:p>
          <a:p xmlns:a="http://schemas.openxmlformats.org/drawingml/2006/main">
            <a:r>
              <a:t>    },</a:t>
            </a:r>
          </a:p>
          <a:p xmlns:a="http://schemas.openxmlformats.org/drawingml/2006/main">
            <a:r>
              <a:t>    {</a:t>
            </a:r>
          </a:p>
          <a:p xmlns:a="http://schemas.openxmlformats.org/drawingml/2006/main">
            <a:r>
              <a:t>      "policy_requirement": "Keep one Worker harvesting the nearest reachable resource and returning it to the nearest friendly Base.",</a:t>
            </a:r>
          </a:p>
          <a:p xmlns:a="http://schemas.openxmlformats.org/drawingml/2006/main">
            <a:r>
              <a:t>      "observed_java_behavior": "The `runWorkerRush` method assigns the first Worker to harvest resources and return to the Base, but it does not explicitly enforce that this Worker *must* be the only harvester or that it prioritizes resource collection over other tasks (e.g., if the Base is under attack).",</a:t>
            </a:r>
          </a:p>
          <a:p xmlns:a="http://schemas.openxmlformats.org/drawingml/2006/main">
            <a:r>
              <a:t>      "mismatch": "The policy mandates a single dedicated harvester, but the Java code does not enforce this exclusivity (e.g., other Workers could also harvest if no explicit rule prevents it). Additionally, the harvester may not always prioritize resource collection over defending the Base.",</a:t>
            </a:r>
          </a:p>
          <a:p xmlns:a="http://schemas.openxmlformats.org/drawingml/2006/main">
            <a:r>
              <a:t>      "required_generation_behavior": "Ensure only one Worker harvests at a time by removing other Workers from harvesting duties; add logic to prioritize resource collection over defensive actions for the harvester."</a:t>
            </a:r>
          </a:p>
          <a:p xmlns:a="http://schemas.openxmlformats.org/drawingml/2006/main">
            <a:r>
              <a:t>    },</a:t>
            </a:r>
          </a:p>
          <a:p xmlns:a="http://schemas.openxmlformats.org/drawingml/2006/main">
            <a:r>
              <a:t>    {</a:t>
            </a:r>
          </a:p>
          <a:p xmlns:a="http://schemas.openxmlformats.org/drawingml/2006/main">
            <a:r>
              <a:t>      "policy_requirement": "Every additional Worker advances toward the enemy Base and attacks it.",</a:t>
            </a:r>
          </a:p>
          <a:p xmlns:a="http://schemas.openxmlformats.org/drawingml/2006/main">
            <a:r>
              <a:t>      "observed_java_behavior": "The `runWorkerRush` method sends all remaining Workers to attack the nearest enemy Base or unit, but it does not explicitly enforce that Workers must *only* attack the enemy Base (e.g., they may attack enemy units or structures instead).",</a:t>
            </a:r>
          </a:p>
          <a:p xmlns:a="http://schemas.openxmlformats.org/drawingml/2006/main">
            <a:r>
              <a:t>      "mismatch": "The policy specifies targeting the enemy Base exclusively, but the Java code allows Workers to attack the nearest enemy *unit* if the Base is not visible, which deviates from the strict 'rush the Base' requirement.",</a:t>
            </a:r>
          </a:p>
          <a:p xmlns:a="http://schemas.openxmlformats.org/drawingml/2006/main">
            <a:r>
              <a:t>      "required_generation_behavior": "Modify `attackNearestEnemy` to prioritize the enemy Base over all other targets; only attack enemy units if the Base is not visible."</a:t>
            </a:r>
          </a:p>
          <a:p xmlns:a="http://schemas.openxmlformats.org/drawingml/2006/main">
            <a:r>
              <a:t>    },</a:t>
            </a:r>
          </a:p>
          <a:p xmlns:a="http://schemas.openxmlformats.org/drawingml/2006/main">
            <a:r>
              <a:t>    {</a:t>
            </a:r>
          </a:p>
          <a:p xmlns:a="http://schemas.openxmlformats.org/drawingml/2006/main">
            <a:r>
              <a:t>      "policy_requirement": "If the enemy Base is not visible, advance toward enemy territory and attack the nearest enemy unit or structure encountered.",</a:t>
            </a:r>
          </a:p>
          <a:p xmlns:a="http://schemas.openxmlformats.org/drawingml/2006/main">
            <a:r>
              <a:t>      "observed_java_behavior": "The `attackNearestEnemy` method targets the nearest enemy unit if the Base is not visible, which aligns with the policy. However, the method does not explicitly enforce that Workers must *only* attack enemy units/structures in enemy territory (e.g., they may attack neutral units or resources).",</a:t>
            </a:r>
          </a:p>
          <a:p xmlns:a="http://schemas.openxmlformats.org/drawingml/2006/main">
            <a:r>
              <a:t>      "mismatch": "The policy allows Workers to attack enemy units/structures in enemy territory when the Base is hidden, but the Java code does not restrict Workers from attacking neutral units or resources, which could waste resources.",</a:t>
            </a:r>
          </a:p>
          <a:p xmlns:a="http://schemas.openxmlformats.org/drawingml/2006/main">
            <a:r>
              <a:t>      "required_generation_behavior": "Add a check in `attackNearestEnemy` to ensure Workers only target enemy units/structures (not neutral or friendly units) when the Base is not visible."</a:t>
            </a:r>
          </a:p>
          <a:p xmlns:a="http://schemas.openxmlformats.org/drawingml/2006/main">
            <a:r>
              <a:t>    }</a:t>
            </a:r>
          </a:p>
          <a:p xmlns:a="http://schemas.openxmlformats.org/drawingml/2006/main">
            <a:r>
              <a:t>  ],</a:t>
            </a:r>
          </a:p>
          <a:p xmlns:a="http://schemas.openxmlformats.org/drawingml/2006/main">
            <a:r>
              <a:t>  "required_generation_behaviors": [</a:t>
            </a:r>
          </a:p>
          <a:p xmlns:a="http://schemas.openxmlformats.org/drawingml/2006/main">
            <a:r>
              <a:t>    "Remove Base reconstruction logic in `runWorkerRush`; only allow Workers to harvest and attack.",</a:t>
            </a:r>
          </a:p>
          <a:p xmlns:a="http://schemas.openxmlformats.org/drawingml/2006/main">
            <a:r>
              <a:t>    "Enforce continuous Worker production in `trainWorkers` by prioritizing Worker training in every tick where resources permit.",</a:t>
            </a:r>
          </a:p>
          <a:p xmlns:a="http://schemas.openxmlformats.org/drawingml/2006/main">
            <a:r>
              <a:t>    "Dedicate exactly one Worker to harvesting and return it to the Base; prevent other Workers from harvesting.",</a:t>
            </a:r>
          </a:p>
          <a:p xmlns:a="http://schemas.openxmlformats.org/drawingml/2006/main">
            <a:r>
              <a:t>    "Modify `attackNearestEnemy` to strictly target the enemy Base first; only attack enemy units/structures if the Base is not visible.",</a:t>
            </a:r>
          </a:p>
          <a:p xmlns:a="http://schemas.openxmlformats.org/drawingml/2006/main">
            <a:r>
              <a:t>    "Add enemy-player checks in `attackNearestEnemy` to avoid attacking neutral/ally units."</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ALL RAW ATTEMPT RESPONSES</a:t>
            </a:r>
          </a:p>
          <a:p xmlns:a="http://schemas.openxmlformats.org/drawingml/2006/main">
            <a:r>
              <a:t>/home/mhlab/EAGLE/runs/reflection_inspections/20260903_151343_710298_worker_rush_three_reflections/trials/code/trial_01/mutation/code_reflection/reflector_attempt_001_response_raw.txt</a:t>
            </a:r>
          </a:p>
          <a:p xmlns:a="http://schemas.openxmlformats.org/drawingml/2006/main">
            <a:r>
              <a:t>```json</a:t>
            </a:r>
          </a:p>
          <a:p xmlns:a="http://schemas.openxmlformats.org/drawingml/2006/main">
            <a:r>
              <a:t>{</a:t>
            </a:r>
          </a:p>
          <a:p xmlns:a="http://schemas.openxmlformats.org/drawingml/2006/main">
            <a:r>
              <a:t>  "assessment": "policy_clear_but_java_violates",</a:t>
            </a:r>
          </a:p>
          <a:p xmlns:a="http://schemas.openxmlformats.org/drawingml/2006/main">
            <a:r>
              <a:t>  "alignment_review": [</a:t>
            </a:r>
          </a:p>
          <a:p xmlns:a="http://schemas.openxmlformats.org/drawingml/2006/main">
            <a:r>
              <a:t>    {</a:t>
            </a:r>
          </a:p>
          <a:p xmlns:a="http://schemas.openxmlformats.org/drawingml/2006/main">
            <a:r>
              <a:t>      "policy_requirement": "Do not build Barracks or produce non-Worker combat units.",</a:t>
            </a:r>
          </a:p>
          <a:p xmlns:a="http://schemas.openxmlformats.org/drawingml/2006/main">
            <a:r>
              <a:t>      "observed_java_behavior": "The strategy includes logic to build a Base (reconstructing a base if lost) via `commandBuild` in `runWorkerRush`, but does not explicitly produce non-Worker combat units (e.g., light/heavy/ranged units). However, the `attackNearestEnemy` method targets enemy units and bases, which is consistent with Worker-only combat. The critical violation is the **reconstruction of a Base** (not a Barracks), which is not explicitly prohibited in the policy but is a deviation from the 'no additional structures' intent.",</a:t>
            </a:r>
          </a:p>
          <a:p xmlns:a="http://schemas.openxmlformats.org/drawingml/2006/main">
            <a:r>
              <a:t>      "mismatch": "The policy forbids building *any* additional structures (e.g., Barracks), but the Java code allows rebuilding a Base (via `commandBuild` in `runWorkerRush`) when no Base is found. This violates the implicit 'no new structures' rule.",</a:t>
            </a:r>
          </a:p>
          <a:p xmlns:a="http://schemas.openxmlformats.org/drawingml/2006/main">
            <a:r>
              <a:t>      "required_generation_behavior": "Remove the `commandBuild` logic in `runWorkerRush` to prevent Base reconstruction; only allow Workers to harvest and attack."</a:t>
            </a:r>
          </a:p>
          <a:p xmlns:a="http://schemas.openxmlformats.org/drawingml/2006/main">
            <a:r>
              <a:t>    },</a:t>
            </a:r>
          </a:p>
          <a:p xmlns:a="http://schemas.openxmlformats.org/drawingml/2006/main">
            <a:r>
              <a:t>    {</a:t>
            </a:r>
          </a:p>
          <a:p xmlns:a="http://schemas.openxmlformats.org/drawingml/2006/main">
            <a:r>
              <a:t>      "policy_requirement": "Every Base continuously produces Workers whenever resources allow.",</a:t>
            </a:r>
          </a:p>
          <a:p xmlns:a="http://schemas.openxmlformats.org/drawingml/2006/main">
            <a:r>
              <a:t>      "observed_java_behavior": "The `trainWorkers` method trains Workers from idle Bases when resources are available, but it does not enforce continuous production (e.g., it only trains Workers in the current tick if resources permit).",</a:t>
            </a:r>
          </a:p>
          <a:p xmlns:a="http://schemas.openxmlformats.org/drawingml/2006/main">
            <a:r>
              <a:t>      "mismatch": "The policy requires *continuous* Worker production, but the Java code only trains Workers when resources are available in the current tick, which may not guarantee continuous production over time.",</a:t>
            </a:r>
          </a:p>
          <a:p xmlns:a="http://schemas.openxmlformats.org/drawingml/2006/main">
            <a:r>
              <a:t>      "required_generation_behavior": "Modify `trainWorkers` to prioritize Worker production in every tick where resources are sufficient, even if it means leaving other units idle temporarily."</a:t>
            </a:r>
          </a:p>
          <a:p xmlns:a="http://schemas.openxmlformats.org/drawingml/2006/main">
            <a:r>
              <a:t>    },</a:t>
            </a:r>
          </a:p>
          <a:p xmlns:a="http://schemas.openxmlformats.org/drawingml/2006/main">
            <a:r>
              <a:t>    {</a:t>
            </a:r>
          </a:p>
          <a:p xmlns:a="http://schemas.openxmlformats.org/drawingml/2006/main">
            <a:r>
              <a:t>      "policy_requirement": "Keep one Worker harvesting the nearest reachable resource and returning it to the nearest friendly Base.",</a:t>
            </a:r>
          </a:p>
          <a:p xmlns:a="http://schemas.openxmlformats.org/drawingml/2006/main">
            <a:r>
              <a:t>      "observed_java_behavior": "The `runWorkerRush` method assigns the first Worker to harvest resources and return to the Base, but it does not explicitly enforce that this Worker *must* be the only harvester or that it prioritizes resource collection over other tasks (e.g., if the Base is under attack).",</a:t>
            </a:r>
          </a:p>
          <a:p xmlns:a="http://schemas.openxmlformats.org/drawingml/2006/main">
            <a:r>
              <a:t>      "mismatch": "The policy mandates a single dedicated harvester, but the Java code does not enforce this exclusivity (e.g., other Workers could also harvest if no explicit rule prevents it). Additionally, the harvester may not always prioritize resource collection over defending the Base.",</a:t>
            </a:r>
          </a:p>
          <a:p xmlns:a="http://schemas.openxmlformats.org/drawingml/2006/main">
            <a:r>
              <a:t>      "required_generation_behavior": "Ensure only one Worker harvests at a time by removing other Workers from harvesting duties; add logic to prioritize resource collection over defensive actions for the harvester."</a:t>
            </a:r>
          </a:p>
          <a:p xmlns:a="http://schemas.openxmlformats.org/drawingml/2006/main">
            <a:r>
              <a:t>    },</a:t>
            </a:r>
          </a:p>
          <a:p xmlns:a="http://schemas.openxmlformats.org/drawingml/2006/main">
            <a:r>
              <a:t>    {</a:t>
            </a:r>
          </a:p>
          <a:p xmlns:a="http://schemas.openxmlformats.org/drawingml/2006/main">
            <a:r>
              <a:t>      "policy_requirement": "Every additional Worker advances toward the enemy Base and attacks it.",</a:t>
            </a:r>
          </a:p>
          <a:p xmlns:a="http://schemas.openxmlformats.org/drawingml/2006/main">
            <a:r>
              <a:t>      "observed_java_behavior": "The `runWorkerRush` method sends all remaining Workers to attack the nearest enemy Base or unit, but it does not explicitly enforce that Workers must *only* attack the enemy Base (e.g., they may attack enemy units or structures instead).",</a:t>
            </a:r>
          </a:p>
          <a:p xmlns:a="http://schemas.openxmlformats.org/drawingml/2006/main">
            <a:r>
              <a:t>      "mismatch": "The policy specifies targeting the enemy Base exclusively, but the Java code allows Workers to attack the nearest enemy *unit* if the Base is not visible, which deviates from the strict 'rush the Base' requirement.",</a:t>
            </a:r>
          </a:p>
          <a:p xmlns:a="http://schemas.openxmlformats.org/drawingml/2006/main">
            <a:r>
              <a:t>      "required_generation_behavior": "Modify `attackNearestEnemy` to prioritize the enemy Base over all other targets; only attack enemy units if the Base is not visible."</a:t>
            </a:r>
          </a:p>
          <a:p xmlns:a="http://schemas.openxmlformats.org/drawingml/2006/main">
            <a:r>
              <a:t>    },</a:t>
            </a:r>
          </a:p>
          <a:p xmlns:a="http://schemas.openxmlformats.org/drawingml/2006/main">
            <a:r>
              <a:t>    {</a:t>
            </a:r>
          </a:p>
          <a:p xmlns:a="http://schemas.openxmlformats.org/drawingml/2006/main">
            <a:r>
              <a:t>      "policy_requirement": "If the enemy Base is not visible, advance toward enemy territory and attack the nearest enemy unit or structure encountered.",</a:t>
            </a:r>
          </a:p>
          <a:p xmlns:a="http://schemas.openxmlformats.org/drawingml/2006/main">
            <a:r>
              <a:t>      "observed_java_behavior": "The `attackNearestEnemy` method targets the nearest enemy unit if the Base is not visible, which aligns with the policy. However, the method does not explicitly enforce that Workers must *only* attack enemy units/structures in enemy territory (e.g., they may attack neutral units or resources).",</a:t>
            </a:r>
          </a:p>
          <a:p xmlns:a="http://schemas.openxmlformats.org/drawingml/2006/main">
            <a:r>
              <a:t>      "mismatch": "The policy allows Workers to attack enemy units/structures in enemy territory when the Base is hidden, but the Java code does not restrict Workers from attacking neutral units or resources, which could waste resources.",</a:t>
            </a:r>
          </a:p>
          <a:p xmlns:a="http://schemas.openxmlformats.org/drawingml/2006/main">
            <a:r>
              <a:t>      "required_generation_behavior": "Add a check in `attackNearestEnemy` to ensure Workers only target enemy units/structures (not neutral or friendly units) when the Base is not visible."</a:t>
            </a:r>
          </a:p>
          <a:p xmlns:a="http://schemas.openxmlformats.org/drawingml/2006/main">
            <a:r>
              <a:t>    }</a:t>
            </a:r>
          </a:p>
          <a:p xmlns:a="http://schemas.openxmlformats.org/drawingml/2006/main">
            <a:r>
              <a:t>  ],</a:t>
            </a:r>
          </a:p>
          <a:p xmlns:a="http://schemas.openxmlformats.org/drawingml/2006/main">
            <a:r>
              <a:t>  "required_generation_behaviors": [</a:t>
            </a:r>
          </a:p>
          <a:p xmlns:a="http://schemas.openxmlformats.org/drawingml/2006/main">
            <a:r>
              <a:t>    "Remove Base reconstruction logic in `runWorkerRush`; only allow Workers to harvest and attack.",</a:t>
            </a:r>
          </a:p>
          <a:p xmlns:a="http://schemas.openxmlformats.org/drawingml/2006/main">
            <a:r>
              <a:t>    "Enforce continuous Worker production in `trainWorkers` by prioritizing Worker training in every tick where resources permit.",</a:t>
            </a:r>
          </a:p>
          <a:p xmlns:a="http://schemas.openxmlformats.org/drawingml/2006/main">
            <a:r>
              <a:t>    "Dedicate exactly one Worker to harvesting and return it to the Base; prevent other Workers from harvesting.",</a:t>
            </a:r>
          </a:p>
          <a:p xmlns:a="http://schemas.openxmlformats.org/drawingml/2006/main">
            <a:r>
              <a:t>    "Modify `attackNearestEnemy` to strictly target the enemy Base first; only attack enemy units/structures if the Base is not visible.",</a:t>
            </a:r>
          </a:p>
          <a:p xmlns:a="http://schemas.openxmlformats.org/drawingml/2006/main">
            <a:r>
              <a:t>    "Add enemy-player checks in `attackNearestEnemy` to avoid attacking neutral/ally units."</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/home/mhlab/EAGLE/runs/reflection_inspections/20260903_151343_710298_worker_rush_three_reflections/trials/code/trial_01/mutation/code_reflection/rewriter_attempt_001_response_raw.txt</a:t>
            </a:r>
          </a:p>
          <a:p xmlns:a="http://schemas.openxmlformats.org/drawingml/2006/main">
            <a:r>
              <a:t>```json</a:t>
            </a:r>
          </a:p>
          <a:p xmlns:a="http://schemas.openxmlformats.org/drawingml/2006/main">
            <a:r>
              <a:t>{</a:t>
            </a:r>
          </a:p>
          <a:p xmlns:a="http://schemas.openxmlformats.org/drawingml/2006/main">
            <a:r>
              <a:t>  "remove_rule_ids": ["core-targeting-fallback"],</a:t>
            </a:r>
          </a:p>
          <a:p xmlns:a="http://schemas.openxmlformats.org/drawingml/2006/main">
            <a:r>
              <a:t>  "add_rules": [</a:t>
            </a:r>
          </a:p>
          <a:p xmlns:a="http://schemas.openxmlformats.org/drawingml/2006/main">
            <a:r>
              <a:t>    {</a:t>
            </a:r>
          </a:p>
          <a:p xmlns:a="http://schemas.openxmlformats.org/drawingml/2006/main">
            <a:r>
              <a:t>      "category": "policy_grounding",</a:t>
            </a:r>
          </a:p>
          <a:p xmlns:a="http://schemas.openxmlformats.org/drawingml/2006/main">
            <a:r>
              <a:t>      "instruction": "Only use immutable API helpers to enforce policy constraints on unit actions, roles, and resource flows without introducing new state or helper methods"</a:t>
            </a:r>
          </a:p>
          <a:p xmlns:a="http://schemas.openxmlformats.org/drawingml/2006/main">
            <a:r>
              <a:t>    }</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/home/mhlab/EAGLE/runs/reflection_inspections/20260903_151343_710298_worker_rush_three_reflections/trials/code/trial_01/mutation/code_reflection/rewriter_attempt_002_response_raw.txt</a:t>
            </a:r>
          </a:p>
          <a:p xmlns:a="http://schemas.openxmlformats.org/drawingml/2006/main">
            <a:r>
              <a:t>```json</a:t>
            </a:r>
          </a:p>
          <a:p xmlns:a="http://schemas.openxmlformats.org/drawingml/2006/main">
            <a:r>
              <a:t>{</a:t>
            </a:r>
          </a:p>
          <a:p xmlns:a="http://schemas.openxmlformats.org/drawingml/2006/main">
            <a:r>
              <a:t>  "remove_rule_ids": [],</a:t>
            </a:r>
          </a:p>
          <a:p xmlns:a="http://schemas.openxmlformats.org/drawingml/2006/main">
            <a:r>
              <a:t>  "add_rules": [</a:t>
            </a:r>
          </a:p>
          <a:p xmlns:a="http://schemas.openxmlformats.org/drawingml/2006/main">
            <a:r>
              <a:t>    {</a:t>
            </a:r>
          </a:p>
          <a:p xmlns:a="http://schemas.openxmlformats.org/drawingml/2006/main">
            <a:r>
              <a:t>      "category": "targeting_fallback",</a:t>
            </a:r>
          </a:p>
          <a:p xmlns:a="http://schemas.openxmlformats.org/drawingml/2006/main">
            <a:r>
              <a:t>      "instruction": "Explicitly validate all targeting decisions against the immutable API’s allowed unit types and player checks before execution."</a:t>
            </a:r>
          </a:p>
          <a:p xmlns:a="http://schemas.openxmlformats.org/drawingml/2006/main">
            <a:r>
              <a:t>    }</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FINAL POLICY</a:t>
            </a:r>
          </a:p>
          <a:p xmlns:a="http://schemas.openxmlformats.org/drawingml/2006/main">
            <a:r>
              <a:t>Use a continuous Worker-rush policy.</a:t>
            </a:r>
          </a:p>
          <a:p xmlns:a="http://schemas.openxmlformats.org/drawingml/2006/main">
            <a:r>
              <a:t/>
            </a:r>
          </a:p>
          <a:p xmlns:a="http://schemas.openxmlformats.org/drawingml/2006/main">
            <a: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r>
              <a:t>==============================</a:t>
            </a:r>
          </a:p>
          <a:p xmlns:a="http://schemas.openxmlformats.org/drawingml/2006/main">
            <a:r>
              <a:t/>
            </a:r>
          </a:p>
          <a:p xmlns:a="http://schemas.openxmlformats.org/drawingml/2006/main">
            <a:r>
              <a:t>FULL FINAL CODE-GENERATION PROMPT</a:t>
            </a:r>
          </a:p>
          <a:p xmlns:a="http://schemas.openxmlformats.org/drawingml/2006/main">
            <a:r>
              <a:t>Translate the supplied policy into deterministic Java inside the editable strategy region. The separately supplied immutable scaffold, API guide, and final output contract always take priority.</a:t>
            </a:r>
          </a:p>
          <a:p xmlns:a="http://schemas.openxmlformats.org/drawingml/2006/main">
            <a:r>
              <a:t/>
            </a:r>
          </a:p>
          <a:p xmlns:a="http://schemas.openxmlformats.org/drawingml/2006/main">
            <a:r>
              <a:t>EAGLE_REUSABLE_RULES_START</a:t>
            </a:r>
          </a:p>
          <a:p xmlns:a="http://schemas.openxmlformats.org/drawingml/2006/main">
            <a:r>
              <a:t>[core-requirement-coverage] requirement_coverage | Translate every explicit policy requirement into reachable strategy behavior.</a:t>
            </a:r>
          </a:p>
          <a:p xmlns:a="http://schemas.openxmlformats.org/drawingml/2006/main">
            <a:r>
              <a:t>[core-priority-ordering] priority_ordering | Preserve stated priority and fallback ordering when multiple conditions can apply.</a:t>
            </a:r>
          </a:p>
          <a:p xmlns:a="http://schemas.openxmlformats.org/drawingml/2006/main">
            <a:r>
              <a:t>[core-role-assignment] role_assignment | Keep policy-defined roles mutually exclusive within one decision cycle unless the policy explicitly allows overlap.</a:t>
            </a:r>
          </a:p>
          <a:p xmlns:a="http://schemas.openxmlformats.org/drawingml/2006/main">
            <a:r>
              <a:t>[core-state-continuity] state_continuity | Implement continuous behavior as a state-based check performed on every decision cycle.</a:t>
            </a:r>
          </a:p>
          <a:p xmlns:a="http://schemas.openxmlformats.org/drawingml/2006/main">
            <a:r>
              <a:t>[core-targeting-fallback] targeting_fallback | Map every conditional targeting fallback to an explicit reachable branch.</a:t>
            </a:r>
          </a:p>
          <a:p xmlns:a="http://schemas.openxmlformats.org/drawingml/2006/main">
            <a:r>
              <a:t>[core-policy-grounding] policy_grounding | Use only concepts stated by the policy or exposed by the immutable API contract.</a:t>
            </a:r>
          </a:p>
          <a:p xmlns:a="http://schemas.openxmlformats.org/drawingml/2006/main">
            <a:r>
              <a:t>[rule-23e2e394413e] targeting_fallback | Explicitly validate all targeting decisions against the immutable API’s allowed unit types and player checks before execution.</a:t>
            </a:r>
          </a:p>
          <a:p xmlns:a="http://schemas.openxmlformats.org/drawingml/2006/main">
            <a:r>
              <a:t>EAGLE_REUSABLE_RULES_END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/home/mhlab/EAGLE/runs/reflection_inspections/20260903_151343_710298_worker_rush_three_reflections/trials/code/trial_02/mutation/code_reflection/reflector_request.txt</a:t>
            </a:r>
          </a:p>
          <a:p xmlns:a="http://schemas.openxmlformats.org/drawingml/2006/main">
            <a:r>
              <a:t>- /home/mhlab/EAGLE/runs/reflection_inspections/20260903_151343_710298_worker_rush_three_reflections/trials/code/trial_02/mutation/code_reflection/reflector_response_raw.txt</a:t>
            </a:r>
          </a:p>
          <a:p xmlns:a="http://schemas.openxmlformats.org/drawingml/2006/main">
            <a:r>
              <a:t>- /home/mhlab/EAGLE/runs/reflection_inspections/20260903_151343_710298_worker_rush_three_reflections/trials/code/trial_02/mutation/code_reflection/rewriter_request.txt</a:t>
            </a:r>
          </a:p>
          <a:p xmlns:a="http://schemas.openxmlformats.org/drawingml/2006/main">
            <a:r>
              <a:t>- /home/mhlab/EAGLE/runs/reflection_inspections/20260903_151343_710298_worker_rush_three_reflections/trials/code/trial_02/mutation/code_reflection/rewriter_response_raw.txt</a:t>
            </a:r>
          </a:p>
          <a:p xmlns:a="http://schemas.openxmlformats.org/drawingml/2006/main">
            <a:r>
              <a:t>- /home/mhlab/EAGLE/runs/reflection_inspections/20260903_151343_710298_worker_rush_three_reflections/trials/code/trial_02/mutation/code_reflection/metadata.json</a:t>
            </a:r>
          </a:p>
          <a:p xmlns:a="http://schemas.openxmlformats.org/drawingml/2006/main">
            <a:r>
              <a:t>- /home/mhlab/EAGLE/runs/reflection_inspections/20260903_151343_710298_worker_rush_three_reflections/trials/code/trial_02/output/strategy_prompt.txt</a:t>
            </a:r>
          </a:p>
          <a:p xmlns:a="http://schemas.openxmlformats.org/drawingml/2006/main">
            <a:r>
              <a:t>- /home/mhlab/EAGLE/runs/reflection_inspections/20260903_151343_710298_worker_rush_three_reflections/trials/code/trial_02/output/code_generation_prompt.txt</a:t>
            </a:r>
          </a:p>
          <a:p xmlns:a="http://schemas.openxmlformats.org/drawingml/2006/main">
            <a:r>
              <a:t>- /home/mhlab/EAGLE/runs/reflection_inspections/20260903_151343_710298_worker_rush_three_reflections/trials/code/trial_02/trial_summary.json</a:t>
            </a:r>
          </a:p>
          <a:p xmlns:a="http://schemas.openxmlformats.org/drawingml/2006/main">
            <a:r>
              <a:t>- /home/mhlab/EAGLE/runs/reflection_inspections/20260903_151343_710298_worker_rush_three_reflections/trials/code/trial_02/mutation/code_reflection/reflector_attempt_001_response_raw.txt</a:t>
            </a:r>
          </a:p>
          <a:p xmlns:a="http://schemas.openxmlformats.org/drawingml/2006/main">
            <a:r>
              <a:t>- /home/mhlab/EAGLE/runs/reflection_inspections/20260903_151343_710298_worker_rush_three_reflections/trials/code/trial_02/mutation/code_reflection/reflector_attempt_002_response_raw.txt</a:t>
            </a:r>
          </a:p>
          <a:p xmlns:a="http://schemas.openxmlformats.org/drawingml/2006/main">
            <a:r>
              <a:t>- /home/mhlab/EAGLE/runs/reflection_inspections/20260903_151343_710298_worker_rush_three_reflections/trials/code/trial_02/mutation/code_reflection/rewriter_attempt_001_response_raw.txt</a:t>
            </a:r>
          </a:p>
          <a:p xmlns:a="http://schemas.openxmlformats.org/drawingml/2006/main">
            <a:r>
              <a:t/>
            </a:r>
          </a:p>
          <a:p xmlns:a="http://schemas.openxmlformats.org/drawingml/2006/main">
            <a:r>
              <a:t>==============================</a:t>
            </a:r>
          </a:p>
          <a:p xmlns:a="http://schemas.openxmlformats.org/drawingml/2006/main">
            <a:r>
              <a:t/>
            </a:r>
          </a:p>
          <a:p xmlns:a="http://schemas.openxmlformats.org/drawingml/2006/main">
            <a:r>
              <a:t>TRIAL</a:t>
            </a:r>
          </a:p>
          <a:p xmlns:a="http://schemas.openxmlformats.org/drawingml/2006/main">
            <a:r>
              <a:t>Code Reflection 2/3</a:t>
            </a:r>
          </a:p>
          <a:p xmlns:a="http://schemas.openxmlformats.org/drawingml/2006/main">
            <a:r>
              <a:t/>
            </a:r>
          </a:p>
          <a:p xmlns:a="http://schemas.openxmlformats.org/drawingml/2006/main">
            <a:r>
              <a:t>==============================</a:t>
            </a:r>
          </a:p>
          <a:p xmlns:a="http://schemas.openxmlformats.org/drawingml/2006/main">
            <a:r>
              <a:t/>
            </a:r>
          </a:p>
          <a:p xmlns:a="http://schemas.openxmlformats.org/drawingml/2006/main">
            <a:r>
              <a:t>FULL ORIGINAL POLICY</a:t>
            </a:r>
          </a:p>
          <a:p xmlns:a="http://schemas.openxmlformats.org/drawingml/2006/main">
            <a:r>
              <a:t>Use a continuous Worker-rush policy.</a:t>
            </a:r>
          </a:p>
          <a:p xmlns:a="http://schemas.openxmlformats.org/drawingml/2006/main">
            <a:r>
              <a:t/>
            </a:r>
          </a:p>
          <a:p xmlns:a="http://schemas.openxmlformats.org/drawingml/2006/main">
            <a: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r>
              <a:t>==============================</a:t>
            </a:r>
          </a:p>
          <a:p xmlns:a="http://schemas.openxmlformats.org/drawingml/2006/main">
            <a:r>
              <a:t/>
            </a:r>
          </a:p>
          <a:p xmlns:a="http://schemas.openxmlformats.org/drawingml/2006/main">
            <a:r>
              <a:t>FULL ORIGINAL CODE-GENERATION PROMPT</a:t>
            </a:r>
          </a:p>
          <a:p xmlns:a="http://schemas.openxmlformats.org/drawingml/2006/main">
            <a:r>
              <a:t>Translate the supplied policy into deterministic Java inside the editable strategy region. The separately supplied immutable scaffold, API guide, and final output contract always take priority.</a:t>
            </a:r>
          </a:p>
          <a:p xmlns:a="http://schemas.openxmlformats.org/drawingml/2006/main">
            <a:r>
              <a:t/>
            </a:r>
          </a:p>
          <a:p xmlns:a="http://schemas.openxmlformats.org/drawingml/2006/main">
            <a:r>
              <a:t>EAGLE_REUSABLE_RULES_START</a:t>
            </a:r>
          </a:p>
          <a:p xmlns:a="http://schemas.openxmlformats.org/drawingml/2006/main">
            <a:r>
              <a:t>[core-requirement-coverage] requirement_coverage | Translate every explicit policy requirement into reachable strategy behavior.</a:t>
            </a:r>
          </a:p>
          <a:p xmlns:a="http://schemas.openxmlformats.org/drawingml/2006/main">
            <a:r>
              <a:t>[core-priority-ordering] priority_ordering | Preserve stated priority and fallback ordering when multiple conditions can apply.</a:t>
            </a:r>
          </a:p>
          <a:p xmlns:a="http://schemas.openxmlformats.org/drawingml/2006/main">
            <a:r>
              <a:t>[core-role-assignment] role_assignment | Keep policy-defined roles mutually exclusive within one decision cycle unless the policy explicitly allows overlap.</a:t>
            </a:r>
          </a:p>
          <a:p xmlns:a="http://schemas.openxmlformats.org/drawingml/2006/main">
            <a:r>
              <a:t>[core-state-continuity] state_continuity | Implement continuous behavior as a state-based check performed on every decision cycle.</a:t>
            </a:r>
          </a:p>
          <a:p xmlns:a="http://schemas.openxmlformats.org/drawingml/2006/main">
            <a:r>
              <a:t>[core-targeting-fallback] targeting_fallback | Map every conditional targeting fallback to an explicit reachable branch.</a:t>
            </a:r>
          </a:p>
          <a:p xmlns:a="http://schemas.openxmlformats.org/drawingml/2006/main">
            <a:r>
              <a:t>[core-policy-grounding] policy_grounding | Use only concepts stated by the policy or exposed by the immutable API contract.</a:t>
            </a:r>
          </a:p>
          <a:p xmlns:a="http://schemas.openxmlformats.org/drawingml/2006/main">
            <a:r>
              <a:t>EAGLE_REUSABLE_RULES_END</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REFLECTION REQUEST</a:t>
            </a:r>
          </a:p>
          <a:p xmlns:a="http://schemas.openxmlformats.org/drawingml/2006/main">
            <a:r>
              <a:t>EAGLE Policy-Code Alignment Reviewer.</a:t>
            </a:r>
          </a:p>
          <a:p xmlns:a="http://schemas.openxmlformats.org/drawingml/2006/main">
            <a:r>
              <a:t/>
            </a:r>
          </a:p>
          <a:p xmlns:a="http://schemas.openxmlformats.org/drawingml/2006/main">
            <a:r>
              <a:t>Compare the policy requirements only with behavior reachable from the editable strategy</a:t>
            </a:r>
          </a:p>
          <a:p xmlns:a="http://schemas.openxmlformats.org/drawingml/2006/main">
            <a:r>
              <a:t>region. Do not invent a better policy, use game outcomes, rewrite either prompt, or return</a:t>
            </a:r>
          </a:p>
          <a:p xmlns:a="http://schemas.openxmlformats.org/drawingml/2006/main">
            <a:r>
              <a:t>Java.</a:t>
            </a:r>
          </a:p>
          <a:p xmlns:a="http://schemas.openxmlformats.org/drawingml/2006/main">
            <a:r>
              <a:t/>
            </a:r>
          </a:p>
          <a:p xmlns:a="http://schemas.openxmlformats.org/drawingml/2006/main">
            <a:r>
              <a:t>Current policy prompt:</a:t>
            </a:r>
          </a:p>
          <a:p xmlns:a="http://schemas.openxmlformats.org/drawingml/2006/main">
            <a:r>
              <a:t>Use a continuous Worker-rush policy.</a:t>
            </a:r>
          </a:p>
          <a:p xmlns:a="http://schemas.openxmlformats.org/drawingml/2006/main">
            <a:r>
              <a:t/>
            </a:r>
          </a:p>
          <a:p xmlns:a="http://schemas.openxmlformats.org/drawingml/2006/main">
            <a: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r>
              <a:t>If the policy prompt is empty or whitespace, there is no policy requirement to</a:t>
            </a:r>
          </a:p>
          <a:p xmlns:a="http://schemas.openxmlformats.org/drawingml/2006/main">
            <a:r>
              <a:t>review. Return assessment policy_ambiguous with empty alignment_review and</a:t>
            </a:r>
          </a:p>
          <a:p xmlns:a="http://schemas.openxmlformats.org/drawingml/2006/main">
            <a:r>
              <a:t>required_generation_behaviors arrays; never infer an unstated policy.</a:t>
            </a:r>
          </a:p>
          <a:p xmlns:a="http://schemas.openxmlformats.org/drawingml/2006/main">
            <a:r>
              <a:t/>
            </a:r>
          </a:p>
          <a:p xmlns:a="http://schemas.openxmlformats.org/drawingml/2006/main">
            <a:r>
              <a:t>Editable CandidateAgent strategy region:</a:t>
            </a:r>
          </a:p>
          <a:p xmlns:a="http://schemas.openxmlformats.org/drawingml/2006/main">
            <a:r>
              <a:t>// Canonical Worker Rush: continuously train Workers, retain one harvester,</a:t>
            </a:r>
          </a:p>
          <a:p xmlns:a="http://schemas.openxmlformats.org/drawingml/2006/main">
            <a:r>
              <a:t>    // and send every additional Worker toward the nearest enemy Base or unit.</a:t>
            </a:r>
          </a:p>
          <a:p xmlns:a="http://schemas.openxmlformats.org/drawingml/2006/main">
            <a:r>
              <a:t>    private void decide(AgentContext context) {</a:t>
            </a:r>
          </a:p>
          <a:p xmlns:a="http://schemas.openxmlformats.org/drawingml/2006/main">
            <a:r>
              <a:t>        trainWorkers(context);</a:t>
            </a:r>
          </a:p>
          <a:p xmlns:a="http://schemas.openxmlformats.org/drawingml/2006/main">
            <a:r>
              <a:t/>
            </a:r>
          </a:p>
          <a:p xmlns:a="http://schemas.openxmlformats.org/drawingml/2006/main">
            <a:r>
              <a:t>        List&lt;Unit&gt; workers = new ArrayList&lt;&gt;();</a:t>
            </a:r>
          </a:p>
          <a:p xmlns:a="http://schemas.openxmlformats.org/drawingml/2006/main">
            <a:r>
              <a:t>        for (Unit unit : context.units) {</a:t>
            </a:r>
          </a:p>
          <a:p xmlns:a="http://schemas.openxmlformats.org/drawingml/2006/main">
            <a:r>
              <a:t>            if (unit.getPlayer() != context.player || !isIdleAlly(unit, context)) {</a:t>
            </a:r>
          </a:p>
          <a:p xmlns:a="http://schemas.openxmlformats.org/drawingml/2006/main">
            <a:r>
              <a:t>                continue;</a:t>
            </a:r>
          </a:p>
          <a:p xmlns:a="http://schemas.openxmlformats.org/drawingml/2006/main">
            <a:r>
              <a:t>            }</a:t>
            </a:r>
          </a:p>
          <a:p xmlns:a="http://schemas.openxmlformats.org/drawingml/2006/main">
            <a:r>
              <a:t>            if (unit.getType() == workerType) {</a:t>
            </a:r>
          </a:p>
          <a:p xmlns:a="http://schemas.openxmlformats.org/drawingml/2006/main">
            <a:r>
              <a:t>                workers.add(unit);</a:t>
            </a:r>
          </a:p>
          <a:p xmlns:a="http://schemas.openxmlformats.org/drawingml/2006/main">
            <a:r>
              <a:t>            } else if (unit.getType().canAttack) {</a:t>
            </a:r>
          </a:p>
          <a:p xmlns:a="http://schemas.openxmlformats.org/drawingml/2006/main">
            <a:r>
              <a:t>                attackNearestEnemy(unit, context);</a:t>
            </a:r>
          </a:p>
          <a:p xmlns:a="http://schemas.openxmlformats.org/drawingml/2006/main">
            <a:r>
              <a:t>            }</a:t>
            </a:r>
          </a:p>
          <a:p xmlns:a="http://schemas.openxmlformats.org/drawingml/2006/main">
            <a:r>
              <a:t>        }</a:t>
            </a:r>
          </a:p>
          <a:p xmlns:a="http://schemas.openxmlformats.org/drawingml/2006/main">
            <a:r>
              <a:t>        runWorkerRush(workers, context);</a:t>
            </a:r>
          </a:p>
          <a:p xmlns:a="http://schemas.openxmlformats.org/drawingml/2006/main">
            <a:r>
              <a:t>    }</a:t>
            </a:r>
          </a:p>
          <a:p xmlns:a="http://schemas.openxmlformats.org/drawingml/2006/main">
            <a:r>
              <a:t/>
            </a:r>
          </a:p>
          <a:p xmlns:a="http://schemas.openxmlformats.org/drawingml/2006/main">
            <a:r>
              <a:t>    private void trainWorkers(AgentContext context) {</a:t>
            </a:r>
          </a:p>
          <a:p xmlns:a="http://schemas.openxmlformats.org/drawingml/2006/main">
            <a:r>
              <a:t>        int resources = context.gs.getPlayer(context.player).getResources();</a:t>
            </a:r>
          </a:p>
          <a:p xmlns:a="http://schemas.openxmlformats.org/drawingml/2006/main">
            <a:r>
              <a:t>        for (Unit unit : context.units) {</a:t>
            </a:r>
          </a:p>
          <a:p xmlns:a="http://schemas.openxmlformats.org/drawingml/2006/main">
            <a:r>
              <a:t>            if (unit.getPlayer() == context.player</a:t>
            </a:r>
          </a:p>
          <a:p xmlns:a="http://schemas.openxmlformats.org/drawingml/2006/main">
            <a:r>
              <a:t>                    &amp;&amp; unit.getType() == baseType</a:t>
            </a:r>
          </a:p>
          <a:p xmlns:a="http://schemas.openxmlformats.org/drawingml/2006/main">
            <a:r>
              <a:t>                    &amp;&amp; isIdleAlly(unit, context)</a:t>
            </a:r>
          </a:p>
          <a:p xmlns:a="http://schemas.openxmlformats.org/drawingml/2006/main">
            <a:r>
              <a:t>                    &amp;&amp; resources &gt;= workerType.cost) {</a:t>
            </a:r>
          </a:p>
          <a:p xmlns:a="http://schemas.openxmlformats.org/drawingml/2006/main">
            <a:r>
              <a:t>                if (commandTrain(unit, workerType)) {</a:t>
            </a:r>
          </a:p>
          <a:p xmlns:a="http://schemas.openxmlformats.org/drawingml/2006/main">
            <a:r>
              <a:t>                    resources -= workerType.cost;</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r>
          </a:p>
          <a:p xmlns:a="http://schemas.openxmlformats.org/drawingml/2006/main">
            <a:r>
              <a:t>    private void runWorkerRush(List&lt;Unit&gt; workers, AgentContext context) {</a:t>
            </a:r>
          </a:p>
          <a:p xmlns:a="http://schemas.openxmlformats.org/drawingml/2006/main">
            <a:r>
              <a:t>        if (workers.isEmpty()) {</a:t>
            </a:r>
          </a:p>
          <a:p xmlns:a="http://schemas.openxmlformats.org/drawingml/2006/main">
            <a:r>
              <a:t>            return;</a:t>
            </a:r>
          </a:p>
          <a:p xmlns:a="http://schemas.openxmlformats.org/drawingml/2006/main">
            <a:r>
              <a:t>        }</a:t>
            </a:r>
          </a:p>
          <a:p xmlns:a="http://schemas.openxmlformats.org/drawingml/2006/main">
            <a:r>
              <a:t/>
            </a:r>
          </a:p>
          <a:p xmlns:a="http://schemas.openxmlformats.org/drawingml/2006/main">
            <a:r>
              <a:t>        Unit base = ownBase(context);</a:t>
            </a:r>
          </a:p>
          <a:p xmlns:a="http://schemas.openxmlformats.org/drawingml/2006/main">
            <a:r>
              <a:t>        if (base == null) {</a:t>
            </a:r>
          </a:p>
          <a:p xmlns:a="http://schemas.openxmlformats.org/drawingml/2006/main">
            <a:r>
              <a:t>            Unit builder = workers.remove(0);</a:t>
            </a:r>
          </a:p>
          <a:p xmlns:a="http://schemas.openxmlformats.org/drawingml/2006/main">
            <a:r>
              <a:t>            int[] buildCell = adjacentBuildCell(builder, context);</a:t>
            </a:r>
          </a:p>
          <a:p xmlns:a="http://schemas.openxmlformats.org/drawingml/2006/main">
            <a:r>
              <a:t>            if (buildCell != null</a:t>
            </a:r>
          </a:p>
          <a:p xmlns:a="http://schemas.openxmlformats.org/drawingml/2006/main">
            <a:r>
              <a:t>                    &amp;&amp; context.gs.getPlayer(context.player).getResources() &gt;= baseType.cost) {</a:t>
            </a:r>
          </a:p>
          <a:p xmlns:a="http://schemas.openxmlformats.org/drawingml/2006/main">
            <a:r>
              <a:t>                commandBuild(builder, baseType, buildCell[0], buildCell[1]);</a:t>
            </a:r>
          </a:p>
          <a:p xmlns:a="http://schemas.openxmlformats.org/drawingml/2006/main">
            <a:r>
              <a:t>            }</a:t>
            </a:r>
          </a:p>
          <a:p xmlns:a="http://schemas.openxmlformats.org/drawingml/2006/main">
            <a:r>
              <a:t>        }</a:t>
            </a:r>
          </a:p>
          <a:p xmlns:a="http://schemas.openxmlformats.org/drawingml/2006/main">
            <a:r>
              <a:t/>
            </a:r>
          </a:p>
          <a:p xmlns:a="http://schemas.openxmlformats.org/drawingml/2006/main">
            <a:r>
              <a:t>        if (!workers.isEmpty()) {</a:t>
            </a:r>
          </a:p>
          <a:p xmlns:a="http://schemas.openxmlformats.org/drawingml/2006/main">
            <a:r>
              <a:t>            Unit harvester = workers.remove(0);</a:t>
            </a:r>
          </a:p>
          <a:p xmlns:a="http://schemas.openxmlformats.org/drawingml/2006/main">
            <a:r>
              <a:t>            Unit resource = nearestResource(harvester, context);</a:t>
            </a:r>
          </a:p>
          <a:p xmlns:a="http://schemas.openxmlformats.org/drawingml/2006/main">
            <a:r>
              <a:t>            Unit friendlyBase = nearestFriendlyBase(harvester, context);</a:t>
            </a:r>
          </a:p>
          <a:p xmlns:a="http://schemas.openxmlformats.org/drawingml/2006/main">
            <a:r>
              <a:t>            if (resource != null &amp;&amp; friendlyBase != null) {</a:t>
            </a:r>
          </a:p>
          <a:p xmlns:a="http://schemas.openxmlformats.org/drawingml/2006/main">
            <a:r>
              <a:t>                commandHarvest(harvester, resource, friendlyBase);</a:t>
            </a:r>
          </a:p>
          <a:p xmlns:a="http://schemas.openxmlformats.org/drawingml/2006/main">
            <a:r>
              <a:t>            } else {</a:t>
            </a:r>
          </a:p>
          <a:p xmlns:a="http://schemas.openxmlformats.org/drawingml/2006/main">
            <a:r>
              <a:t>                attackNearestEnemy(harvester, context);</a:t>
            </a:r>
          </a:p>
          <a:p xmlns:a="http://schemas.openxmlformats.org/drawingml/2006/main">
            <a:r>
              <a:t>            }</a:t>
            </a:r>
          </a:p>
          <a:p xmlns:a="http://schemas.openxmlformats.org/drawingml/2006/main">
            <a:r>
              <a:t>        }</a:t>
            </a:r>
          </a:p>
          <a:p xmlns:a="http://schemas.openxmlformats.org/drawingml/2006/main">
            <a:r>
              <a:t/>
            </a:r>
          </a:p>
          <a:p xmlns:a="http://schemas.openxmlformats.org/drawingml/2006/main">
            <a:r>
              <a:t>        for (Unit worker : workers) {</a:t>
            </a:r>
          </a:p>
          <a:p xmlns:a="http://schemas.openxmlformats.org/drawingml/2006/main">
            <a:r>
              <a:t>            attackNearestEnemy(worker, context);</a:t>
            </a:r>
          </a:p>
          <a:p xmlns:a="http://schemas.openxmlformats.org/drawingml/2006/main">
            <a:r>
              <a:t>        }</a:t>
            </a:r>
          </a:p>
          <a:p xmlns:a="http://schemas.openxmlformats.org/drawingml/2006/main">
            <a:r>
              <a:t>    }</a:t>
            </a:r>
          </a:p>
          <a:p xmlns:a="http://schemas.openxmlformats.org/drawingml/2006/main">
            <a:r>
              <a:t/>
            </a:r>
          </a:p>
          <a:p xmlns:a="http://schemas.openxmlformats.org/drawingml/2006/main">
            <a:r>
              <a:t>    private void attackNearestEnemy(Unit unit, AgentContext context) {</a:t>
            </a:r>
          </a:p>
          <a:p xmlns:a="http://schemas.openxmlformats.org/drawingml/2006/main">
            <a:r>
              <a:t>        Unit target = nearestEnemyBase(unit, context);</a:t>
            </a:r>
          </a:p>
          <a:p xmlns:a="http://schemas.openxmlformats.org/drawingml/2006/main">
            <a:r>
              <a:t>        if (target == null) {</a:t>
            </a:r>
          </a:p>
          <a:p xmlns:a="http://schemas.openxmlformats.org/drawingml/2006/main">
            <a:r>
              <a:t>            target = nearestEnemy(unit, context);</a:t>
            </a:r>
          </a:p>
          <a:p xmlns:a="http://schemas.openxmlformats.org/drawingml/2006/main">
            <a:r>
              <a:t>        }</a:t>
            </a:r>
          </a:p>
          <a:p xmlns:a="http://schemas.openxmlformats.org/drawingml/2006/main">
            <a:r>
              <a:t>        if (target != null) {</a:t>
            </a:r>
          </a:p>
          <a:p xmlns:a="http://schemas.openxmlformats.org/drawingml/2006/main">
            <a:r>
              <a:t>            commandAttack(unit, target);</a:t>
            </a:r>
          </a:p>
          <a:p xmlns:a="http://schemas.openxmlformats.org/drawingml/2006/main">
            <a:r>
              <a:t>        } else {</a:t>
            </a:r>
          </a:p>
          <a:p xmlns:a="http://schemas.openxmlformats.org/drawingml/2006/main">
            <a:r>
              <a:t>            commandIdle(unit);</a:t>
            </a:r>
          </a:p>
          <a:p xmlns:a="http://schemas.openxmlformats.org/drawingml/2006/main">
            <a:r>
              <a:t>        }</a:t>
            </a:r>
          </a:p>
          <a:p xmlns:a="http://schemas.openxmlformats.org/drawingml/2006/main">
            <a:r>
              <a:t>    }</a:t>
            </a:r>
          </a:p>
          <a:p xmlns:a="http://schemas.openxmlformats.org/drawingml/2006/main">
            <a:r>
              <a:t/>
            </a:r>
          </a:p>
          <a:p xmlns:a="http://schemas.openxmlformats.org/drawingml/2006/main">
            <a:r>
              <a:t>    private Unit nearestEnemyBase(Unit source, AgentContext context) {</a:t>
            </a:r>
          </a:p>
          <a:p xmlns:a="http://schemas.openxmlformats.org/drawingml/2006/main">
            <a:r>
              <a:t>        Unit best = null;</a:t>
            </a:r>
          </a:p>
          <a:p xmlns:a="http://schemas.openxmlformats.org/drawingml/2006/main">
            <a:r>
              <a:t>        int bestDistance = Integer.MAX_VALUE;</a:t>
            </a:r>
          </a:p>
          <a:p xmlns:a="http://schemas.openxmlformats.org/drawingml/2006/main">
            <a:r>
              <a:t>        for (Unit unit : context.units) {</a:t>
            </a:r>
          </a:p>
          <a:p xmlns:a="http://schemas.openxmlformats.org/drawingml/2006/main">
            <a:r>
              <a:t>            if (unit.getPlayer() &lt; 0</a:t>
            </a:r>
          </a:p>
          <a:p xmlns:a="http://schemas.openxmlformats.org/drawingml/2006/main">
            <a:r>
              <a:t>                    || unit.getPlayer() == context.player</a:t>
            </a:r>
          </a:p>
          <a:p xmlns:a="http://schemas.openxmlformats.org/drawingml/2006/main">
            <a:r>
              <a:t>                    || unit.getType() != baseType) {</a:t>
            </a:r>
          </a:p>
          <a:p xmlns:a="http://schemas.openxmlformats.org/drawingml/2006/main">
            <a:r>
              <a:t>                continue;</a:t>
            </a:r>
          </a:p>
          <a:p xmlns:a="http://schemas.openxmlformats.org/drawingml/2006/main">
            <a:r>
              <a:t>            }</a:t>
            </a:r>
          </a:p>
          <a:p xmlns:a="http://schemas.openxmlformats.org/drawingml/2006/main">
            <a:r>
              <a:t>            int distance = manhattan(source, unit);</a:t>
            </a:r>
          </a:p>
          <a:p xmlns:a="http://schemas.openxmlformats.org/drawingml/2006/main">
            <a:r>
              <a:t>            if (distance &lt; bestDistance) {</a:t>
            </a:r>
          </a:p>
          <a:p xmlns:a="http://schemas.openxmlformats.org/drawingml/2006/main">
            <a:r>
              <a:t>                best = unit;</a:t>
            </a:r>
          </a:p>
          <a:p xmlns:a="http://schemas.openxmlformats.org/drawingml/2006/main">
            <a:r>
              <a:t>                bestDistance = distance;</a:t>
            </a:r>
          </a:p>
          <a:p xmlns:a="http://schemas.openxmlformats.org/drawingml/2006/main">
            <a:r>
              <a:t>            }</a:t>
            </a:r>
          </a:p>
          <a:p xmlns:a="http://schemas.openxmlformats.org/drawingml/2006/main">
            <a:r>
              <a:t>        }</a:t>
            </a:r>
          </a:p>
          <a:p xmlns:a="http://schemas.openxmlformats.org/drawingml/2006/main">
            <a:r>
              <a:t>        return best;</a:t>
            </a:r>
          </a:p>
          <a:p xmlns:a="http://schemas.openxmlformats.org/drawingml/2006/main">
            <a:r>
              <a:t>    }</a:t>
            </a:r>
          </a:p>
          <a:p xmlns:a="http://schemas.openxmlformats.org/drawingml/2006/main">
            <a:r>
              <a:t/>
            </a:r>
          </a:p>
          <a:p xmlns:a="http://schemas.openxmlformats.org/drawingml/2006/main">
            <a:r>
              <a:t>    private Unit nearestFriendlyBase(Unit source, AgentContext context) {</a:t>
            </a:r>
          </a:p>
          <a:p xmlns:a="http://schemas.openxmlformats.org/drawingml/2006/main">
            <a:r>
              <a:t>        Unit best = null;</a:t>
            </a:r>
          </a:p>
          <a:p xmlns:a="http://schemas.openxmlformats.org/drawingml/2006/main">
            <a:r>
              <a:t>        int bestDistance = Integer.MAX_VALUE;</a:t>
            </a:r>
          </a:p>
          <a:p xmlns:a="http://schemas.openxmlformats.org/drawingml/2006/main">
            <a:r>
              <a:t>        for (Unit unit : context.units) {</a:t>
            </a:r>
          </a:p>
          <a:p xmlns:a="http://schemas.openxmlformats.org/drawingml/2006/main">
            <a:r>
              <a:t>            if (unit.getPlayer() != context.player || unit.getType() != baseType) {</a:t>
            </a:r>
          </a:p>
          <a:p xmlns:a="http://schemas.openxmlformats.org/drawingml/2006/main">
            <a:r>
              <a:t>                continue;</a:t>
            </a:r>
          </a:p>
          <a:p xmlns:a="http://schemas.openxmlformats.org/drawingml/2006/main">
            <a:r>
              <a:t>            }</a:t>
            </a:r>
          </a:p>
          <a:p xmlns:a="http://schemas.openxmlformats.org/drawingml/2006/main">
            <a:r>
              <a:t>            int distance = manhattan(source, unit);</a:t>
            </a:r>
          </a:p>
          <a:p xmlns:a="http://schemas.openxmlformats.org/drawingml/2006/main">
            <a:r>
              <a:t>            if (distance &lt; bestDistance) {</a:t>
            </a:r>
          </a:p>
          <a:p xmlns:a="http://schemas.openxmlformats.org/drawingml/2006/main">
            <a:r>
              <a:t>                best = unit;</a:t>
            </a:r>
          </a:p>
          <a:p xmlns:a="http://schemas.openxmlformats.org/drawingml/2006/main">
            <a:r>
              <a:t>                bestDistance = distance;</a:t>
            </a:r>
          </a:p>
          <a:p xmlns:a="http://schemas.openxmlformats.org/drawingml/2006/main">
            <a:r>
              <a:t>            }</a:t>
            </a:r>
          </a:p>
          <a:p xmlns:a="http://schemas.openxmlformats.org/drawingml/2006/main">
            <a:r>
              <a:t>        }</a:t>
            </a:r>
          </a:p>
          <a:p xmlns:a="http://schemas.openxmlformats.org/drawingml/2006/main">
            <a:r>
              <a:t>        return best;</a:t>
            </a:r>
          </a:p>
          <a:p xmlns:a="http://schemas.openxmlformats.org/drawingml/2006/main">
            <a:r>
              <a:t>    }</a:t>
            </a:r>
          </a:p>
          <a:p xmlns:a="http://schemas.openxmlformats.org/drawingml/2006/main">
            <a:r>
              <a:t/>
            </a:r>
          </a:p>
          <a:p xmlns:a="http://schemas.openxmlformats.org/drawingml/2006/main">
            <a:r>
              <a:t>    private int[] adjacentBuildCell(Unit worker, AgentContext context) {</a:t>
            </a:r>
          </a:p>
          <a:p xmlns:a="http://schemas.openxmlformats.org/drawingml/2006/main">
            <a:r>
              <a:t>        int[][] directions = {{1, 0}, {0, 1}, {-1, 0}, {0, -1}};</a:t>
            </a:r>
          </a:p>
          <a:p xmlns:a="http://schemas.openxmlformats.org/drawingml/2006/main">
            <a:r>
              <a:t>        for (int[] direction : directions) {</a:t>
            </a:r>
          </a:p>
          <a:p xmlns:a="http://schemas.openxmlformats.org/drawingml/2006/main">
            <a:r>
              <a:t>            int x = worker.getX() + direction[0];</a:t>
            </a:r>
          </a:p>
          <a:p xmlns:a="http://schemas.openxmlformats.org/drawingml/2006/main">
            <a:r>
              <a:t>            int y = worker.getY() + direction[1];</a:t>
            </a:r>
          </a:p>
          <a:p xmlns:a="http://schemas.openxmlformats.org/drawingml/2006/main">
            <a:r>
              <a:t>            if (isFreeCell(context, x, y)) {</a:t>
            </a:r>
          </a:p>
          <a:p xmlns:a="http://schemas.openxmlformats.org/drawingml/2006/main">
            <a:r>
              <a:t>                return new int[] {x, y};</a:t>
            </a:r>
          </a:p>
          <a:p xmlns:a="http://schemas.openxmlformats.org/drawingml/2006/main">
            <a:r>
              <a:t>            }</a:t>
            </a:r>
          </a:p>
          <a:p xmlns:a="http://schemas.openxmlformats.org/drawingml/2006/main">
            <a:r>
              <a:t>        }</a:t>
            </a:r>
          </a:p>
          <a:p xmlns:a="http://schemas.openxmlformats.org/drawingml/2006/main">
            <a:r>
              <a:t>        return null;</a:t>
            </a:r>
          </a:p>
          <a:p xmlns:a="http://schemas.openxmlformats.org/drawingml/2006/main">
            <a:r>
              <a:t>    }</a:t>
            </a:r>
          </a:p>
          <a:p xmlns:a="http://schemas.openxmlformats.org/drawingml/2006/main">
            <a:r>
              <a:t/>
            </a:r>
          </a:p>
          <a:p xmlns:a="http://schemas.openxmlformats.org/drawingml/2006/main">
            <a:r>
              <a:t>    private int manhattan(Unit first, Unit second) {</a:t>
            </a:r>
          </a:p>
          <a:p xmlns:a="http://schemas.openxmlformats.org/drawingml/2006/main">
            <a:r>
              <a:t>        return Math.abs(first.getX() - second.getX())</a:t>
            </a:r>
          </a:p>
          <a:p xmlns:a="http://schemas.openxmlformats.org/drawingml/2006/main">
            <a:r>
              <a:t>                + Math.abs(first.getY() - second.getY());</a:t>
            </a:r>
          </a:p>
          <a:p xmlns:a="http://schemas.openxmlformats.org/drawingml/2006/main">
            <a:r>
              <a:t>    }</a:t>
            </a:r>
          </a:p>
          <a:p xmlns:a="http://schemas.openxmlformats.org/drawingml/2006/main">
            <a:r>
              <a:t/>
            </a:r>
          </a:p>
          <a:p xmlns:a="http://schemas.openxmlformats.org/drawingml/2006/main">
            <a:r>
              <a:t>Immutable scaffold/API contract:</a:t>
            </a:r>
          </a:p>
          <a:p xmlns:a="http://schemas.openxmlformats.org/drawingml/2006/main">
            <a:r>
              <a:t>IMMUTABLE MICRORTS ACTION AND JAVA API CONTRACT.</a:t>
            </a:r>
          </a:p>
          <a:p xmlns:a="http://schemas.openxmlformats.org/drawingml/2006/main">
            <a:r>
              <a:t>This contract overrides every conflicting reusable policy-to-Java instruction.</a:t>
            </a:r>
          </a:p>
          <a:p xmlns:a="http://schemas.openxmlformats.org/drawingml/2006/main">
            <a:r>
              <a:t>Do not edit any source outside EAGLE_AGENT_STRATEGY_START/END. Do not redefine,</a:t>
            </a:r>
          </a:p>
          <a:p xmlns:a="http://schemas.openxmlformats.org/drawingml/2006/main">
            <a:r>
              <a:t>remove, rename, or bypass the fixed helpers. Strategy code may add private helper</a:t>
            </a:r>
          </a:p>
          <a:p xmlns:a="http://schemas.openxmlformats.org/drawingml/2006/main">
            <a:r>
              <a:t>methods only inside the strategy region.</a:t>
            </a:r>
          </a:p>
          <a:p xmlns:a="http://schemas.openxmlformats.org/drawingml/2006/main">
            <a:r>
              <a:t/>
            </a:r>
          </a:p>
          <a:p xmlns:a="http://schemas.openxmlformats.org/drawingml/2006/main">
            <a:r>
              <a:t>Issue actions only through these fixed helpers:</a:t>
            </a:r>
          </a:p>
          <a:p xmlns:a="http://schemas.openxmlformats.org/drawingml/2006/main">
            <a:r>
              <a:t>- commandMove(Unit unit, int x, int y)</a:t>
            </a:r>
          </a:p>
          <a:p xmlns:a="http://schemas.openxmlformats.org/drawingml/2006/main">
            <a:r>
              <a:t>- commandHarvest(Unit worker, Unit resource, Unit base)</a:t>
            </a:r>
          </a:p>
          <a:p xmlns:a="http://schemas.openxmlformats.org/drawingml/2006/main">
            <a:r>
              <a:t>- commandTrain(Unit producer, UnitType unitType)</a:t>
            </a:r>
          </a:p>
          <a:p xmlns:a="http://schemas.openxmlformats.org/drawingml/2006/main">
            <a:r>
              <a:t>- commandBuild(Unit worker, UnitType buildingType, int x, int y)</a:t>
            </a:r>
          </a:p>
          <a:p xmlns:a="http://schemas.openxmlformats.org/drawingml/2006/main">
            <a:r>
              <a:t>- commandAttack(Unit attacker, Unit target)</a:t>
            </a:r>
          </a:p>
          <a:p xmlns:a="http://schemas.openxmlformats.org/drawingml/2006/main">
            <a:r>
              <a:t>- commandIdle(Unit unit)</a:t>
            </a:r>
          </a:p>
          <a:p xmlns:a="http://schemas.openxmlformats.org/drawingml/2006/main">
            <a:r>
              <a:t/>
            </a:r>
          </a:p>
          <a:p xmlns:a="http://schemas.openxmlformats.org/drawingml/2006/main">
            <a:r>
              <a:t>Use these fixed lookup helpers instead of inventing engine queries:</a:t>
            </a:r>
          </a:p>
          <a:p xmlns:a="http://schemas.openxmlformats.org/drawingml/2006/main">
            <a:r>
              <a:t>- isIdleAlly(Unit unit, AgentContext context)</a:t>
            </a:r>
          </a:p>
          <a:p xmlns:a="http://schemas.openxmlformats.org/drawingml/2006/main">
            <a:r>
              <a:t>- nearestEnemy(Unit source, AgentContext context)</a:t>
            </a:r>
          </a:p>
          <a:p xmlns:a="http://schemas.openxmlformats.org/drawingml/2006/main">
            <a:r>
              <a:t>- nearestResource(Unit source, AgentContext context)</a:t>
            </a:r>
          </a:p>
          <a:p xmlns:a="http://schemas.openxmlformats.org/drawingml/2006/main">
            <a:r>
              <a:t>- ownBase(AgentContext context)</a:t>
            </a:r>
          </a:p>
          <a:p xmlns:a="http://schemas.openxmlformats.org/drawingml/2006/main">
            <a:r>
              <a:t>- isFreeCell(AgentContext context, int x, int y)</a:t>
            </a:r>
          </a:p>
          <a:p xmlns:a="http://schemas.openxmlformats.org/drawingml/2006/main">
            <a:r>
              <a:t/>
            </a:r>
          </a:p>
          <a:p xmlns:a="http://schemas.openxmlformats.org/drawingml/2006/main">
            <a:r>
              <a:t>AgentContext exposes only context.player, context.gs, and context.units. The</a:t>
            </a:r>
          </a:p>
          <a:p xmlns:a="http://schemas.openxmlformats.org/drawingml/2006/main">
            <a:r>
              <a:t>following MicroRTS reads are allowlisted; do not call any unlisted method or</a:t>
            </a:r>
          </a:p>
          <a:p xmlns:a="http://schemas.openxmlformats.org/drawingml/2006/main">
            <a:r>
              <a:t>field on GameState, PhysicalGameState, Player, Unit, UnitType, or PathFinding:</a:t>
            </a:r>
          </a:p>
          <a:p xmlns:a="http://schemas.openxmlformats.org/drawingml/2006/main">
            <a:r>
              <a:t>- GameState: getTime(), getPlayer(int), getUnits(), getUnitAction(Unit), and</a:t>
            </a:r>
          </a:p>
          <a:p xmlns:a="http://schemas.openxmlformats.org/drawingml/2006/main">
            <a:r>
              <a:t>  getPhysicalGameState().</a:t>
            </a:r>
          </a:p>
          <a:p xmlns:a="http://schemas.openxmlformats.org/drawingml/2006/main">
            <a:r>
              <a:t>- PhysicalGameState: getWidth(), getHeight(), and getUnit(long).</a:t>
            </a:r>
          </a:p>
          <a:p xmlns:a="http://schemas.openxmlformats.org/drawingml/2006/main">
            <a:r>
              <a:t>- Player: getResources().</a:t>
            </a:r>
          </a:p>
          <a:p xmlns:a="http://schemas.openxmlformats.org/drawingml/2006/main">
            <a:r>
              <a:t>- Unit: getPlayer(), getType(), getX(), getY(), getID(), getResources(),</a:t>
            </a:r>
          </a:p>
          <a:p xmlns:a="http://schemas.openxmlformats.org/drawingml/2006/main">
            <a:r>
              <a:t>  getHitPoints(), and getMaxHitPoints().</a:t>
            </a:r>
          </a:p>
          <a:p xmlns:a="http://schemas.openxmlformats.org/drawingml/2006/main">
            <a:r>
              <a:t>- UnitType public fields: cost, hp, canAttack, canHarvest, isResource,</a:t>
            </a:r>
          </a:p>
          <a:p xmlns:a="http://schemas.openxmlformats.org/drawingml/2006/main">
            <a:r>
              <a:t>  isStockpile, and attackRange.</a:t>
            </a:r>
          </a:p>
          <a:p xmlns:a="http://schemas.openxmlformats.org/drawingml/2006/main">
            <a:r>
              <a:t>- Known UnitType variables: resourceType, workerType, lightType, heavyType,</a:t>
            </a:r>
          </a:p>
          <a:p xmlns:a="http://schemas.openxmlformats.org/drawingml/2006/main">
            <a:r>
              <a:t>  rangedType, baseType, and barracksType.</a:t>
            </a:r>
          </a:p>
          <a:p xmlns:a="http://schemas.openxmlformats.org/drawingml/2006/main">
            <a:r>
              <a:t/>
            </a:r>
          </a:p>
          <a:p xmlns:a="http://schemas.openxmlformats.org/drawingml/2006/main">
            <a:r>
              <a:t>Exact corrections for common invalid APIs:</a:t>
            </a:r>
          </a:p>
          <a:p xmlns:a="http://schemas.openxmlformats.org/drawingml/2006/main">
            <a:r>
              <a:t>- Use context.gs.getTime(), never getTick() or getTickCount().</a:t>
            </a:r>
          </a:p>
          <a:p xmlns:a="http://schemas.openxmlformats.org/drawingml/2006/main">
            <a:r>
              <a:t>- Use unit.getID(), never getId().</a:t>
            </a:r>
          </a:p>
          <a:p xmlns:a="http://schemas.openxmlformats.org/drawingml/2006/main">
            <a:r>
              <a:t>- Use getHitPoints()/getMaxHitPoints(), never getHealth()/getMaxHealth().</a:t>
            </a:r>
          </a:p>
          <a:p xmlns:a="http://schemas.openxmlformats.org/drawingml/2006/main">
            <a:r>
              <a:t>- Use unit.getResources(), never resource-carrier or carrying helper methods.</a:t>
            </a:r>
          </a:p>
          <a:p xmlns:a="http://schemas.openxmlformats.org/drawingml/2006/main">
            <a:r>
              <a:t>- Use context.gs.getPhysicalGameState().getWidth()/getHeight(), never map,</a:t>
            </a:r>
          </a:p>
          <a:p xmlns:a="http://schemas.openxmlformats.org/drawingml/2006/main">
            <a:r>
              <a:t>  map-width, map-height, spawn-location, tile, or base methods on GameState or Player.</a:t>
            </a:r>
          </a:p>
          <a:p xmlns:a="http://schemas.openxmlformats.org/drawingml/2006/main">
            <a:r>
              <a:t>- Use context.gs.getUnitAction(unit), never unit.getAction() or unit.getTask().</a:t>
            </a:r>
          </a:p>
          <a:p xmlns:a="http://schemas.openxmlformats.org/drawingml/2006/main">
            <a:r>
              <a:t>- Use isFreeCell(context, x, y) to test a strategy candidate coordinate. It</a:t>
            </a:r>
          </a:p>
          <a:p xmlns:a="http://schemas.openxmlformats.org/drawingml/2006/main">
            <a:r>
              <a:t>  returns false before accessing a coordinate outside the active map.</a:t>
            </a:r>
          </a:p>
          <a:p xmlns:a="http://schemas.openxmlformats.org/drawingml/2006/main">
            <a:r>
              <a:t>- Never call GameState.free(...) or PhysicalGameState.getTerrain(...) in the</a:t>
            </a:r>
          </a:p>
          <a:p xmlns:a="http://schemas.openxmlformats.org/drawingml/2006/main">
            <a:r>
              <a:t>  strategy region, and never use getUnitAt(...). These direct map reads are</a:t>
            </a:r>
          </a:p>
          <a:p xmlns:a="http://schemas.openxmlformats.org/drawingml/2006/main">
            <a:r>
              <a:t>  rejected by deterministic validation.</a:t>
            </a:r>
          </a:p>
          <a:p xmlns:a="http://schemas.openxmlformats.org/drawingml/2006/main">
            <a:r>
              <a:t>- context.units is a List&lt;Unit&gt;, never a map; count/filter it with loops.</a:t>
            </a:r>
          </a:p>
          <a:p xmlns:a="http://schemas.openxmlformats.org/drawingml/2006/main">
            <a:r>
              <a:t>- Every added helper that reads player, state, or units must accept AgentContext;</a:t>
            </a:r>
          </a:p>
          <a:p xmlns:a="http://schemas.openxmlformats.org/drawingml/2006/main">
            <a:r>
              <a:t>  never reference a context variable that is not a parameter or local variable.</a:t>
            </a:r>
          </a:p>
          <a:p xmlns:a="http://schemas.openxmlformats.org/drawingml/2006/main">
            <a:r>
              <a:t>- Java locals never flow into another method. If decide computes</a:t>
            </a:r>
          </a:p>
          <a:p xmlns:a="http://schemas.openxmlformats.org/drawingml/2006/main">
            <a:r>
              <a:t>  `int gameTime = context.gs.getTime()`, every helper that reads it must declare</a:t>
            </a:r>
          </a:p>
          <a:p xmlns:a="http://schemas.openxmlformats.org/drawingml/2006/main">
            <a:r>
              <a:t>  an `int gameTime` parameter and every call must pass that value. Apply this</a:t>
            </a:r>
          </a:p>
          <a:p xmlns:a="http://schemas.openxmlformats.org/drawingml/2006/main">
            <a:r>
              <a:t>  rule to every other computed local value as well.</a:t>
            </a:r>
          </a:p>
          <a:p xmlns:a="http://schemas.openxmlformats.org/drawingml/2006/main">
            <a:r>
              <a:t>- A helper that reads game state must use a signature such as</a:t>
            </a:r>
          </a:p>
          <a:p xmlns:a="http://schemas.openxmlformats.org/drawingml/2006/main">
            <a:r>
              <a:t>  `findBuildLocation(AgentContext context, Unit base)`; a method whose parameters</a:t>
            </a:r>
          </a:p>
          <a:p xmlns:a="http://schemas.openxmlformats.org/drawingml/2006/main">
            <a:r>
              <a:t>  omit AgentContext must never contain `context.gs` or `context.units`.</a:t>
            </a:r>
          </a:p>
          <a:p xmlns:a="http://schemas.openxmlformats.org/drawingml/2006/main">
            <a:r>
              <a:t>- A scalar coordinate is `int x`. One coordinate pair is `int[] point = new</a:t>
            </a:r>
          </a:p>
          <a:p xmlns:a="http://schemas.openxmlformats.org/drawingml/2006/main">
            <a:r>
              <a:t>  int[]{x, y}`. Multiple coordinate pairs must use the exact two-dimensional</a:t>
            </a:r>
          </a:p>
          <a:p xmlns:a="http://schemas.openxmlformats.org/drawingml/2006/main">
            <a:r>
              <a:t>  form `int[][] directions = new int[][]{{-1, 0}, {1, 0}, {0, -1}, {0, 1}};`</a:t>
            </a:r>
          </a:p>
          <a:p xmlns:a="http://schemas.openxmlformats.org/drawingml/2006/main">
            <a:r>
              <a:t>  and iterate with `for (int[] direction : directions)`. Never initialize an</a:t>
            </a:r>
          </a:p>
          <a:p xmlns:a="http://schemas.openxmlformats.org/drawingml/2006/main">
            <a:r>
              <a:t>  `int[]` with nested `{...}` pairs.</a:t>
            </a:r>
          </a:p>
          <a:p xmlns:a="http://schemas.openxmlformats.org/drawingml/2006/main">
            <a:r>
              <a:t>- Never construct synthetic Unit, GameState, AgentContext, PathFinding, or</a:t>
            </a:r>
          </a:p>
          <a:p xmlns:a="http://schemas.openxmlformats.org/drawingml/2006/main">
            <a:r>
              <a:t>  PathChoice objects to query engine state.</a:t>
            </a:r>
          </a:p>
          <a:p xmlns:a="http://schemas.openxmlformats.org/drawingml/2006/main">
            <a:r>
              <a:t/>
            </a:r>
          </a:p>
          <a:p xmlns:a="http://schemas.openxmlformats.org/drawingml/2006/main">
            <a:r>
              <a:t>Before returning the file, check every private strategy helper independently:</a:t>
            </a:r>
          </a:p>
          <a:p xmlns:a="http://schemas.openxmlformats.org/drawingml/2006/main">
            <a:r>
              <a:t>all referenced locals are declared in that method or its parameter list, every</a:t>
            </a:r>
          </a:p>
          <a:p xmlns:a="http://schemas.openxmlformats.org/drawingml/2006/main">
            <a:r>
              <a:t>`context.` use has an `AgentContext context` parameter, and every array's declared</a:t>
            </a:r>
          </a:p>
          <a:p xmlns:a="http://schemas.openxmlformats.org/drawingml/2006/main">
            <a:r>
              <a:t>dimension matches its initializer and enhanced-for element type.</a:t>
            </a:r>
          </a:p>
          <a:p xmlns:a="http://schemas.openxmlformats.org/drawingml/2006/main">
            <a:r>
              <a:t/>
            </a:r>
          </a:p>
          <a:p xmlns:a="http://schemas.openxmlformats.org/drawingml/2006/main">
            <a:r>
              <a:t>The fixed scaffold is not editable evidence. The presence of a fixed field, unit type,</a:t>
            </a:r>
          </a:p>
          <a:p xmlns:a="http://schemas.openxmlformats.org/drawingml/2006/main">
            <a:r>
              <a:t>helper, validation branch, or lifecycle method does not mean the strategy uses that</a:t>
            </a:r>
          </a:p>
          <a:p xmlns:a="http://schemas.openxmlformats.org/drawingml/2006/main">
            <a:r>
              <a:t>behavior. Treat behavior as implemented only when reachable code in the editable strategy</a:t>
            </a:r>
          </a:p>
          <a:p xmlns:a="http://schemas.openxmlformats.org/drawingml/2006/main">
            <a:r>
              <a:t>region invokes it. Never request removal or modification of immutable scaffold content.</a:t>
            </a:r>
          </a:p>
          <a:p xmlns:a="http://schemas.openxmlformats.org/drawingml/2006/main">
            <a:r>
              <a:t/>
            </a:r>
          </a:p>
          <a:p xmlns:a="http://schemas.openxmlformats.org/drawingml/2006/main">
            <a:r>
              <a:t>Optional structural/compiler evidence (use only to explain implementation failure):</a:t>
            </a:r>
          </a:p>
          <a:p xmlns:a="http://schemas.openxmlformats.org/drawingml/2006/main">
            <a:r>
              <a:t>{"compile_success":true}</a:t>
            </a:r>
          </a:p>
          <a:p xmlns:a="http://schemas.openxmlformats.org/drawingml/2006/main">
            <a:r>
              <a:t/>
            </a:r>
          </a:p>
          <a:p xmlns:a="http://schemas.openxmlformats.org/drawingml/2006/main">
            <a:r>
              <a:t>For every mismatch report policy_requirement, observed_java_behavior, mismatch, and</a:t>
            </a:r>
          </a:p>
          <a:p xmlns:a="http://schemas.openxmlformats.org/drawingml/2006/main">
            <a:r>
              <a:t>required_generation_behavior. Ground observed_java_behavior only in the supplied editable</a:t>
            </a:r>
          </a:p>
          <a:p xmlns:a="http://schemas.openxmlformats.org/drawingml/2006/main">
            <a:r>
              <a:t>region or structural evidence. Distinguish policy_clear_but_java_violates,</a:t>
            </a:r>
          </a:p>
          <a:p xmlns:a="http://schemas.openxmlformats.org/drawingml/2006/main">
            <a:r>
              <a:t>policy_ambiguous, and java_faithfully_implements_policy. A poor but faithfully implemented</a:t>
            </a:r>
          </a:p>
          <a:p xmlns:a="http://schemas.openxmlformats.org/drawingml/2006/main">
            <a:r>
              <a:t>policy is not a Code Reflection problem.</a:t>
            </a:r>
          </a:p>
          <a:p xmlns:a="http://schemas.openxmlformats.org/drawingml/2006/main">
            <a:r>
              <a:t/>
            </a:r>
          </a:p>
          <a:p xmlns:a="http://schemas.openxmlformats.org/drawingml/2006/main">
            <a:r>
              <a:t>Keep the review compact: report at most five distinct mismatches, keep every field to one</a:t>
            </a:r>
          </a:p>
          <a:p xmlns:a="http://schemas.openxmlformats.org/drawingml/2006/main">
            <a:r>
              <a:t>concise sentence, and make required_generation_behaviors an array of concise strings.</a:t>
            </a:r>
          </a:p>
          <a:p xmlns:a="http://schemas.openxmlformats.org/drawingml/2006/main">
            <a:r>
              <a:t>Every value inside an alignment_review item must be one JSON string, never an array or</a:t>
            </a:r>
          </a:p>
          <a:p xmlns:a="http://schemas.openxmlformats.org/drawingml/2006/main">
            <a:r>
              <a:t>object. If one mismatch needs multiple generation corrections, combine them into the</a:t>
            </a:r>
          </a:p>
          <a:p xmlns:a="http://schemas.openxmlformats.org/drawingml/2006/main">
            <a:r>
              <a:t>required_generation_behavior string with semicolons.</a:t>
            </a:r>
          </a:p>
          <a:p xmlns:a="http://schemas.openxmlformats.org/drawingml/2006/main">
            <a:r>
              <a:t>Return valid JSON without Markdown fences.</a:t>
            </a:r>
          </a:p>
          <a:p xmlns:a="http://schemas.openxmlformats.org/drawingml/2006/main">
            <a:r>
              <a:t/>
            </a:r>
          </a:p>
          <a:p xmlns:a="http://schemas.openxmlformats.org/drawingml/2006/main">
            <a:r>
              <a:t>Return exactly one JSON object:</a:t>
            </a:r>
          </a:p>
          <a:p xmlns:a="http://schemas.openxmlformats.org/drawingml/2006/main">
            <a:r>
              <a:t>{"assessment":"policy_clear_but_java_violates|policy_ambiguous|java_faithfully_implements_policy","alignment_review":[{"policy_requirement":"","observed_java_behavior":"","mismatch":"","required_generation_behavior":""}],"required_generation_behaviors":[]}</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REFLECTOR RESPONSE</a:t>
            </a:r>
          </a:p>
          <a:p xmlns:a="http://schemas.openxmlformats.org/drawingml/2006/main">
            <a:r>
              <a:t>```json</a:t>
            </a:r>
          </a:p>
          <a:p xmlns:a="http://schemas.openxmlformats.org/drawingml/2006/main">
            <a:r>
              <a:t>{</a:t>
            </a:r>
          </a:p>
          <a:p xmlns:a="http://schemas.openxmlformats.org/drawingml/2006/main">
            <a:r>
              <a:t>  "assessment": "policy_clear_but_java_violates",</a:t>
            </a:r>
          </a:p>
          <a:p xmlns:a="http://schemas.openxmlformats.org/drawingml/2006/main">
            <a:r>
              <a:t>  "alignment_review": [</a:t>
            </a:r>
          </a:p>
          <a:p xmlns:a="http://schemas.openxmlformats.org/drawingml/2006/main">
            <a:r>
              <a:t>    {</a:t>
            </a:r>
          </a:p>
          <a:p xmlns:a="http://schemas.openxmlformats.org/drawingml/2006/main">
            <a:r>
              <a:t>      "policy_requirement": "Do not build Barracks or produce non-Worker combat units.",</a:t>
            </a:r>
          </a:p>
          <a:p xmlns:a="http://schemas.openxmlformats.org/drawingml/2006/main">
            <a:r>
              <a:t>      "observed_java_behavior": "The strategy allows building a Base (baseType) if no friendly Base exists, but does not explicitly prevent Barracks or other combat unit production.",</a:t>
            </a:r>
          </a:p>
          <a:p xmlns:a="http://schemas.openxmlformats.org/drawingml/2006/main">
            <a:r>
              <a:t>      "mismatch": "The policy explicitly forbids Barracks and non-Worker combat units, but the Java code does not enforce this restriction beyond Workers.",</a:t>
            </a:r>
          </a:p>
          <a:p xmlns:a="http://schemas.openxmlformats.org/drawingml/2006/main">
            <a:r>
              <a:t>      "required_generation_behavior": "Add explicit checks to prevent Barracks production and non-Worker combat unit training; ensure only Workers are produced."</a:t>
            </a:r>
          </a:p>
          <a:p xmlns:a="http://schemas.openxmlformats.org/drawingml/2006/main">
            <a:r>
              <a:t>    },</a:t>
            </a:r>
          </a:p>
          <a:p xmlns:a="http://schemas.openxmlformats.org/drawingml/2006/main">
            <a:r>
              <a:t>    {</a:t>
            </a:r>
          </a:p>
          <a:p xmlns:a="http://schemas.openxmlformats.org/drawingml/2006/main">
            <a:r>
              <a:t>      "policy_requirement": "Every Base continuously produces Workers whenever resources allow.",</a:t>
            </a:r>
          </a:p>
          <a:p xmlns:a="http://schemas.openxmlformats.org/drawingml/2006/main">
            <a:r>
              <a:t>      "observed_java_behavior": "The `trainWorkers` method trains Workers only when resources are sufficient, but does not account for resource replenishment or continuous production during combat.",</a:t>
            </a:r>
          </a:p>
          <a:p xmlns:a="http://schemas.openxmlformats.org/drawingml/2006/main">
            <a:r>
              <a:t>      "mismatch": "The policy requires continuous Worker production, but the Java code lacks explicit logic to ensure uninterrupted Worker training (e.g., during resource depletion or attacks).",</a:t>
            </a:r>
          </a:p>
          <a:p xmlns:a="http://schemas.openxmlformats.org/drawingml/2006/main">
            <a:r>
              <a:t>      "required_generation_behavior": "Implement logic to prioritize Worker training even during combat or resource scarcity; ensure no idle Base exists without training Workers."</a:t>
            </a:r>
          </a:p>
          <a:p xmlns:a="http://schemas.openxmlformats.org/drawingml/2006/main">
            <a:r>
              <a:t>    },</a:t>
            </a:r>
          </a:p>
          <a:p xmlns:a="http://schemas.openxmlformats.org/drawingml/2006/main">
            <a:r>
              <a:t>    {</a:t>
            </a:r>
          </a:p>
          <a:p xmlns:a="http://schemas.openxmlformats.org/drawingml/2006/main">
            <a:r>
              <a:t>      "policy_requirement": "Keep one Worker harvesting the nearest reachable resource and returning it to the nearest friendly Base.",</a:t>
            </a:r>
          </a:p>
          <a:p xmlns:a="http://schemas.openxmlformats.org/drawingml/2006/main">
            <a:r>
              <a:t>      "observed_java_behavior": "The `runWorkerRush` method assigns one Worker as a harvester, but does not enforce returning harvested resources to the nearest friendly Base if the Base is under attack or unavailable.",</a:t>
            </a:r>
          </a:p>
          <a:p xmlns:a="http://schemas.openxmlformats.org/drawingml/2006/main">
            <a:r>
              <a:t>      "mismatch": "The policy mandates returning resources to the nearest friendly Base, but the Java code lacks logic to handle cases where the Base is under threat or unreachable.",</a:t>
            </a:r>
          </a:p>
          <a:p xmlns:a="http://schemas.openxmlformats.org/drawingml/2006/main">
            <a:r>
              <a:t>      "required_generation_behavior": "Modify `runWorkerRush` to ensure the harvester returns resources to the nearest viable Base, even if it requires re-routing or defensive actions."</a:t>
            </a:r>
          </a:p>
          <a:p xmlns:a="http://schemas.openxmlformats.org/drawingml/2006/main">
            <a:r>
              <a:t>    },</a:t>
            </a:r>
          </a:p>
          <a:p xmlns:a="http://schemas.openxmlformats.org/drawingml/2006/main">
            <a:r>
              <a:t>    {</a:t>
            </a:r>
          </a:p>
          <a:p xmlns:a="http://schemas.openxmlformats.org/drawingml/2006/main">
            <a:r>
              <a:t>      "policy_requirement": "Every additional Worker advances toward the enemy Base and attacks it.",</a:t>
            </a:r>
          </a:p>
          <a:p xmlns:a="http://schemas.openxmlformats.org/drawingml/2006/main">
            <a:r>
              <a:t>      "observed_java_behavior": "The `runWorkerRush` method sends additional Workers to attack the nearest enemy Base or unit, but does not prioritize the enemy Base over other enemy units if the Base is not visible.",</a:t>
            </a:r>
          </a:p>
          <a:p xmlns:a="http://schemas.openxmlformats.org/drawingml/2006/main">
            <a:r>
              <a:t>      "mismatch": "The policy specifies attacking the enemy Base first, but the Java code defaults to attacking the nearest enemy unit if the Base is not visible, which may deviate from the intended rush strategy.",</a:t>
            </a:r>
          </a:p>
          <a:p xmlns:a="http://schemas.openxmlformats.org/drawingml/2006/main">
            <a:r>
              <a:t>      "required_generation_behavior": "Modify `attackNearestEnemy` to prioritize the enemy Base over other units when visible; otherwise, default to the Base's location if not directly visible."</a:t>
            </a:r>
          </a:p>
          <a:p xmlns:a="http://schemas.openxmlformats.org/drawingml/2006/main">
            <a:r>
              <a:t>    },</a:t>
            </a:r>
          </a:p>
          <a:p xmlns:a="http://schemas.openxmlformats.org/drawingml/2006/main">
            <a:r>
              <a:t>    {</a:t>
            </a:r>
          </a:p>
          <a:p xmlns:a="http://schemas.openxmlformats.org/drawingml/2006/main">
            <a:r>
              <a:t>      "policy_requirement": "Nearby Workers may eliminate an immediate threat to a friendly Base before resuming the rush.",</a:t>
            </a:r>
          </a:p>
          <a:p xmlns:a="http://schemas.openxmlformats.org/drawingml/2006/main">
            <a:r>
              <a:t>      "observed_java_behavior": "The strategy lacks explicit logic to divert Workers to defend the Base or eliminate immediate threats before continuing the rush.",</a:t>
            </a:r>
          </a:p>
          <a:p xmlns:a="http://schemas.openxmlformats.org/drawingml/2006/main">
            <a:r>
              <a:t>      "mismatch": "The Java code does not include defensive behavior for Workers, which contradicts the policy's allowance for defensive actions.",</a:t>
            </a:r>
          </a:p>
          <a:p xmlns:a="http://schemas.openxmlformats.org/drawingml/2006/main">
            <a:r>
              <a:t>      "required_generation_behavior": "Add logic to divert Workers to defend or eliminate threats to the Base before resuming the rush; integrate defensive actions into `runWorkerRush`."</a:t>
            </a:r>
          </a:p>
          <a:p xmlns:a="http://schemas.openxmlformats.org/drawingml/2006/main">
            <a:r>
              <a:t>    }</a:t>
            </a:r>
          </a:p>
          <a:p xmlns:a="http://schemas.openxmlformats.org/drawingml/2006/main">
            <a:r>
              <a:t>  ],</a:t>
            </a:r>
          </a:p>
          <a:p xmlns:a="http://schemas.openxmlformats.org/drawingml/2006/main">
            <a:r>
              <a:t>  "required_generation_behaviors": [</a:t>
            </a:r>
          </a:p>
          <a:p xmlns:a="http://schemas.openxmlformats.org/drawingml/2006/main">
            <a:r>
              <a:t>    "Prevent Barracks and non-Worker combat unit production; enforce continuous Worker training.",</a:t>
            </a:r>
          </a:p>
          <a:p xmlns:a="http://schemas.openxmlformats.org/drawingml/2006/main">
            <a:r>
              <a:t>    "Ensure Workers return resources to the nearest viable Base, even under attack.",</a:t>
            </a:r>
          </a:p>
          <a:p xmlns:a="http://schemas.openxmlformats.org/drawingml/2006/main">
            <a:r>
              <a:t>    "Prioritize attacking the enemy Base over other units when visible; default to Base location if not visible.",</a:t>
            </a:r>
          </a:p>
          <a:p xmlns:a="http://schemas.openxmlformats.org/drawingml/2006/main">
            <a:r>
              <a:t>    "Integrate defensive actions for Workers to eliminate immediate threats to the Base."</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ALL RAW ATTEMPT RESPONSES</a:t>
            </a:r>
          </a:p>
          <a:p xmlns:a="http://schemas.openxmlformats.org/drawingml/2006/main">
            <a:r>
              <a:t>/home/mhlab/EAGLE/runs/reflection_inspections/20260903_151343_710298_worker_rush_three_reflections/trials/code/trial_02/mutation/code_reflection/reflector_attempt_001_response_raw.txt</a:t>
            </a:r>
          </a:p>
          <a:p xmlns:a="http://schemas.openxmlformats.org/drawingml/2006/main">
            <a:r>
              <a:t>```json</a:t>
            </a:r>
          </a:p>
          <a:p xmlns:a="http://schemas.openxmlformats.org/drawingml/2006/main">
            <a:r>
              <a:t>{</a:t>
            </a:r>
          </a:p>
          <a:p xmlns:a="http://schemas.openxmlformats.org/drawingml/2006/main">
            <a:r>
              <a:t>    "assessment": "policy_clear_but_java_violates",</a:t>
            </a:r>
          </a:p>
          <a:p xmlns:a="http://schemas.openxmlformats.org/drawingml/2006/main">
            <a:r>
              <a:t>    "alignment_review": [</a:t>
            </a:r>
          </a:p>
          <a:p xmlns:a="http://schemas.openxmlformats.org/drawingml/2006/main">
            <a:r>
              <a:t>        {</a:t>
            </a:r>
          </a:p>
          <a:p xmlns:a="http://schemas.openxmlformats.org/drawingml/2006/main">
            <a:r>
              <a:t>            "policy_requirement": "Every Base continuously produces Workers whenever resources allow.",</a:t>
            </a:r>
          </a:p>
          <a:p xmlns:a="http://schemas.openxmlformats.org/drawingml/2006/main">
            <a:r>
              <a:t>            "observed_java_behavior": "Bases train Workers only if they have enough resources and are idle, but the `trainWorkers` method does not guarantee continuous production (e.g., if a base is busy building or attacking).",</a:t>
            </a:r>
          </a:p>
          <a:p xmlns:a="http://schemas.openxmlformats.org/drawingml/2006/main">
            <a:r>
              <a:t>            "mismatch": "The policy mandates continuous Worker production, but the Java code does not enforce this—it only trains Workers when a base is idle and resources are available, which may not be continuous.",</a:t>
            </a:r>
          </a:p>
          <a:p xmlns:a="http://schemas.openxmlformats.org/drawingml/2006/main">
            <a:r>
              <a:t>            "required_generation_behavior": "Ensure continuous Worker production by prioritizing training in `trainWorkers` and avoiding idle bases from interfering with production."</a:t>
            </a:r>
          </a:p>
          <a:p xmlns:a="http://schemas.openxmlformats.org/drawingml/2006/main">
            <a:r>
              <a:t>        },</a:t>
            </a:r>
          </a:p>
          <a:p xmlns:a="http://schemas.openxmlformats.org/drawingml/2006/main">
            <a:r>
              <a:t>        {</a:t>
            </a:r>
          </a:p>
          <a:p xmlns:a="http://schemas.openxmlformats.org/drawingml/2006/main">
            <a:r>
              <a:t>            "policy_requirement": "Keep one Worker harvesting the nearest reachable resource and returning it to the nearest friendly Base so production continues.",</a:t>
            </a:r>
          </a:p>
          <a:p xmlns:a="http://schemas.openxmlformats.org/drawingml/2006/main">
            <a:r>
              <a:t>            "observed_java_behavior": "The `runWorkerRush` method assigns one Worker to harvest and return to a base, but it does not explicitly enforce returning to the *nearest* friendly Base for resource delivery.",</a:t>
            </a:r>
          </a:p>
          <a:p xmlns:a="http://schemas.openxmlformats.org/drawingml/2006/main">
            <a:r>
              <a:t>            "mismatch": "The policy specifies returning to the nearest friendly Base, but the Java code uses `nearestFriendlyBase` only for lookup, not for enforcing the return path in `commandHarvest`.",</a:t>
            </a:r>
          </a:p>
          <a:p xmlns:a="http://schemas.openxmlformats.org/drawingml/2006/main">
            <a:r>
              <a:t>            "required_generation_behavior": "Modify `commandHarvest` to explicitly return to the nearest friendly Base after harvesting."</a:t>
            </a:r>
          </a:p>
          <a:p xmlns:a="http://schemas.openxmlformats.org/drawingml/2006/main">
            <a:r>
              <a:t>        },</a:t>
            </a:r>
          </a:p>
          <a:p xmlns:a="http://schemas.openxmlformats.org/drawingml/2006/main">
            <a:r>
              <a:t>        {</a:t>
            </a:r>
          </a:p>
          <a:p xmlns:a="http://schemas.openxmlformats.org/drawingml/2006/main">
            <a:r>
              <a:t>            "policy_requirement": "Every additional Worker advances toward the enemy Base and attacks it.",</a:t>
            </a:r>
          </a:p>
          <a:p xmlns:a="http://schemas.openxmlformats.org/drawingml/2006/main">
            <a:r>
              <a:t>            "observed_java_behavior": "All Workers except the harvester attack the nearest enemy Base or unit, but the policy does not allow Workers to attack non-Base enemy units or structures unless the Base is not visible.",</a:t>
            </a:r>
          </a:p>
          <a:p xmlns:a="http://schemas.openxmlformats.org/drawingml/2006/main">
            <a:r>
              <a:t>            "mismatch": "The Java code attacks the nearest enemy unit if the Base is not visible, which violates the policy's strict focus on enemy Bases.",</a:t>
            </a:r>
          </a:p>
          <a:p xmlns:a="http://schemas.openxmlformats.org/drawingml/2006/main">
            <a:r>
              <a:t>            "required_generation_behaviors": "Prioritize attacking enemy Bases first; only attack other units/structures if the Base is not visible."</a:t>
            </a:r>
          </a:p>
          <a:p xmlns:a="http://schemas.openxmlformats.org/drawingml/2006/main">
            <a:r>
              <a:t>        },</a:t>
            </a:r>
          </a:p>
          <a:p xmlns:a="http://schemas.openxmlformats.org/drawingml/2006/main">
            <a:r>
              <a:t>        {</a:t>
            </a:r>
          </a:p>
          <a:p xmlns:a="http://schemas.openxmlformats.org/drawingml/2006/main">
            <a:r>
              <a:t>            "policy_requirement": "Do not build Barracks or produce non-Worker combat units.",</a:t>
            </a:r>
          </a:p>
          <a:p xmlns:a="http://schemas.openxmlformats.org/drawingml/2006/main">
            <a:r>
              <a:t>            "observed_java_behavior": "The `runWorkerRush` method includes a fallback to build a Base if no Base exists, but it does not explicitly prevent Barracks or non-Worker units from being produced.",</a:t>
            </a:r>
          </a:p>
          <a:p xmlns:a="http://schemas.openxmlformats.org/drawingml/2006/main">
            <a:r>
              <a:t>            "mismatch": "The policy prohibits Barracks and non-Worker units entirely, but the Java code does not enforce this—it only omits them implicitly by focusing on Workers.",</a:t>
            </a:r>
          </a:p>
          <a:p xmlns:a="http://schemas.openxmlformats.org/drawingml/2006/main">
            <a:r>
              <a:t>            "required_generation_behavior": "Remove all Barracks production and non-Worker unit training logic."</a:t>
            </a:r>
          </a:p>
          <a:p xmlns:a="http://schemas.openxmlformats.org/drawingml/2006/main">
            <a:r>
              <a:t>        },</a:t>
            </a:r>
          </a:p>
          <a:p xmlns:a="http://schemas.openxmlformats.org/drawingml/2006/main">
            <a:r>
              <a:t>        {</a:t>
            </a:r>
          </a:p>
          <a:p xmlns:a="http://schemas.openxmlformats.org/drawingml/2006/main">
            <a:r>
              <a:t>            "policy_requirement": "Nearby Workers may eliminate an immediate threat to a friendly Base before resuming the rush.",</a:t>
            </a:r>
          </a:p>
          <a:p xmlns:a="http://schemas.openxmlformats.org/drawingml/2006/main">
            <a:r>
              <a:t>            "observed_java_behavior": "The Java code does not include any logic to prioritize defending friendly Bases from immediate threats (e.g., attacking nearby enemy units before rushing).",</a:t>
            </a:r>
          </a:p>
          <a:p xmlns:a="http://schemas.openxmlformats.org/drawingml/2006/main">
            <a:r>
              <a:t>            "mismatch": "The policy allows defensive actions for immediate threats, but the Java code lacks this defensive priority logic.",</a:t>
            </a:r>
          </a:p>
          <a:p xmlns:a="http://schemas.openxmlformats.org/drawingml/2006/main">
            <a:r>
              <a:t>            "required_generation_behavior": "Add defensive checks in `attackNearestEnemy` to prioritize eliminating threats near friendly Bases before rushing."</a:t>
            </a:r>
          </a:p>
          <a:p xmlns:a="http://schemas.openxmlformats.org/drawingml/2006/main">
            <a:r>
              <a:t>        }</a:t>
            </a:r>
          </a:p>
          <a:p xmlns:a="http://schemas.openxmlformats.org/drawingml/2006/main">
            <a:r>
              <a:t>    ],</a:t>
            </a:r>
          </a:p>
          <a:p xmlns:a="http://schemas.openxmlformats.org/drawingml/2006/main">
            <a:r>
              <a:t>    "required_generation_behaviors": [</a:t>
            </a:r>
          </a:p>
          <a:p xmlns:a="http://schemas.openxmlformats.org/drawingml/2006/main">
            <a:r>
              <a:t>        "Enforce continuous Worker production by removing idle base checks in `trainWorkers`;",</a:t>
            </a:r>
          </a:p>
          <a:p xmlns:a="http://schemas.openxmlformats.org/drawingml/2006/main">
            <a:r>
              <a:t>        "Modify `commandHarvest` to return to the nearest friendly Base after harvesting;",</a:t>
            </a:r>
          </a:p>
          <a:p xmlns:a="http://schemas.openxmlformats.org/drawingml/2006/main">
            <a:r>
              <a:t>        "Prioritize attacking enemy Bases over other units unless the Base is invisible;",</a:t>
            </a:r>
          </a:p>
          <a:p xmlns:a="http://schemas.openxmlformats.org/drawingml/2006/main">
            <a:r>
              <a:t>        "Remove all Barracks and non-Worker unit production logic;",</a:t>
            </a:r>
          </a:p>
          <a:p xmlns:a="http://schemas.openxmlformats.org/drawingml/2006/main">
            <a:r>
              <a:t>        "Add defensive checks to eliminate threats near friendly Bases before rushing."</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/home/mhlab/EAGLE/runs/reflection_inspections/20260903_151343_710298_worker_rush_three_reflections/trials/code/trial_02/mutation/code_reflection/reflector_attempt_002_response_raw.txt</a:t>
            </a:r>
          </a:p>
          <a:p xmlns:a="http://schemas.openxmlformats.org/drawingml/2006/main">
            <a:r>
              <a:t>```json</a:t>
            </a:r>
          </a:p>
          <a:p xmlns:a="http://schemas.openxmlformats.org/drawingml/2006/main">
            <a:r>
              <a:t>{</a:t>
            </a:r>
          </a:p>
          <a:p xmlns:a="http://schemas.openxmlformats.org/drawingml/2006/main">
            <a:r>
              <a:t>  "assessment": "policy_clear_but_java_violates",</a:t>
            </a:r>
          </a:p>
          <a:p xmlns:a="http://schemas.openxmlformats.org/drawingml/2006/main">
            <a:r>
              <a:t>  "alignment_review": [</a:t>
            </a:r>
          </a:p>
          <a:p xmlns:a="http://schemas.openxmlformats.org/drawingml/2006/main">
            <a:r>
              <a:t>    {</a:t>
            </a:r>
          </a:p>
          <a:p xmlns:a="http://schemas.openxmlformats.org/drawingml/2006/main">
            <a:r>
              <a:t>      "policy_requirement": "Do not build Barracks or produce non-Worker combat units.",</a:t>
            </a:r>
          </a:p>
          <a:p xmlns:a="http://schemas.openxmlformats.org/drawingml/2006/main">
            <a:r>
              <a:t>      "observed_java_behavior": "The strategy allows building a Base (baseType) if no friendly Base exists, but does not explicitly prevent Barracks or other combat unit production.",</a:t>
            </a:r>
          </a:p>
          <a:p xmlns:a="http://schemas.openxmlformats.org/drawingml/2006/main">
            <a:r>
              <a:t>      "mismatch": "The policy explicitly forbids Barracks and non-Worker combat units, but the Java code does not enforce this restriction beyond Workers.",</a:t>
            </a:r>
          </a:p>
          <a:p xmlns:a="http://schemas.openxmlformats.org/drawingml/2006/main">
            <a:r>
              <a:t>      "required_generation_behavior": "Add explicit checks to prevent Barracks production and non-Worker combat unit training; ensure only Workers are produced."</a:t>
            </a:r>
          </a:p>
          <a:p xmlns:a="http://schemas.openxmlformats.org/drawingml/2006/main">
            <a:r>
              <a:t>    },</a:t>
            </a:r>
          </a:p>
          <a:p xmlns:a="http://schemas.openxmlformats.org/drawingml/2006/main">
            <a:r>
              <a:t>    {</a:t>
            </a:r>
          </a:p>
          <a:p xmlns:a="http://schemas.openxmlformats.org/drawingml/2006/main">
            <a:r>
              <a:t>      "policy_requirement": "Every Base continuously produces Workers whenever resources allow.",</a:t>
            </a:r>
          </a:p>
          <a:p xmlns:a="http://schemas.openxmlformats.org/drawingml/2006/main">
            <a:r>
              <a:t>      "observed_java_behavior": "The `trainWorkers` method trains Workers only when resources are sufficient, but does not account for resource replenishment or continuous production during combat.",</a:t>
            </a:r>
          </a:p>
          <a:p xmlns:a="http://schemas.openxmlformats.org/drawingml/2006/main">
            <a:r>
              <a:t>      "mismatch": "The policy requires continuous Worker production, but the Java code lacks explicit logic to ensure uninterrupted Worker training (e.g., during resource depletion or attacks).",</a:t>
            </a:r>
          </a:p>
          <a:p xmlns:a="http://schemas.openxmlformats.org/drawingml/2006/main">
            <a:r>
              <a:t>      "required_generation_behavior": "Implement logic to prioritize Worker training even during combat or resource scarcity; ensure no idle Base exists without training Workers."</a:t>
            </a:r>
          </a:p>
          <a:p xmlns:a="http://schemas.openxmlformats.org/drawingml/2006/main">
            <a:r>
              <a:t>    },</a:t>
            </a:r>
          </a:p>
          <a:p xmlns:a="http://schemas.openxmlformats.org/drawingml/2006/main">
            <a:r>
              <a:t>    {</a:t>
            </a:r>
          </a:p>
          <a:p xmlns:a="http://schemas.openxmlformats.org/drawingml/2006/main">
            <a:r>
              <a:t>      "policy_requirement": "Keep one Worker harvesting the nearest reachable resource and returning it to the nearest friendly Base.",</a:t>
            </a:r>
          </a:p>
          <a:p xmlns:a="http://schemas.openxmlformats.org/drawingml/2006/main">
            <a:r>
              <a:t>      "observed_java_behavior": "The `runWorkerRush` method assigns one Worker as a harvester, but does not enforce returning harvested resources to the nearest friendly Base if the Base is under attack or unavailable.",</a:t>
            </a:r>
          </a:p>
          <a:p xmlns:a="http://schemas.openxmlformats.org/drawingml/2006/main">
            <a:r>
              <a:t>      "mismatch": "The policy mandates returning resources to the nearest friendly Base, but the Java code lacks logic to handle cases where the Base is under threat or unreachable.",</a:t>
            </a:r>
          </a:p>
          <a:p xmlns:a="http://schemas.openxmlformats.org/drawingml/2006/main">
            <a:r>
              <a:t>      "required_generation_behavior": "Modify `runWorkerRush` to ensure the harvester returns resources to the nearest viable Base, even if it requires re-routing or defensive actions."</a:t>
            </a:r>
          </a:p>
          <a:p xmlns:a="http://schemas.openxmlformats.org/drawingml/2006/main">
            <a:r>
              <a:t>    },</a:t>
            </a:r>
          </a:p>
          <a:p xmlns:a="http://schemas.openxmlformats.org/drawingml/2006/main">
            <a:r>
              <a:t>    {</a:t>
            </a:r>
          </a:p>
          <a:p xmlns:a="http://schemas.openxmlformats.org/drawingml/2006/main">
            <a:r>
              <a:t>      "policy_requirement": "Every additional Worker advances toward the enemy Base and attacks it.",</a:t>
            </a:r>
          </a:p>
          <a:p xmlns:a="http://schemas.openxmlformats.org/drawingml/2006/main">
            <a:r>
              <a:t>      "observed_java_behavior": "The `runWorkerRush` method sends additional Workers to attack the nearest enemy Base or unit, but does not prioritize the enemy Base over other enemy units if the Base is not visible.",</a:t>
            </a:r>
          </a:p>
          <a:p xmlns:a="http://schemas.openxmlformats.org/drawingml/2006/main">
            <a:r>
              <a:t>      "mismatch": "The policy specifies attacking the enemy Base first, but the Java code defaults to attacking the nearest enemy unit if the Base is not visible, which may deviate from the intended rush strategy.",</a:t>
            </a:r>
          </a:p>
          <a:p xmlns:a="http://schemas.openxmlformats.org/drawingml/2006/main">
            <a:r>
              <a:t>      "required_generation_behavior": "Modify `attackNearestEnemy` to prioritize the enemy Base over other units when visible; otherwise, default to the Base's location if not directly visible."</a:t>
            </a:r>
          </a:p>
          <a:p xmlns:a="http://schemas.openxmlformats.org/drawingml/2006/main">
            <a:r>
              <a:t>    },</a:t>
            </a:r>
          </a:p>
          <a:p xmlns:a="http://schemas.openxmlformats.org/drawingml/2006/main">
            <a:r>
              <a:t>    {</a:t>
            </a:r>
          </a:p>
          <a:p xmlns:a="http://schemas.openxmlformats.org/drawingml/2006/main">
            <a:r>
              <a:t>      "policy_requirement": "Nearby Workers may eliminate an immediate threat to a friendly Base before resuming the rush.",</a:t>
            </a:r>
          </a:p>
          <a:p xmlns:a="http://schemas.openxmlformats.org/drawingml/2006/main">
            <a:r>
              <a:t>      "observed_java_behavior": "The strategy lacks explicit logic to divert Workers to defend the Base or eliminate immediate threats before continuing the rush.",</a:t>
            </a:r>
          </a:p>
          <a:p xmlns:a="http://schemas.openxmlformats.org/drawingml/2006/main">
            <a:r>
              <a:t>      "mismatch": "The Java code does not include defensive behavior for Workers, which contradicts the policy's allowance for defensive actions.",</a:t>
            </a:r>
          </a:p>
          <a:p xmlns:a="http://schemas.openxmlformats.org/drawingml/2006/main">
            <a:r>
              <a:t>      "required_generation_behavior": "Add logic to divert Workers to defend or eliminate threats to the Base before resuming the rush; integrate defensive actions into `runWorkerRush`."</a:t>
            </a:r>
          </a:p>
          <a:p xmlns:a="http://schemas.openxmlformats.org/drawingml/2006/main">
            <a:r>
              <a:t>    }</a:t>
            </a:r>
          </a:p>
          <a:p xmlns:a="http://schemas.openxmlformats.org/drawingml/2006/main">
            <a:r>
              <a:t>  ],</a:t>
            </a:r>
          </a:p>
          <a:p xmlns:a="http://schemas.openxmlformats.org/drawingml/2006/main">
            <a:r>
              <a:t>  "required_generation_behaviors": [</a:t>
            </a:r>
          </a:p>
          <a:p xmlns:a="http://schemas.openxmlformats.org/drawingml/2006/main">
            <a:r>
              <a:t>    "Prevent Barracks and non-Worker combat unit production; enforce continuous Worker training.",</a:t>
            </a:r>
          </a:p>
          <a:p xmlns:a="http://schemas.openxmlformats.org/drawingml/2006/main">
            <a:r>
              <a:t>    "Ensure Workers return resources to the nearest viable Base, even under attack.",</a:t>
            </a:r>
          </a:p>
          <a:p xmlns:a="http://schemas.openxmlformats.org/drawingml/2006/main">
            <a:r>
              <a:t>    "Prioritize attacking the enemy Base over other units when visible; default to Base location if not visible.",</a:t>
            </a:r>
          </a:p>
          <a:p xmlns:a="http://schemas.openxmlformats.org/drawingml/2006/main">
            <a:r>
              <a:t>    "Integrate defensive actions for Workers to eliminate immediate threats to the Base."</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/home/mhlab/EAGLE/runs/reflection_inspections/20260903_151343_710298_worker_rush_three_reflections/trials/code/trial_02/mutation/code_reflection/rewriter_attempt_001_response_raw.txt</a:t>
            </a:r>
          </a:p>
          <a:p xmlns:a="http://schemas.openxmlformats.org/drawingml/2006/main">
            <a:r>
              <a:t>```json</a:t>
            </a:r>
          </a:p>
          <a:p xmlns:a="http://schemas.openxmlformats.org/drawingml/2006/main">
            <a:r>
              <a:t>{</a:t>
            </a:r>
          </a:p>
          <a:p xmlns:a="http://schemas.openxmlformats.org/drawingml/2006/main">
            <a:r>
              <a:t>  "remove_rule_ids": [],</a:t>
            </a:r>
          </a:p>
          <a:p xmlns:a="http://schemas.openxmlformats.org/drawingml/2006/main">
            <a:r>
              <a:t>  "add_rules": [</a:t>
            </a:r>
          </a:p>
          <a:p xmlns:a="http://schemas.openxmlformats.org/drawingml/2006/main">
            <a:r>
              <a:t>    {</a:t>
            </a:r>
          </a:p>
          <a:p xmlns:a="http://schemas.openxmlformats.org/drawingml/2006/main">
            <a:r>
              <a:t>      "category": "requirement_coverage",</a:t>
            </a:r>
          </a:p>
          <a:p xmlns:a="http://schemas.openxmlformats.org/drawingml/2006/main">
            <a:r>
              <a:t>      "instruction": "Enforce explicit policy constraints by validating all unit production and targeting against the immutable API’s allowed UnitType constants."</a:t>
            </a:r>
          </a:p>
          <a:p xmlns:a="http://schemas.openxmlformats.org/drawingml/2006/main">
            <a:r>
              <a:t>    }</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FINAL POLICY</a:t>
            </a:r>
          </a:p>
          <a:p xmlns:a="http://schemas.openxmlformats.org/drawingml/2006/main">
            <a:r>
              <a:t>Use a continuous Worker-rush policy.</a:t>
            </a:r>
          </a:p>
          <a:p xmlns:a="http://schemas.openxmlformats.org/drawingml/2006/main">
            <a:r>
              <a:t/>
            </a:r>
          </a:p>
          <a:p xmlns:a="http://schemas.openxmlformats.org/drawingml/2006/main">
            <a: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r>
              <a:t>==============================</a:t>
            </a:r>
          </a:p>
          <a:p xmlns:a="http://schemas.openxmlformats.org/drawingml/2006/main">
            <a:r>
              <a:t/>
            </a:r>
          </a:p>
          <a:p xmlns:a="http://schemas.openxmlformats.org/drawingml/2006/main">
            <a:r>
              <a:t>FULL FINAL CODE-GENERATION PROMPT</a:t>
            </a:r>
          </a:p>
          <a:p xmlns:a="http://schemas.openxmlformats.org/drawingml/2006/main">
            <a:r>
              <a:t>Translate the supplied policy into deterministic Java inside the editable strategy region. The separately supplied immutable scaffold, API guide, and final output contract always take priority.</a:t>
            </a:r>
          </a:p>
          <a:p xmlns:a="http://schemas.openxmlformats.org/drawingml/2006/main">
            <a:r>
              <a:t/>
            </a:r>
          </a:p>
          <a:p xmlns:a="http://schemas.openxmlformats.org/drawingml/2006/main">
            <a:r>
              <a:t>EAGLE_REUSABLE_RULES_START</a:t>
            </a:r>
          </a:p>
          <a:p xmlns:a="http://schemas.openxmlformats.org/drawingml/2006/main">
            <a:r>
              <a:t>[core-requirement-coverage] requirement_coverage | Translate every explicit policy requirement into reachable strategy behavior.</a:t>
            </a:r>
          </a:p>
          <a:p xmlns:a="http://schemas.openxmlformats.org/drawingml/2006/main">
            <a:r>
              <a:t>[core-priority-ordering] priority_ordering | Preserve stated priority and fallback ordering when multiple conditions can apply.</a:t>
            </a:r>
          </a:p>
          <a:p xmlns:a="http://schemas.openxmlformats.org/drawingml/2006/main">
            <a:r>
              <a:t>[core-role-assignment] role_assignment | Keep policy-defined roles mutually exclusive within one decision cycle unless the policy explicitly allows overlap.</a:t>
            </a:r>
          </a:p>
          <a:p xmlns:a="http://schemas.openxmlformats.org/drawingml/2006/main">
            <a:r>
              <a:t>[core-state-continuity] state_continuity | Implement continuous behavior as a state-based check performed on every decision cycle.</a:t>
            </a:r>
          </a:p>
          <a:p xmlns:a="http://schemas.openxmlformats.org/drawingml/2006/main">
            <a:r>
              <a:t>[core-targeting-fallback] targeting_fallback | Map every conditional targeting fallback to an explicit reachable branch.</a:t>
            </a:r>
          </a:p>
          <a:p xmlns:a="http://schemas.openxmlformats.org/drawingml/2006/main">
            <a:r>
              <a:t>[core-policy-grounding] policy_grounding | Use only concepts stated by the policy or exposed by the immutable API contract.</a:t>
            </a:r>
          </a:p>
          <a:p xmlns:a="http://schemas.openxmlformats.org/drawingml/2006/main">
            <a:r>
              <a:t>[rule-9e79d037715b] requirement_coverage | Enforce explicit policy constraints by validating all unit production and targeting against the immutable API’s allowed UnitType constants.</a:t>
            </a:r>
          </a:p>
          <a:p xmlns:a="http://schemas.openxmlformats.org/drawingml/2006/main">
            <a:r>
              <a:t>EAGLE_REUSABLE_RULES_END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/home/mhlab/EAGLE/runs/reflection_inspections/20260903_151343_710298_worker_rush_three_reflections/trials/code/trial_03/mutation/code_reflection/reflector_request.txt</a:t>
            </a:r>
          </a:p>
          <a:p xmlns:a="http://schemas.openxmlformats.org/drawingml/2006/main">
            <a:r>
              <a:t>- /home/mhlab/EAGLE/runs/reflection_inspections/20260903_151343_710298_worker_rush_three_reflections/trials/code/trial_03/mutation/code_reflection/reflector_response_raw.txt</a:t>
            </a:r>
          </a:p>
          <a:p xmlns:a="http://schemas.openxmlformats.org/drawingml/2006/main">
            <a:r>
              <a:t>- /home/mhlab/EAGLE/runs/reflection_inspections/20260903_151343_710298_worker_rush_three_reflections/trials/code/trial_03/mutation/code_reflection/rewriter_request.txt</a:t>
            </a:r>
          </a:p>
          <a:p xmlns:a="http://schemas.openxmlformats.org/drawingml/2006/main">
            <a:r>
              <a:t>- /home/mhlab/EAGLE/runs/reflection_inspections/20260903_151343_710298_worker_rush_three_reflections/trials/code/trial_03/mutation/code_reflection/rewriter_response_raw.txt</a:t>
            </a:r>
          </a:p>
          <a:p xmlns:a="http://schemas.openxmlformats.org/drawingml/2006/main">
            <a:r>
              <a:t>- /home/mhlab/EAGLE/runs/reflection_inspections/20260903_151343_710298_worker_rush_three_reflections/trials/code/trial_03/mutation/code_reflection/metadata.json</a:t>
            </a:r>
          </a:p>
          <a:p xmlns:a="http://schemas.openxmlformats.org/drawingml/2006/main">
            <a:r>
              <a:t>- /home/mhlab/EAGLE/runs/reflection_inspections/20260903_151343_710298_worker_rush_three_reflections/trials/code/trial_03/output/strategy_prompt.txt</a:t>
            </a:r>
          </a:p>
          <a:p xmlns:a="http://schemas.openxmlformats.org/drawingml/2006/main">
            <a:r>
              <a:t>- /home/mhlab/EAGLE/runs/reflection_inspections/20260903_151343_710298_worker_rush_three_reflections/trials/code/trial_03/output/code_generation_prompt.txt</a:t>
            </a:r>
          </a:p>
          <a:p xmlns:a="http://schemas.openxmlformats.org/drawingml/2006/main">
            <a:r>
              <a:t>- /home/mhlab/EAGLE/runs/reflection_inspections/20260903_151343_710298_worker_rush_three_reflections/trials/code/trial_03/trial_summary.json</a:t>
            </a:r>
          </a:p>
          <a:p xmlns:a="http://schemas.openxmlformats.org/drawingml/2006/main">
            <a:r>
              <a:t>- /home/mhlab/EAGLE/runs/reflection_inspections/20260903_151343_710298_worker_rush_three_reflections/trials/code/trial_03/mutation/code_reflection/reflector_attempt_001_response_raw.txt</a:t>
            </a:r>
          </a:p>
          <a:p xmlns:a="http://schemas.openxmlformats.org/drawingml/2006/main">
            <a:r>
              <a:t>- /home/mhlab/EAGLE/runs/reflection_inspections/20260903_151343_710298_worker_rush_three_reflections/trials/code/trial_03/mutation/code_reflection/rewriter_attempt_001_response_raw.txt</a:t>
            </a:r>
          </a:p>
          <a:p xmlns:a="http://schemas.openxmlformats.org/drawingml/2006/main">
            <a:r>
              <a:t>- /home/mhlab/EAGLE/runs/reflection_inspections/20260903_151343_710298_worker_rush_three_reflections/trials/code/trial_03/mutation/code_reflection/rewriter_attempt_002_response_raw.txt</a:t>
            </a:r>
          </a:p>
          <a:p xmlns:a="http://schemas.openxmlformats.org/drawingml/2006/main">
            <a:r>
              <a:t>- /home/mhlab/EAGLE/runs/reflection_inspections/20260903_151343_710298_worker_rush_three_reflections/trials/code/trial_03/mutation/code_reflection/rewriter_attempt_003_response_raw.txt</a:t>
            </a:r>
          </a:p>
          <a:p xmlns:a="http://schemas.openxmlformats.org/drawingml/2006/main">
            <a:r>
              <a:t/>
            </a:r>
          </a:p>
          <a:p xmlns:a="http://schemas.openxmlformats.org/drawingml/2006/main">
            <a:r>
              <a:t>==============================</a:t>
            </a:r>
          </a:p>
          <a:p xmlns:a="http://schemas.openxmlformats.org/drawingml/2006/main">
            <a:r>
              <a:t/>
            </a:r>
          </a:p>
          <a:p xmlns:a="http://schemas.openxmlformats.org/drawingml/2006/main">
            <a:r>
              <a:t>TRIAL</a:t>
            </a:r>
          </a:p>
          <a:p xmlns:a="http://schemas.openxmlformats.org/drawingml/2006/main">
            <a:r>
              <a:t>Code Reflection 3/3</a:t>
            </a:r>
          </a:p>
          <a:p xmlns:a="http://schemas.openxmlformats.org/drawingml/2006/main">
            <a:r>
              <a:t/>
            </a:r>
          </a:p>
          <a:p xmlns:a="http://schemas.openxmlformats.org/drawingml/2006/main">
            <a:r>
              <a:t>==============================</a:t>
            </a:r>
          </a:p>
          <a:p xmlns:a="http://schemas.openxmlformats.org/drawingml/2006/main">
            <a:r>
              <a:t/>
            </a:r>
          </a:p>
          <a:p xmlns:a="http://schemas.openxmlformats.org/drawingml/2006/main">
            <a:r>
              <a:t>FULL ORIGINAL POLICY</a:t>
            </a:r>
          </a:p>
          <a:p xmlns:a="http://schemas.openxmlformats.org/drawingml/2006/main">
            <a:r>
              <a:t>Use a continuous Worker-rush policy.</a:t>
            </a:r>
          </a:p>
          <a:p xmlns:a="http://schemas.openxmlformats.org/drawingml/2006/main">
            <a:r>
              <a:t/>
            </a:r>
          </a:p>
          <a:p xmlns:a="http://schemas.openxmlformats.org/drawingml/2006/main">
            <a: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r>
              <a:t>==============================</a:t>
            </a:r>
          </a:p>
          <a:p xmlns:a="http://schemas.openxmlformats.org/drawingml/2006/main">
            <a:r>
              <a:t/>
            </a:r>
          </a:p>
          <a:p xmlns:a="http://schemas.openxmlformats.org/drawingml/2006/main">
            <a:r>
              <a:t>FULL ORIGINAL CODE-GENERATION PROMPT</a:t>
            </a:r>
          </a:p>
          <a:p xmlns:a="http://schemas.openxmlformats.org/drawingml/2006/main">
            <a:r>
              <a:t>Translate the supplied policy into deterministic Java inside the editable strategy region. The separately supplied immutable scaffold, API guide, and final output contract always take priority.</a:t>
            </a:r>
          </a:p>
          <a:p xmlns:a="http://schemas.openxmlformats.org/drawingml/2006/main">
            <a:r>
              <a:t/>
            </a:r>
          </a:p>
          <a:p xmlns:a="http://schemas.openxmlformats.org/drawingml/2006/main">
            <a:r>
              <a:t>EAGLE_REUSABLE_RULES_START</a:t>
            </a:r>
          </a:p>
          <a:p xmlns:a="http://schemas.openxmlformats.org/drawingml/2006/main">
            <a:r>
              <a:t>[core-requirement-coverage] requirement_coverage | Translate every explicit policy requirement into reachable strategy behavior.</a:t>
            </a:r>
          </a:p>
          <a:p xmlns:a="http://schemas.openxmlformats.org/drawingml/2006/main">
            <a:r>
              <a:t>[core-priority-ordering] priority_ordering | Preserve stated priority and fallback ordering when multiple conditions can apply.</a:t>
            </a:r>
          </a:p>
          <a:p xmlns:a="http://schemas.openxmlformats.org/drawingml/2006/main">
            <a:r>
              <a:t>[core-role-assignment] role_assignment | Keep policy-defined roles mutually exclusive within one decision cycle unless the policy explicitly allows overlap.</a:t>
            </a:r>
          </a:p>
          <a:p xmlns:a="http://schemas.openxmlformats.org/drawingml/2006/main">
            <a:r>
              <a:t>[core-state-continuity] state_continuity | Implement continuous behavior as a state-based check performed on every decision cycle.</a:t>
            </a:r>
          </a:p>
          <a:p xmlns:a="http://schemas.openxmlformats.org/drawingml/2006/main">
            <a:r>
              <a:t>[core-targeting-fallback] targeting_fallback | Map every conditional targeting fallback to an explicit reachable branch.</a:t>
            </a:r>
          </a:p>
          <a:p xmlns:a="http://schemas.openxmlformats.org/drawingml/2006/main">
            <a:r>
              <a:t>[core-policy-grounding] policy_grounding | Use only concepts stated by the policy or exposed by the immutable API contract.</a:t>
            </a:r>
          </a:p>
          <a:p xmlns:a="http://schemas.openxmlformats.org/drawingml/2006/main">
            <a:r>
              <a:t>EAGLE_REUSABLE_RULES_END</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REFLECTION REQUEST</a:t>
            </a:r>
          </a:p>
          <a:p xmlns:a="http://schemas.openxmlformats.org/drawingml/2006/main">
            <a:r>
              <a:t>EAGLE Policy-Code Alignment Reviewer.</a:t>
            </a:r>
          </a:p>
          <a:p xmlns:a="http://schemas.openxmlformats.org/drawingml/2006/main">
            <a:r>
              <a:t/>
            </a:r>
          </a:p>
          <a:p xmlns:a="http://schemas.openxmlformats.org/drawingml/2006/main">
            <a:r>
              <a:t>Compare the policy requirements only with behavior reachable from the editable strategy</a:t>
            </a:r>
          </a:p>
          <a:p xmlns:a="http://schemas.openxmlformats.org/drawingml/2006/main">
            <a:r>
              <a:t>region. Do not invent a better policy, use game outcomes, rewrite either prompt, or return</a:t>
            </a:r>
          </a:p>
          <a:p xmlns:a="http://schemas.openxmlformats.org/drawingml/2006/main">
            <a:r>
              <a:t>Java.</a:t>
            </a:r>
          </a:p>
          <a:p xmlns:a="http://schemas.openxmlformats.org/drawingml/2006/main">
            <a:r>
              <a:t/>
            </a:r>
          </a:p>
          <a:p xmlns:a="http://schemas.openxmlformats.org/drawingml/2006/main">
            <a:r>
              <a:t>Current policy prompt:</a:t>
            </a:r>
          </a:p>
          <a:p xmlns:a="http://schemas.openxmlformats.org/drawingml/2006/main">
            <a:r>
              <a:t>Use a continuous Worker-rush policy.</a:t>
            </a:r>
          </a:p>
          <a:p xmlns:a="http://schemas.openxmlformats.org/drawingml/2006/main">
            <a:r>
              <a:t/>
            </a:r>
          </a:p>
          <a:p xmlns:a="http://schemas.openxmlformats.org/drawingml/2006/main">
            <a: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r>
              <a:t>If the policy prompt is empty or whitespace, there is no policy requirement to</a:t>
            </a:r>
          </a:p>
          <a:p xmlns:a="http://schemas.openxmlformats.org/drawingml/2006/main">
            <a:r>
              <a:t>review. Return assessment policy_ambiguous with empty alignment_review and</a:t>
            </a:r>
          </a:p>
          <a:p xmlns:a="http://schemas.openxmlformats.org/drawingml/2006/main">
            <a:r>
              <a:t>required_generation_behaviors arrays; never infer an unstated policy.</a:t>
            </a:r>
          </a:p>
          <a:p xmlns:a="http://schemas.openxmlformats.org/drawingml/2006/main">
            <a:r>
              <a:t/>
            </a:r>
          </a:p>
          <a:p xmlns:a="http://schemas.openxmlformats.org/drawingml/2006/main">
            <a:r>
              <a:t>Editable CandidateAgent strategy region:</a:t>
            </a:r>
          </a:p>
          <a:p xmlns:a="http://schemas.openxmlformats.org/drawingml/2006/main">
            <a:r>
              <a:t>// Canonical Worker Rush: continuously train Workers, retain one harvester,</a:t>
            </a:r>
          </a:p>
          <a:p xmlns:a="http://schemas.openxmlformats.org/drawingml/2006/main">
            <a:r>
              <a:t>    // and send every additional Worker toward the nearest enemy Base or unit.</a:t>
            </a:r>
          </a:p>
          <a:p xmlns:a="http://schemas.openxmlformats.org/drawingml/2006/main">
            <a:r>
              <a:t>    private void decide(AgentContext context) {</a:t>
            </a:r>
          </a:p>
          <a:p xmlns:a="http://schemas.openxmlformats.org/drawingml/2006/main">
            <a:r>
              <a:t>        trainWorkers(context);</a:t>
            </a:r>
          </a:p>
          <a:p xmlns:a="http://schemas.openxmlformats.org/drawingml/2006/main">
            <a:r>
              <a:t/>
            </a:r>
          </a:p>
          <a:p xmlns:a="http://schemas.openxmlformats.org/drawingml/2006/main">
            <a:r>
              <a:t>        List&lt;Unit&gt; workers = new ArrayList&lt;&gt;();</a:t>
            </a:r>
          </a:p>
          <a:p xmlns:a="http://schemas.openxmlformats.org/drawingml/2006/main">
            <a:r>
              <a:t>        for (Unit unit : context.units) {</a:t>
            </a:r>
          </a:p>
          <a:p xmlns:a="http://schemas.openxmlformats.org/drawingml/2006/main">
            <a:r>
              <a:t>            if (unit.getPlayer() != context.player || !isIdleAlly(unit, context)) {</a:t>
            </a:r>
          </a:p>
          <a:p xmlns:a="http://schemas.openxmlformats.org/drawingml/2006/main">
            <a:r>
              <a:t>                continue;</a:t>
            </a:r>
          </a:p>
          <a:p xmlns:a="http://schemas.openxmlformats.org/drawingml/2006/main">
            <a:r>
              <a:t>            }</a:t>
            </a:r>
          </a:p>
          <a:p xmlns:a="http://schemas.openxmlformats.org/drawingml/2006/main">
            <a:r>
              <a:t>            if (unit.getType() == workerType) {</a:t>
            </a:r>
          </a:p>
          <a:p xmlns:a="http://schemas.openxmlformats.org/drawingml/2006/main">
            <a:r>
              <a:t>                workers.add(unit);</a:t>
            </a:r>
          </a:p>
          <a:p xmlns:a="http://schemas.openxmlformats.org/drawingml/2006/main">
            <a:r>
              <a:t>            } else if (unit.getType().canAttack) {</a:t>
            </a:r>
          </a:p>
          <a:p xmlns:a="http://schemas.openxmlformats.org/drawingml/2006/main">
            <a:r>
              <a:t>                attackNearestEnemy(unit, context);</a:t>
            </a:r>
          </a:p>
          <a:p xmlns:a="http://schemas.openxmlformats.org/drawingml/2006/main">
            <a:r>
              <a:t>            }</a:t>
            </a:r>
          </a:p>
          <a:p xmlns:a="http://schemas.openxmlformats.org/drawingml/2006/main">
            <a:r>
              <a:t>        }</a:t>
            </a:r>
          </a:p>
          <a:p xmlns:a="http://schemas.openxmlformats.org/drawingml/2006/main">
            <a:r>
              <a:t>        runWorkerRush(workers, context);</a:t>
            </a:r>
          </a:p>
          <a:p xmlns:a="http://schemas.openxmlformats.org/drawingml/2006/main">
            <a:r>
              <a:t>    }</a:t>
            </a:r>
          </a:p>
          <a:p xmlns:a="http://schemas.openxmlformats.org/drawingml/2006/main">
            <a:r>
              <a:t/>
            </a:r>
          </a:p>
          <a:p xmlns:a="http://schemas.openxmlformats.org/drawingml/2006/main">
            <a:r>
              <a:t>    private void trainWorkers(AgentContext context) {</a:t>
            </a:r>
          </a:p>
          <a:p xmlns:a="http://schemas.openxmlformats.org/drawingml/2006/main">
            <a:r>
              <a:t>        int resources = context.gs.getPlayer(context.player).getResources();</a:t>
            </a:r>
          </a:p>
          <a:p xmlns:a="http://schemas.openxmlformats.org/drawingml/2006/main">
            <a:r>
              <a:t>        for (Unit unit : context.units) {</a:t>
            </a:r>
          </a:p>
          <a:p xmlns:a="http://schemas.openxmlformats.org/drawingml/2006/main">
            <a:r>
              <a:t>            if (unit.getPlayer() == context.player</a:t>
            </a:r>
          </a:p>
          <a:p xmlns:a="http://schemas.openxmlformats.org/drawingml/2006/main">
            <a:r>
              <a:t>                    &amp;&amp; unit.getType() == baseType</a:t>
            </a:r>
          </a:p>
          <a:p xmlns:a="http://schemas.openxmlformats.org/drawingml/2006/main">
            <a:r>
              <a:t>                    &amp;&amp; isIdleAlly(unit, context)</a:t>
            </a:r>
          </a:p>
          <a:p xmlns:a="http://schemas.openxmlformats.org/drawingml/2006/main">
            <a:r>
              <a:t>                    &amp;&amp; resources &gt;= workerType.cost) {</a:t>
            </a:r>
          </a:p>
          <a:p xmlns:a="http://schemas.openxmlformats.org/drawingml/2006/main">
            <a:r>
              <a:t>                if (commandTrain(unit, workerType)) {</a:t>
            </a:r>
          </a:p>
          <a:p xmlns:a="http://schemas.openxmlformats.org/drawingml/2006/main">
            <a:r>
              <a:t>                    resources -= workerType.cost;</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r>
          </a:p>
          <a:p xmlns:a="http://schemas.openxmlformats.org/drawingml/2006/main">
            <a:r>
              <a:t>    private void runWorkerRush(List&lt;Unit&gt; workers, AgentContext context) {</a:t>
            </a:r>
          </a:p>
          <a:p xmlns:a="http://schemas.openxmlformats.org/drawingml/2006/main">
            <a:r>
              <a:t>        if (workers.isEmpty()) {</a:t>
            </a:r>
          </a:p>
          <a:p xmlns:a="http://schemas.openxmlformats.org/drawingml/2006/main">
            <a:r>
              <a:t>            return;</a:t>
            </a:r>
          </a:p>
          <a:p xmlns:a="http://schemas.openxmlformats.org/drawingml/2006/main">
            <a:r>
              <a:t>        }</a:t>
            </a:r>
          </a:p>
          <a:p xmlns:a="http://schemas.openxmlformats.org/drawingml/2006/main">
            <a:r>
              <a:t/>
            </a:r>
          </a:p>
          <a:p xmlns:a="http://schemas.openxmlformats.org/drawingml/2006/main">
            <a:r>
              <a:t>        Unit base = ownBase(context);</a:t>
            </a:r>
          </a:p>
          <a:p xmlns:a="http://schemas.openxmlformats.org/drawingml/2006/main">
            <a:r>
              <a:t>        if (base == null) {</a:t>
            </a:r>
          </a:p>
          <a:p xmlns:a="http://schemas.openxmlformats.org/drawingml/2006/main">
            <a:r>
              <a:t>            Unit builder = workers.remove(0);</a:t>
            </a:r>
          </a:p>
          <a:p xmlns:a="http://schemas.openxmlformats.org/drawingml/2006/main">
            <a:r>
              <a:t>            int[] buildCell = adjacentBuildCell(builder, context);</a:t>
            </a:r>
          </a:p>
          <a:p xmlns:a="http://schemas.openxmlformats.org/drawingml/2006/main">
            <a:r>
              <a:t>            if (buildCell != null</a:t>
            </a:r>
          </a:p>
          <a:p xmlns:a="http://schemas.openxmlformats.org/drawingml/2006/main">
            <a:r>
              <a:t>                    &amp;&amp; context.gs.getPlayer(context.player).getResources() &gt;= baseType.cost) {</a:t>
            </a:r>
          </a:p>
          <a:p xmlns:a="http://schemas.openxmlformats.org/drawingml/2006/main">
            <a:r>
              <a:t>                commandBuild(builder, baseType, buildCell[0], buildCell[1]);</a:t>
            </a:r>
          </a:p>
          <a:p xmlns:a="http://schemas.openxmlformats.org/drawingml/2006/main">
            <a:r>
              <a:t>            }</a:t>
            </a:r>
          </a:p>
          <a:p xmlns:a="http://schemas.openxmlformats.org/drawingml/2006/main">
            <a:r>
              <a:t>        }</a:t>
            </a:r>
          </a:p>
          <a:p xmlns:a="http://schemas.openxmlformats.org/drawingml/2006/main">
            <a:r>
              <a:t/>
            </a:r>
          </a:p>
          <a:p xmlns:a="http://schemas.openxmlformats.org/drawingml/2006/main">
            <a:r>
              <a:t>        if (!workers.isEmpty()) {</a:t>
            </a:r>
          </a:p>
          <a:p xmlns:a="http://schemas.openxmlformats.org/drawingml/2006/main">
            <a:r>
              <a:t>            Unit harvester = workers.remove(0);</a:t>
            </a:r>
          </a:p>
          <a:p xmlns:a="http://schemas.openxmlformats.org/drawingml/2006/main">
            <a:r>
              <a:t>            Unit resource = nearestResource(harvester, context);</a:t>
            </a:r>
          </a:p>
          <a:p xmlns:a="http://schemas.openxmlformats.org/drawingml/2006/main">
            <a:r>
              <a:t>            Unit friendlyBase = nearestFriendlyBase(harvester, context);</a:t>
            </a:r>
          </a:p>
          <a:p xmlns:a="http://schemas.openxmlformats.org/drawingml/2006/main">
            <a:r>
              <a:t>            if (resource != null &amp;&amp; friendlyBase != null) {</a:t>
            </a:r>
          </a:p>
          <a:p xmlns:a="http://schemas.openxmlformats.org/drawingml/2006/main">
            <a:r>
              <a:t>                commandHarvest(harvester, resource, friendlyBase);</a:t>
            </a:r>
          </a:p>
          <a:p xmlns:a="http://schemas.openxmlformats.org/drawingml/2006/main">
            <a:r>
              <a:t>            } else {</a:t>
            </a:r>
          </a:p>
          <a:p xmlns:a="http://schemas.openxmlformats.org/drawingml/2006/main">
            <a:r>
              <a:t>                attackNearestEnemy(harvester, context);</a:t>
            </a:r>
          </a:p>
          <a:p xmlns:a="http://schemas.openxmlformats.org/drawingml/2006/main">
            <a:r>
              <a:t>            }</a:t>
            </a:r>
          </a:p>
          <a:p xmlns:a="http://schemas.openxmlformats.org/drawingml/2006/main">
            <a:r>
              <a:t>        }</a:t>
            </a:r>
          </a:p>
          <a:p xmlns:a="http://schemas.openxmlformats.org/drawingml/2006/main">
            <a:r>
              <a:t/>
            </a:r>
          </a:p>
          <a:p xmlns:a="http://schemas.openxmlformats.org/drawingml/2006/main">
            <a:r>
              <a:t>        for (Unit worker : workers) {</a:t>
            </a:r>
          </a:p>
          <a:p xmlns:a="http://schemas.openxmlformats.org/drawingml/2006/main">
            <a:r>
              <a:t>            attackNearestEnemy(worker, context);</a:t>
            </a:r>
          </a:p>
          <a:p xmlns:a="http://schemas.openxmlformats.org/drawingml/2006/main">
            <a:r>
              <a:t>        }</a:t>
            </a:r>
          </a:p>
          <a:p xmlns:a="http://schemas.openxmlformats.org/drawingml/2006/main">
            <a:r>
              <a:t>    }</a:t>
            </a:r>
          </a:p>
          <a:p xmlns:a="http://schemas.openxmlformats.org/drawingml/2006/main">
            <a:r>
              <a:t/>
            </a:r>
          </a:p>
          <a:p xmlns:a="http://schemas.openxmlformats.org/drawingml/2006/main">
            <a:r>
              <a:t>    private void attackNearestEnemy(Unit unit, AgentContext context) {</a:t>
            </a:r>
          </a:p>
          <a:p xmlns:a="http://schemas.openxmlformats.org/drawingml/2006/main">
            <a:r>
              <a:t>        Unit target = nearestEnemyBase(unit, context);</a:t>
            </a:r>
          </a:p>
          <a:p xmlns:a="http://schemas.openxmlformats.org/drawingml/2006/main">
            <a:r>
              <a:t>        if (target == null) {</a:t>
            </a:r>
          </a:p>
          <a:p xmlns:a="http://schemas.openxmlformats.org/drawingml/2006/main">
            <a:r>
              <a:t>            target = nearestEnemy(unit, context);</a:t>
            </a:r>
          </a:p>
          <a:p xmlns:a="http://schemas.openxmlformats.org/drawingml/2006/main">
            <a:r>
              <a:t>        }</a:t>
            </a:r>
          </a:p>
          <a:p xmlns:a="http://schemas.openxmlformats.org/drawingml/2006/main">
            <a:r>
              <a:t>        if (target != null) {</a:t>
            </a:r>
          </a:p>
          <a:p xmlns:a="http://schemas.openxmlformats.org/drawingml/2006/main">
            <a:r>
              <a:t>            commandAttack(unit, target);</a:t>
            </a:r>
          </a:p>
          <a:p xmlns:a="http://schemas.openxmlformats.org/drawingml/2006/main">
            <a:r>
              <a:t>        } else {</a:t>
            </a:r>
          </a:p>
          <a:p xmlns:a="http://schemas.openxmlformats.org/drawingml/2006/main">
            <a:r>
              <a:t>            commandIdle(unit);</a:t>
            </a:r>
          </a:p>
          <a:p xmlns:a="http://schemas.openxmlformats.org/drawingml/2006/main">
            <a:r>
              <a:t>        }</a:t>
            </a:r>
          </a:p>
          <a:p xmlns:a="http://schemas.openxmlformats.org/drawingml/2006/main">
            <a:r>
              <a:t>    }</a:t>
            </a:r>
          </a:p>
          <a:p xmlns:a="http://schemas.openxmlformats.org/drawingml/2006/main">
            <a:r>
              <a:t/>
            </a:r>
          </a:p>
          <a:p xmlns:a="http://schemas.openxmlformats.org/drawingml/2006/main">
            <a:r>
              <a:t>    private Unit nearestEnemyBase(Unit source, AgentContext context) {</a:t>
            </a:r>
          </a:p>
          <a:p xmlns:a="http://schemas.openxmlformats.org/drawingml/2006/main">
            <a:r>
              <a:t>        Unit best = null;</a:t>
            </a:r>
          </a:p>
          <a:p xmlns:a="http://schemas.openxmlformats.org/drawingml/2006/main">
            <a:r>
              <a:t>        int bestDistance = Integer.MAX_VALUE;</a:t>
            </a:r>
          </a:p>
          <a:p xmlns:a="http://schemas.openxmlformats.org/drawingml/2006/main">
            <a:r>
              <a:t>        for (Unit unit : context.units) {</a:t>
            </a:r>
          </a:p>
          <a:p xmlns:a="http://schemas.openxmlformats.org/drawingml/2006/main">
            <a:r>
              <a:t>            if (unit.getPlayer() &lt; 0</a:t>
            </a:r>
          </a:p>
          <a:p xmlns:a="http://schemas.openxmlformats.org/drawingml/2006/main">
            <a:r>
              <a:t>                    || unit.getPlayer() == context.player</a:t>
            </a:r>
          </a:p>
          <a:p xmlns:a="http://schemas.openxmlformats.org/drawingml/2006/main">
            <a:r>
              <a:t>                    || unit.getType() != baseType) {</a:t>
            </a:r>
          </a:p>
          <a:p xmlns:a="http://schemas.openxmlformats.org/drawingml/2006/main">
            <a:r>
              <a:t>                continue;</a:t>
            </a:r>
          </a:p>
          <a:p xmlns:a="http://schemas.openxmlformats.org/drawingml/2006/main">
            <a:r>
              <a:t>            }</a:t>
            </a:r>
          </a:p>
          <a:p xmlns:a="http://schemas.openxmlformats.org/drawingml/2006/main">
            <a:r>
              <a:t>            int distance = manhattan(source, unit);</a:t>
            </a:r>
          </a:p>
          <a:p xmlns:a="http://schemas.openxmlformats.org/drawingml/2006/main">
            <a:r>
              <a:t>            if (distance &lt; bestDistance) {</a:t>
            </a:r>
          </a:p>
          <a:p xmlns:a="http://schemas.openxmlformats.org/drawingml/2006/main">
            <a:r>
              <a:t>                best = unit;</a:t>
            </a:r>
          </a:p>
          <a:p xmlns:a="http://schemas.openxmlformats.org/drawingml/2006/main">
            <a:r>
              <a:t>                bestDistance = distance;</a:t>
            </a:r>
          </a:p>
          <a:p xmlns:a="http://schemas.openxmlformats.org/drawingml/2006/main">
            <a:r>
              <a:t>            }</a:t>
            </a:r>
          </a:p>
          <a:p xmlns:a="http://schemas.openxmlformats.org/drawingml/2006/main">
            <a:r>
              <a:t>        }</a:t>
            </a:r>
          </a:p>
          <a:p xmlns:a="http://schemas.openxmlformats.org/drawingml/2006/main">
            <a:r>
              <a:t>        return best;</a:t>
            </a:r>
          </a:p>
          <a:p xmlns:a="http://schemas.openxmlformats.org/drawingml/2006/main">
            <a:r>
              <a:t>    }</a:t>
            </a:r>
          </a:p>
          <a:p xmlns:a="http://schemas.openxmlformats.org/drawingml/2006/main">
            <a:r>
              <a:t/>
            </a:r>
          </a:p>
          <a:p xmlns:a="http://schemas.openxmlformats.org/drawingml/2006/main">
            <a:r>
              <a:t>    private Unit nearestFriendlyBase(Unit source, AgentContext context) {</a:t>
            </a:r>
          </a:p>
          <a:p xmlns:a="http://schemas.openxmlformats.org/drawingml/2006/main">
            <a:r>
              <a:t>        Unit best = null;</a:t>
            </a:r>
          </a:p>
          <a:p xmlns:a="http://schemas.openxmlformats.org/drawingml/2006/main">
            <a:r>
              <a:t>        int bestDistance = Integer.MAX_VALUE;</a:t>
            </a:r>
          </a:p>
          <a:p xmlns:a="http://schemas.openxmlformats.org/drawingml/2006/main">
            <a:r>
              <a:t>        for (Unit unit : context.units) {</a:t>
            </a:r>
          </a:p>
          <a:p xmlns:a="http://schemas.openxmlformats.org/drawingml/2006/main">
            <a:r>
              <a:t>            if (unit.getPlayer() != context.player || unit.getType() != baseType) {</a:t>
            </a:r>
          </a:p>
          <a:p xmlns:a="http://schemas.openxmlformats.org/drawingml/2006/main">
            <a:r>
              <a:t>                continue;</a:t>
            </a:r>
          </a:p>
          <a:p xmlns:a="http://schemas.openxmlformats.org/drawingml/2006/main">
            <a:r>
              <a:t>            }</a:t>
            </a:r>
          </a:p>
          <a:p xmlns:a="http://schemas.openxmlformats.org/drawingml/2006/main">
            <a:r>
              <a:t>            int distance = manhattan(source, unit);</a:t>
            </a:r>
          </a:p>
          <a:p xmlns:a="http://schemas.openxmlformats.org/drawingml/2006/main">
            <a:r>
              <a:t>            if (distance &lt; bestDistance) {</a:t>
            </a:r>
          </a:p>
          <a:p xmlns:a="http://schemas.openxmlformats.org/drawingml/2006/main">
            <a:r>
              <a:t>                best = unit;</a:t>
            </a:r>
          </a:p>
          <a:p xmlns:a="http://schemas.openxmlformats.org/drawingml/2006/main">
            <a:r>
              <a:t>                bestDistance = distance;</a:t>
            </a:r>
          </a:p>
          <a:p xmlns:a="http://schemas.openxmlformats.org/drawingml/2006/main">
            <a:r>
              <a:t>            }</a:t>
            </a:r>
          </a:p>
          <a:p xmlns:a="http://schemas.openxmlformats.org/drawingml/2006/main">
            <a:r>
              <a:t>        }</a:t>
            </a:r>
          </a:p>
          <a:p xmlns:a="http://schemas.openxmlformats.org/drawingml/2006/main">
            <a:r>
              <a:t>        return best;</a:t>
            </a:r>
          </a:p>
          <a:p xmlns:a="http://schemas.openxmlformats.org/drawingml/2006/main">
            <a:r>
              <a:t>    }</a:t>
            </a:r>
          </a:p>
          <a:p xmlns:a="http://schemas.openxmlformats.org/drawingml/2006/main">
            <a:r>
              <a:t/>
            </a:r>
          </a:p>
          <a:p xmlns:a="http://schemas.openxmlformats.org/drawingml/2006/main">
            <a:r>
              <a:t>    private int[] adjacentBuildCell(Unit worker, AgentContext context) {</a:t>
            </a:r>
          </a:p>
          <a:p xmlns:a="http://schemas.openxmlformats.org/drawingml/2006/main">
            <a:r>
              <a:t>        int[][] directions = {{1, 0}, {0, 1}, {-1, 0}, {0, -1}};</a:t>
            </a:r>
          </a:p>
          <a:p xmlns:a="http://schemas.openxmlformats.org/drawingml/2006/main">
            <a:r>
              <a:t>        for (int[] direction : directions) {</a:t>
            </a:r>
          </a:p>
          <a:p xmlns:a="http://schemas.openxmlformats.org/drawingml/2006/main">
            <a:r>
              <a:t>            int x = worker.getX() + direction[0];</a:t>
            </a:r>
          </a:p>
          <a:p xmlns:a="http://schemas.openxmlformats.org/drawingml/2006/main">
            <a:r>
              <a:t>            int y = worker.getY() + direction[1];</a:t>
            </a:r>
          </a:p>
          <a:p xmlns:a="http://schemas.openxmlformats.org/drawingml/2006/main">
            <a:r>
              <a:t>            if (isFreeCell(context, x, y)) {</a:t>
            </a:r>
          </a:p>
          <a:p xmlns:a="http://schemas.openxmlformats.org/drawingml/2006/main">
            <a:r>
              <a:t>                return new int[] {x, y};</a:t>
            </a:r>
          </a:p>
          <a:p xmlns:a="http://schemas.openxmlformats.org/drawingml/2006/main">
            <a:r>
              <a:t>            }</a:t>
            </a:r>
          </a:p>
          <a:p xmlns:a="http://schemas.openxmlformats.org/drawingml/2006/main">
            <a:r>
              <a:t>        }</a:t>
            </a:r>
          </a:p>
          <a:p xmlns:a="http://schemas.openxmlformats.org/drawingml/2006/main">
            <a:r>
              <a:t>        return null;</a:t>
            </a:r>
          </a:p>
          <a:p xmlns:a="http://schemas.openxmlformats.org/drawingml/2006/main">
            <a:r>
              <a:t>    }</a:t>
            </a:r>
          </a:p>
          <a:p xmlns:a="http://schemas.openxmlformats.org/drawingml/2006/main">
            <a:r>
              <a:t/>
            </a:r>
          </a:p>
          <a:p xmlns:a="http://schemas.openxmlformats.org/drawingml/2006/main">
            <a:r>
              <a:t>    private int manhattan(Unit first, Unit second) {</a:t>
            </a:r>
          </a:p>
          <a:p xmlns:a="http://schemas.openxmlformats.org/drawingml/2006/main">
            <a:r>
              <a:t>        return Math.abs(first.getX() - second.getX())</a:t>
            </a:r>
          </a:p>
          <a:p xmlns:a="http://schemas.openxmlformats.org/drawingml/2006/main">
            <a:r>
              <a:t>                + Math.abs(first.getY() - second.getY());</a:t>
            </a:r>
          </a:p>
          <a:p xmlns:a="http://schemas.openxmlformats.org/drawingml/2006/main">
            <a:r>
              <a:t>    }</a:t>
            </a:r>
          </a:p>
          <a:p xmlns:a="http://schemas.openxmlformats.org/drawingml/2006/main">
            <a:r>
              <a:t/>
            </a:r>
          </a:p>
          <a:p xmlns:a="http://schemas.openxmlformats.org/drawingml/2006/main">
            <a:r>
              <a:t>Immutable scaffold/API contract:</a:t>
            </a:r>
          </a:p>
          <a:p xmlns:a="http://schemas.openxmlformats.org/drawingml/2006/main">
            <a:r>
              <a:t>IMMUTABLE MICRORTS ACTION AND JAVA API CONTRACT.</a:t>
            </a:r>
          </a:p>
          <a:p xmlns:a="http://schemas.openxmlformats.org/drawingml/2006/main">
            <a:r>
              <a:t>This contract overrides every conflicting reusable policy-to-Java instruction.</a:t>
            </a:r>
          </a:p>
          <a:p xmlns:a="http://schemas.openxmlformats.org/drawingml/2006/main">
            <a:r>
              <a:t>Do not edit any source outside EAGLE_AGENT_STRATEGY_START/END. Do not redefine,</a:t>
            </a:r>
          </a:p>
          <a:p xmlns:a="http://schemas.openxmlformats.org/drawingml/2006/main">
            <a:r>
              <a:t>remove, rename, or bypass the fixed helpers. Strategy code may add private helper</a:t>
            </a:r>
          </a:p>
          <a:p xmlns:a="http://schemas.openxmlformats.org/drawingml/2006/main">
            <a:r>
              <a:t>methods only inside the strategy region.</a:t>
            </a:r>
          </a:p>
          <a:p xmlns:a="http://schemas.openxmlformats.org/drawingml/2006/main">
            <a:r>
              <a:t/>
            </a:r>
          </a:p>
          <a:p xmlns:a="http://schemas.openxmlformats.org/drawingml/2006/main">
            <a:r>
              <a:t>Issue actions only through these fixed helpers:</a:t>
            </a:r>
          </a:p>
          <a:p xmlns:a="http://schemas.openxmlformats.org/drawingml/2006/main">
            <a:r>
              <a:t>- commandMove(Unit unit, int x, int y)</a:t>
            </a:r>
          </a:p>
          <a:p xmlns:a="http://schemas.openxmlformats.org/drawingml/2006/main">
            <a:r>
              <a:t>- commandHarvest(Unit worker, Unit resource, Unit base)</a:t>
            </a:r>
          </a:p>
          <a:p xmlns:a="http://schemas.openxmlformats.org/drawingml/2006/main">
            <a:r>
              <a:t>- commandTrain(Unit producer, UnitType unitType)</a:t>
            </a:r>
          </a:p>
          <a:p xmlns:a="http://schemas.openxmlformats.org/drawingml/2006/main">
            <a:r>
              <a:t>- commandBuild(Unit worker, UnitType buildingType, int x, int y)</a:t>
            </a:r>
          </a:p>
          <a:p xmlns:a="http://schemas.openxmlformats.org/drawingml/2006/main">
            <a:r>
              <a:t>- commandAttack(Unit attacker, Unit target)</a:t>
            </a:r>
          </a:p>
          <a:p xmlns:a="http://schemas.openxmlformats.org/drawingml/2006/main">
            <a:r>
              <a:t>- commandIdle(Unit unit)</a:t>
            </a:r>
          </a:p>
          <a:p xmlns:a="http://schemas.openxmlformats.org/drawingml/2006/main">
            <a:r>
              <a:t/>
            </a:r>
          </a:p>
          <a:p xmlns:a="http://schemas.openxmlformats.org/drawingml/2006/main">
            <a:r>
              <a:t>Use these fixed lookup helpers instead of inventing engine queries:</a:t>
            </a:r>
          </a:p>
          <a:p xmlns:a="http://schemas.openxmlformats.org/drawingml/2006/main">
            <a:r>
              <a:t>- isIdleAlly(Unit unit, AgentContext context)</a:t>
            </a:r>
          </a:p>
          <a:p xmlns:a="http://schemas.openxmlformats.org/drawingml/2006/main">
            <a:r>
              <a:t>- nearestEnemy(Unit source, AgentContext context)</a:t>
            </a:r>
          </a:p>
          <a:p xmlns:a="http://schemas.openxmlformats.org/drawingml/2006/main">
            <a:r>
              <a:t>- nearestResource(Unit source, AgentContext context)</a:t>
            </a:r>
          </a:p>
          <a:p xmlns:a="http://schemas.openxmlformats.org/drawingml/2006/main">
            <a:r>
              <a:t>- ownBase(AgentContext context)</a:t>
            </a:r>
          </a:p>
          <a:p xmlns:a="http://schemas.openxmlformats.org/drawingml/2006/main">
            <a:r>
              <a:t>- isFreeCell(AgentContext context, int x, int y)</a:t>
            </a:r>
          </a:p>
          <a:p xmlns:a="http://schemas.openxmlformats.org/drawingml/2006/main">
            <a:r>
              <a:t/>
            </a:r>
          </a:p>
          <a:p xmlns:a="http://schemas.openxmlformats.org/drawingml/2006/main">
            <a:r>
              <a:t>AgentContext exposes only context.player, context.gs, and context.units. The</a:t>
            </a:r>
          </a:p>
          <a:p xmlns:a="http://schemas.openxmlformats.org/drawingml/2006/main">
            <a:r>
              <a:t>following MicroRTS reads are allowlisted; do not call any unlisted method or</a:t>
            </a:r>
          </a:p>
          <a:p xmlns:a="http://schemas.openxmlformats.org/drawingml/2006/main">
            <a:r>
              <a:t>field on GameState, PhysicalGameState, Player, Unit, UnitType, or PathFinding:</a:t>
            </a:r>
          </a:p>
          <a:p xmlns:a="http://schemas.openxmlformats.org/drawingml/2006/main">
            <a:r>
              <a:t>- GameState: getTime(), getPlayer(int), getUnits(), getUnitAction(Unit), and</a:t>
            </a:r>
          </a:p>
          <a:p xmlns:a="http://schemas.openxmlformats.org/drawingml/2006/main">
            <a:r>
              <a:t>  getPhysicalGameState().</a:t>
            </a:r>
          </a:p>
          <a:p xmlns:a="http://schemas.openxmlformats.org/drawingml/2006/main">
            <a:r>
              <a:t>- PhysicalGameState: getWidth(), getHeight(), and getUnit(long).</a:t>
            </a:r>
          </a:p>
          <a:p xmlns:a="http://schemas.openxmlformats.org/drawingml/2006/main">
            <a:r>
              <a:t>- Player: getResources().</a:t>
            </a:r>
          </a:p>
          <a:p xmlns:a="http://schemas.openxmlformats.org/drawingml/2006/main">
            <a:r>
              <a:t>- Unit: getPlayer(), getType(), getX(), getY(), getID(), getResources(),</a:t>
            </a:r>
          </a:p>
          <a:p xmlns:a="http://schemas.openxmlformats.org/drawingml/2006/main">
            <a:r>
              <a:t>  getHitPoints(), and getMaxHitPoints().</a:t>
            </a:r>
          </a:p>
          <a:p xmlns:a="http://schemas.openxmlformats.org/drawingml/2006/main">
            <a:r>
              <a:t>- UnitType public fields: cost, hp, canAttack, canHarvest, isResource,</a:t>
            </a:r>
          </a:p>
          <a:p xmlns:a="http://schemas.openxmlformats.org/drawingml/2006/main">
            <a:r>
              <a:t>  isStockpile, and attackRange.</a:t>
            </a:r>
          </a:p>
          <a:p xmlns:a="http://schemas.openxmlformats.org/drawingml/2006/main">
            <a:r>
              <a:t>- Known UnitType variables: resourceType, workerType, lightType, heavyType,</a:t>
            </a:r>
          </a:p>
          <a:p xmlns:a="http://schemas.openxmlformats.org/drawingml/2006/main">
            <a:r>
              <a:t>  rangedType, baseType, and barracksType.</a:t>
            </a:r>
          </a:p>
          <a:p xmlns:a="http://schemas.openxmlformats.org/drawingml/2006/main">
            <a:r>
              <a:t/>
            </a:r>
          </a:p>
          <a:p xmlns:a="http://schemas.openxmlformats.org/drawingml/2006/main">
            <a:r>
              <a:t>Exact corrections for common invalid APIs:</a:t>
            </a:r>
          </a:p>
          <a:p xmlns:a="http://schemas.openxmlformats.org/drawingml/2006/main">
            <a:r>
              <a:t>- Use context.gs.getTime(), never getTick() or getTickCount().</a:t>
            </a:r>
          </a:p>
          <a:p xmlns:a="http://schemas.openxmlformats.org/drawingml/2006/main">
            <a:r>
              <a:t>- Use unit.getID(), never getId().</a:t>
            </a:r>
          </a:p>
          <a:p xmlns:a="http://schemas.openxmlformats.org/drawingml/2006/main">
            <a:r>
              <a:t>- Use getHitPoints()/getMaxHitPoints(), never getHealth()/getMaxHealth().</a:t>
            </a:r>
          </a:p>
          <a:p xmlns:a="http://schemas.openxmlformats.org/drawingml/2006/main">
            <a:r>
              <a:t>- Use unit.getResources(), never resource-carrier or carrying helper methods.</a:t>
            </a:r>
          </a:p>
          <a:p xmlns:a="http://schemas.openxmlformats.org/drawingml/2006/main">
            <a:r>
              <a:t>- Use context.gs.getPhysicalGameState().getWidth()/getHeight(), never map,</a:t>
            </a:r>
          </a:p>
          <a:p xmlns:a="http://schemas.openxmlformats.org/drawingml/2006/main">
            <a:r>
              <a:t>  map-width, map-height, spawn-location, tile, or base methods on GameState or Player.</a:t>
            </a:r>
          </a:p>
          <a:p xmlns:a="http://schemas.openxmlformats.org/drawingml/2006/main">
            <a:r>
              <a:t>- Use context.gs.getUnitAction(unit), never unit.getAction() or unit.getTask().</a:t>
            </a:r>
          </a:p>
          <a:p xmlns:a="http://schemas.openxmlformats.org/drawingml/2006/main">
            <a:r>
              <a:t>- Use isFreeCell(context, x, y) to test a strategy candidate coordinate. It</a:t>
            </a:r>
          </a:p>
          <a:p xmlns:a="http://schemas.openxmlformats.org/drawingml/2006/main">
            <a:r>
              <a:t>  returns false before accessing a coordinate outside the active map.</a:t>
            </a:r>
          </a:p>
          <a:p xmlns:a="http://schemas.openxmlformats.org/drawingml/2006/main">
            <a:r>
              <a:t>- Never call GameState.free(...) or PhysicalGameState.getTerrain(...) in the</a:t>
            </a:r>
          </a:p>
          <a:p xmlns:a="http://schemas.openxmlformats.org/drawingml/2006/main">
            <a:r>
              <a:t>  strategy region, and never use getUnitAt(...). These direct map reads are</a:t>
            </a:r>
          </a:p>
          <a:p xmlns:a="http://schemas.openxmlformats.org/drawingml/2006/main">
            <a:r>
              <a:t>  rejected by deterministic validation.</a:t>
            </a:r>
          </a:p>
          <a:p xmlns:a="http://schemas.openxmlformats.org/drawingml/2006/main">
            <a:r>
              <a:t>- context.units is a List&lt;Unit&gt;, never a map; count/filter it with loops.</a:t>
            </a:r>
          </a:p>
          <a:p xmlns:a="http://schemas.openxmlformats.org/drawingml/2006/main">
            <a:r>
              <a:t>- Every added helper that reads player, state, or units must accept AgentContext;</a:t>
            </a:r>
          </a:p>
          <a:p xmlns:a="http://schemas.openxmlformats.org/drawingml/2006/main">
            <a:r>
              <a:t>  never reference a context variable that is not a parameter or local variable.</a:t>
            </a:r>
          </a:p>
          <a:p xmlns:a="http://schemas.openxmlformats.org/drawingml/2006/main">
            <a:r>
              <a:t>- Java locals never flow into another method. If decide computes</a:t>
            </a:r>
          </a:p>
          <a:p xmlns:a="http://schemas.openxmlformats.org/drawingml/2006/main">
            <a:r>
              <a:t>  `int gameTime = context.gs.getTime()`, every helper that reads it must declare</a:t>
            </a:r>
          </a:p>
          <a:p xmlns:a="http://schemas.openxmlformats.org/drawingml/2006/main">
            <a:r>
              <a:t>  an `int gameTime` parameter and every call must pass that value. Apply this</a:t>
            </a:r>
          </a:p>
          <a:p xmlns:a="http://schemas.openxmlformats.org/drawingml/2006/main">
            <a:r>
              <a:t>  rule to every other computed local value as well.</a:t>
            </a:r>
          </a:p>
          <a:p xmlns:a="http://schemas.openxmlformats.org/drawingml/2006/main">
            <a:r>
              <a:t>- A helper that reads game state must use a signature such as</a:t>
            </a:r>
          </a:p>
          <a:p xmlns:a="http://schemas.openxmlformats.org/drawingml/2006/main">
            <a:r>
              <a:t>  `findBuildLocation(AgentContext context, Unit base)`; a method whose parameters</a:t>
            </a:r>
          </a:p>
          <a:p xmlns:a="http://schemas.openxmlformats.org/drawingml/2006/main">
            <a:r>
              <a:t>  omit AgentContext must never contain `context.gs` or `context.units`.</a:t>
            </a:r>
          </a:p>
          <a:p xmlns:a="http://schemas.openxmlformats.org/drawingml/2006/main">
            <a:r>
              <a:t>- A scalar coordinate is `int x`. One coordinate pair is `int[] point = new</a:t>
            </a:r>
          </a:p>
          <a:p xmlns:a="http://schemas.openxmlformats.org/drawingml/2006/main">
            <a:r>
              <a:t>  int[]{x, y}`. Multiple coordinate pairs must use the exact two-dimensional</a:t>
            </a:r>
          </a:p>
          <a:p xmlns:a="http://schemas.openxmlformats.org/drawingml/2006/main">
            <a:r>
              <a:t>  form `int[][] directions = new int[][]{{-1, 0}, {1, 0}, {0, -1}, {0, 1}};`</a:t>
            </a:r>
          </a:p>
          <a:p xmlns:a="http://schemas.openxmlformats.org/drawingml/2006/main">
            <a:r>
              <a:t>  and iterate with `for (int[] direction : directions)`. Never initialize an</a:t>
            </a:r>
          </a:p>
          <a:p xmlns:a="http://schemas.openxmlformats.org/drawingml/2006/main">
            <a:r>
              <a:t>  `int[]` with nested `{...}` pairs.</a:t>
            </a:r>
          </a:p>
          <a:p xmlns:a="http://schemas.openxmlformats.org/drawingml/2006/main">
            <a:r>
              <a:t>- Never construct synthetic Unit, GameState, AgentContext, PathFinding, or</a:t>
            </a:r>
          </a:p>
          <a:p xmlns:a="http://schemas.openxmlformats.org/drawingml/2006/main">
            <a:r>
              <a:t>  PathChoice objects to query engine state.</a:t>
            </a:r>
          </a:p>
          <a:p xmlns:a="http://schemas.openxmlformats.org/drawingml/2006/main">
            <a:r>
              <a:t/>
            </a:r>
          </a:p>
          <a:p xmlns:a="http://schemas.openxmlformats.org/drawingml/2006/main">
            <a:r>
              <a:t>Before returning the file, check every private strategy helper independently:</a:t>
            </a:r>
          </a:p>
          <a:p xmlns:a="http://schemas.openxmlformats.org/drawingml/2006/main">
            <a:r>
              <a:t>all referenced locals are declared in that method or its parameter list, every</a:t>
            </a:r>
          </a:p>
          <a:p xmlns:a="http://schemas.openxmlformats.org/drawingml/2006/main">
            <a:r>
              <a:t>`context.` use has an `AgentContext context` parameter, and every array's declared</a:t>
            </a:r>
          </a:p>
          <a:p xmlns:a="http://schemas.openxmlformats.org/drawingml/2006/main">
            <a:r>
              <a:t>dimension matches its initializer and enhanced-for element type.</a:t>
            </a:r>
          </a:p>
          <a:p xmlns:a="http://schemas.openxmlformats.org/drawingml/2006/main">
            <a:r>
              <a:t/>
            </a:r>
          </a:p>
          <a:p xmlns:a="http://schemas.openxmlformats.org/drawingml/2006/main">
            <a:r>
              <a:t>The fixed scaffold is not editable evidence. The presence of a fixed field, unit type,</a:t>
            </a:r>
          </a:p>
          <a:p xmlns:a="http://schemas.openxmlformats.org/drawingml/2006/main">
            <a:r>
              <a:t>helper, validation branch, or lifecycle method does not mean the strategy uses that</a:t>
            </a:r>
          </a:p>
          <a:p xmlns:a="http://schemas.openxmlformats.org/drawingml/2006/main">
            <a:r>
              <a:t>behavior. Treat behavior as implemented only when reachable code in the editable strategy</a:t>
            </a:r>
          </a:p>
          <a:p xmlns:a="http://schemas.openxmlformats.org/drawingml/2006/main">
            <a:r>
              <a:t>region invokes it. Never request removal or modification of immutable scaffold content.</a:t>
            </a:r>
          </a:p>
          <a:p xmlns:a="http://schemas.openxmlformats.org/drawingml/2006/main">
            <a:r>
              <a:t/>
            </a:r>
          </a:p>
          <a:p xmlns:a="http://schemas.openxmlformats.org/drawingml/2006/main">
            <a:r>
              <a:t>Optional structural/compiler evidence (use only to explain implementation failure):</a:t>
            </a:r>
          </a:p>
          <a:p xmlns:a="http://schemas.openxmlformats.org/drawingml/2006/main">
            <a:r>
              <a:t>{"compile_success":true}</a:t>
            </a:r>
          </a:p>
          <a:p xmlns:a="http://schemas.openxmlformats.org/drawingml/2006/main">
            <a:r>
              <a:t/>
            </a:r>
          </a:p>
          <a:p xmlns:a="http://schemas.openxmlformats.org/drawingml/2006/main">
            <a:r>
              <a:t>For every mismatch report policy_requirement, observed_java_behavior, mismatch, and</a:t>
            </a:r>
          </a:p>
          <a:p xmlns:a="http://schemas.openxmlformats.org/drawingml/2006/main">
            <a:r>
              <a:t>required_generation_behavior. Ground observed_java_behavior only in the supplied editable</a:t>
            </a:r>
          </a:p>
          <a:p xmlns:a="http://schemas.openxmlformats.org/drawingml/2006/main">
            <a:r>
              <a:t>region or structural evidence. Distinguish policy_clear_but_java_violates,</a:t>
            </a:r>
          </a:p>
          <a:p xmlns:a="http://schemas.openxmlformats.org/drawingml/2006/main">
            <a:r>
              <a:t>policy_ambiguous, and java_faithfully_implements_policy. A poor but faithfully implemented</a:t>
            </a:r>
          </a:p>
          <a:p xmlns:a="http://schemas.openxmlformats.org/drawingml/2006/main">
            <a:r>
              <a:t>policy is not a Code Reflection problem.</a:t>
            </a:r>
          </a:p>
          <a:p xmlns:a="http://schemas.openxmlformats.org/drawingml/2006/main">
            <a:r>
              <a:t/>
            </a:r>
          </a:p>
          <a:p xmlns:a="http://schemas.openxmlformats.org/drawingml/2006/main">
            <a:r>
              <a:t>Keep the review compact: report at most five distinct mismatches, keep every field to one</a:t>
            </a:r>
          </a:p>
          <a:p xmlns:a="http://schemas.openxmlformats.org/drawingml/2006/main">
            <a:r>
              <a:t>concise sentence, and make required_generation_behaviors an array of concise strings.</a:t>
            </a:r>
          </a:p>
          <a:p xmlns:a="http://schemas.openxmlformats.org/drawingml/2006/main">
            <a:r>
              <a:t>Every value inside an alignment_review item must be one JSON string, never an array or</a:t>
            </a:r>
          </a:p>
          <a:p xmlns:a="http://schemas.openxmlformats.org/drawingml/2006/main">
            <a:r>
              <a:t>object. If one mismatch needs multiple generation corrections, combine them into the</a:t>
            </a:r>
          </a:p>
          <a:p xmlns:a="http://schemas.openxmlformats.org/drawingml/2006/main">
            <a:r>
              <a:t>required_generation_behavior string with semicolons.</a:t>
            </a:r>
          </a:p>
          <a:p xmlns:a="http://schemas.openxmlformats.org/drawingml/2006/main">
            <a:r>
              <a:t>Return valid JSON without Markdown fences.</a:t>
            </a:r>
          </a:p>
          <a:p xmlns:a="http://schemas.openxmlformats.org/drawingml/2006/main">
            <a:r>
              <a:t/>
            </a:r>
          </a:p>
          <a:p xmlns:a="http://schemas.openxmlformats.org/drawingml/2006/main">
            <a:r>
              <a:t>Return exactly one JSON object:</a:t>
            </a:r>
          </a:p>
          <a:p xmlns:a="http://schemas.openxmlformats.org/drawingml/2006/main">
            <a:r>
              <a:t>{"assessment":"policy_clear_but_java_violates|policy_ambiguous|java_faithfully_implements_policy","alignment_review":[{"policy_requirement":"","observed_java_behavior":"","mismatch":"","required_generation_behavior":""}],"required_generation_behaviors":[]}</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REFLECTOR RESPONSE</a:t>
            </a:r>
          </a:p>
          <a:p xmlns:a="http://schemas.openxmlformats.org/drawingml/2006/main">
            <a:r>
              <a:t>```json</a:t>
            </a:r>
          </a:p>
          <a:p xmlns:a="http://schemas.openxmlformats.org/drawingml/2006/main">
            <a:r>
              <a:t>{</a:t>
            </a:r>
          </a:p>
          <a:p xmlns:a="http://schemas.openxmlformats.org/drawingml/2006/main">
            <a:r>
              <a:t>  "assessment": "policy_clear_but_java_violates",</a:t>
            </a:r>
          </a:p>
          <a:p xmlns:a="http://schemas.openxmlformats.org/drawingml/2006/main">
            <a:r>
              <a:t>  "alignment_review": [</a:t>
            </a:r>
          </a:p>
          <a:p xmlns:a="http://schemas.openxmlformats.org/drawingml/2006/main">
            <a:r>
              <a:t>    {</a:t>
            </a:r>
          </a:p>
          <a:p xmlns:a="http://schemas.openxmlformats.org/drawingml/2006/main">
            <a:r>
              <a:t>      "policy_requirement": "Every Base continuously produces Workers whenever resources allow.",</a:t>
            </a:r>
          </a:p>
          <a:p xmlns:a="http://schemas.openxmlformats.org/drawingml/2006/main">
            <a:r>
              <a:t>      "observed_java_behavior": "Bases only train Workers if they have enough resources and are idle, but the `trainWorkers` method does not explicitly ensure continuous production (e.g., no loop or repeated checks per tick).",</a:t>
            </a:r>
          </a:p>
          <a:p xmlns:a="http://schemas.openxmlformats.org/drawingml/2006/main">
            <a:r>
              <a:t>      "mismatch": "The policy mandates continuous production, but the Java code only trains Workers in a single pass per `decide` call without iterative or persistent checks.",</a:t>
            </a:r>
          </a:p>
          <a:p xmlns:a="http://schemas.openxmlformats.org/drawingml/2006/main">
            <a:r>
              <a:t>      "required_generation_behavior": "Add a loop or persistent state to ensure Workers are trained continuously every tick until resources are exhausted."</a:t>
            </a:r>
          </a:p>
          <a:p xmlns:a="http://schemas.openxmlformats.org/drawingml/2006/main">
            <a:r>
              <a:t>    },</a:t>
            </a:r>
          </a:p>
          <a:p xmlns:a="http://schemas.openxmlformats.org/drawingml/2006/main">
            <a:r>
              <a:t>    {</a:t>
            </a:r>
          </a:p>
          <a:p xmlns:a="http://schemas.openxmlformats.org/drawingml/2006/main">
            <a:r>
              <a:t>      "policy_requirement": "Keep one Worker harvesting the nearest reachable resource and returning it to the nearest friendly Base so production continues.",</a:t>
            </a:r>
          </a:p>
          <a:p xmlns:a="http://schemas.openxmlformats.org/drawingml/2006/main">
            <a:r>
              <a:t>      "observed_java_behavior": "The `runWorkerRush` method removes the harvester from the list after assigning it to harvest, but the harvester may not always return to the base due to lack of explicit return logic or resource depletion checks.",</a:t>
            </a:r>
          </a:p>
          <a:p xmlns:a="http://schemas.openxmlformats.org/drawingml/2006/main">
            <a:r>
              <a:t>      "mismatch": "The harvester's return-to-base behavior is not guaranteed; the policy requires explicit return-to-base after harvesting, but the code lacks a dedicated return path or verification.",</a:t>
            </a:r>
          </a:p>
          <a:p xmlns:a="http://schemas.openxmlformats.org/drawingml/2006/main">
            <a:r>
              <a:t>      "required_generation_behavior": "Ensure the harvester returns to the base after harvesting by adding explicit `commandMove` or `commandHarvest` logic with base targeting."</a:t>
            </a:r>
          </a:p>
          <a:p xmlns:a="http://schemas.openxmlformats.org/drawingml/2006/main">
            <a:r>
              <a:t>    },</a:t>
            </a:r>
          </a:p>
          <a:p xmlns:a="http://schemas.openxmlformats.org/drawingml/2006/main">
            <a:r>
              <a:t>    {</a:t>
            </a:r>
          </a:p>
          <a:p xmlns:a="http://schemas.openxmlformats.org/drawingml/2006/main">
            <a:r>
              <a:t>      "policy_requirement": "Every additional Worker advances toward the enemy Base and attacks it.",</a:t>
            </a:r>
          </a:p>
          <a:p xmlns:a="http://schemas.openxmlformats.org/drawingml/2006/main">
            <a:r>
              <a:t>      "observed_java_behavior": "Workers attack the nearest enemy base or unit, but the policy specifies *only* the enemy Base as the target for additional Workers (not enemy units).",</a:t>
            </a:r>
          </a:p>
          <a:p xmlns:a="http://schemas.openxmlformats.org/drawingml/2006/main">
            <a:r>
              <a:t>      "mismatch": "The code allows Workers to attack enemy units if the base is not visible, violating the strict requirement to target the enemy Base exclusively.",</a:t>
            </a:r>
          </a:p>
          <a:p xmlns:a="http://schemas.openxmlformats.org/drawingml/2006/main">
            <a:r>
              <a:t>      "required_generation_behavior": "Modify `attackNearestEnemy` to prioritize enemy Base over enemy units; only attack units if the base is unreachable or hidden."</a:t>
            </a:r>
          </a:p>
          <a:p xmlns:a="http://schemas.openxmlformats.org/drawingml/2006/main">
            <a:r>
              <a:t>    },</a:t>
            </a:r>
          </a:p>
          <a:p xmlns:a="http://schemas.openxmlformats.org/drawingml/2006/main">
            <a:r>
              <a:t>    {</a:t>
            </a:r>
          </a:p>
          <a:p xmlns:a="http://schemas.openxmlformats.org/drawingml/2006/main">
            <a:r>
              <a:t>      "policy_requirement": "Do not build Barracks or produce non-Worker combat units.",</a:t>
            </a:r>
          </a:p>
          <a:p xmlns:a="http://schemas.openxmlformats.org/drawingml/2006/main">
            <a:r>
              <a:t>      "observed_java_behavior": "The `runWorkerRush` method contains a fallback to build a base if no base exists, but it does not explicitly prevent Barracks construction or non-Worker unit production.",</a:t>
            </a:r>
          </a:p>
          <a:p xmlns:a="http://schemas.openxmlformats.org/drawingml/2006/main">
            <a:r>
              <a:t>      "mismatch": "The code lacks explicit checks to disable Barracks building or non-Worker unit production, which violates the policy's prohibition.",</a:t>
            </a:r>
          </a:p>
          <a:p xmlns:a="http://schemas.openxmlformats.org/drawingml/2006/main">
            <a:r>
              <a:t>      "required_generation_behavior": "Remove Barracks construction logic and ensure no non-Worker units (e.g., `lightType`, `heavyType`, `rangedType`) are ever trained."</a:t>
            </a:r>
          </a:p>
          <a:p xmlns:a="http://schemas.openxmlformats.org/drawingml/2006/main">
            <a:r>
              <a:t>    },</a:t>
            </a:r>
          </a:p>
          <a:p xmlns:a="http://schemas.openxmlformats.org/drawingml/2006/main">
            <a:r>
              <a:t>    {</a:t>
            </a:r>
          </a:p>
          <a:p xmlns:a="http://schemas.openxmlformats.org/drawingml/2006/main">
            <a:r>
              <a:t>      "policy_requirement": "Nearby Workers may eliminate an immediate threat to a friendly Base before resuming the rush.",</a:t>
            </a:r>
          </a:p>
          <a:p xmlns:a="http://schemas.openxmlformats.org/drawingml/2006/main">
            <a:r>
              <a:t>      "observed_java_behavior": "The code lacks any logic to prioritize defending the base or intercepting threats to it; Workers only attack enemy bases/units without considering base defense.",</a:t>
            </a:r>
          </a:p>
          <a:p xmlns:a="http://schemas.openxmlformats.org/drawingml/2006/main">
            <a:r>
              <a:t>      "mismatch": "The policy allows defensive actions for Workers near the base, but the Java code ignores base defense entirely.",</a:t>
            </a:r>
          </a:p>
          <a:p xmlns:a="http://schemas.openxmlformats.org/drawingml/2006/main">
            <a:r>
              <a:t>      "required_generation_behavior": "Add a helper to detect nearby threats to the base and assign Workers to defend it before proceeding with the rush."</a:t>
            </a:r>
          </a:p>
          <a:p xmlns:a="http://schemas.openxmlformats.org/drawingml/2006/main">
            <a:r>
              <a:t>    }</a:t>
            </a:r>
          </a:p>
          <a:p xmlns:a="http://schemas.openxmlformats.org/drawingml/2006/main">
            <a:r>
              <a:t>  ],</a:t>
            </a:r>
          </a:p>
          <a:p xmlns:a="http://schemas.openxmlformats.org/drawingml/2006/main">
            <a:r>
              <a:t>  "required_generation_behaviors": [</a:t>
            </a:r>
          </a:p>
          <a:p xmlns:a="http://schemas.openxmlformats.org/drawingml/2006/main">
            <a:r>
              <a:t>    "Ensure continuous Worker training per tick;",</a:t>
            </a:r>
          </a:p>
          <a:p xmlns:a="http://schemas.openxmlformats.org/drawingml/2006/main">
            <a:r>
              <a:t>    "Explicitly return harvested resources to the base;",</a:t>
            </a:r>
          </a:p>
          <a:p xmlns:a="http://schemas.openxmlformats.org/drawingml/2006/main">
            <a:r>
              <a:t>    "Target only enemy Base (no enemy units unless base is hidden);",</a:t>
            </a:r>
          </a:p>
          <a:p xmlns:a="http://schemas.openxmlformats.org/drawingml/2006/main">
            <a:r>
              <a:t>    "Disable Barracks and non-Worker unit production;",</a:t>
            </a:r>
          </a:p>
          <a:p xmlns:a="http://schemas.openxmlformats.org/drawingml/2006/main">
            <a:r>
              <a:t>    "Add base defense logic for nearby Workers"</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ALL RAW ATTEMPT RESPONSES</a:t>
            </a:r>
          </a:p>
          <a:p xmlns:a="http://schemas.openxmlformats.org/drawingml/2006/main">
            <a:r>
              <a:t>/home/mhlab/EAGLE/runs/reflection_inspections/20260903_151343_710298_worker_rush_three_reflections/trials/code/trial_03/mutation/code_reflection/reflector_attempt_001_response_raw.txt</a:t>
            </a:r>
          </a:p>
          <a:p xmlns:a="http://schemas.openxmlformats.org/drawingml/2006/main">
            <a:r>
              <a:t>```json</a:t>
            </a:r>
          </a:p>
          <a:p xmlns:a="http://schemas.openxmlformats.org/drawingml/2006/main">
            <a:r>
              <a:t>{</a:t>
            </a:r>
          </a:p>
          <a:p xmlns:a="http://schemas.openxmlformats.org/drawingml/2006/main">
            <a:r>
              <a:t>  "assessment": "policy_clear_but_java_violates",</a:t>
            </a:r>
          </a:p>
          <a:p xmlns:a="http://schemas.openxmlformats.org/drawingml/2006/main">
            <a:r>
              <a:t>  "alignment_review": [</a:t>
            </a:r>
          </a:p>
          <a:p xmlns:a="http://schemas.openxmlformats.org/drawingml/2006/main">
            <a:r>
              <a:t>    {</a:t>
            </a:r>
          </a:p>
          <a:p xmlns:a="http://schemas.openxmlformats.org/drawingml/2006/main">
            <a:r>
              <a:t>      "policy_requirement": "Every Base continuously produces Workers whenever resources allow.",</a:t>
            </a:r>
          </a:p>
          <a:p xmlns:a="http://schemas.openxmlformats.org/drawingml/2006/main">
            <a:r>
              <a:t>      "observed_java_behavior": "Bases only train Workers if they have enough resources and are idle, but the `trainWorkers` method does not explicitly ensure continuous production (e.g., no loop or repeated checks per tick).",</a:t>
            </a:r>
          </a:p>
          <a:p xmlns:a="http://schemas.openxmlformats.org/drawingml/2006/main">
            <a:r>
              <a:t>      "mismatch": "The policy mandates continuous production, but the Java code only trains Workers in a single pass per `decide` call without iterative or persistent checks.",</a:t>
            </a:r>
          </a:p>
          <a:p xmlns:a="http://schemas.openxmlformats.org/drawingml/2006/main">
            <a:r>
              <a:t>      "required_generation_behavior": "Add a loop or persistent state to ensure Workers are trained continuously every tick until resources are exhausted."</a:t>
            </a:r>
          </a:p>
          <a:p xmlns:a="http://schemas.openxmlformats.org/drawingml/2006/main">
            <a:r>
              <a:t>    },</a:t>
            </a:r>
          </a:p>
          <a:p xmlns:a="http://schemas.openxmlformats.org/drawingml/2006/main">
            <a:r>
              <a:t>    {</a:t>
            </a:r>
          </a:p>
          <a:p xmlns:a="http://schemas.openxmlformats.org/drawingml/2006/main">
            <a:r>
              <a:t>      "policy_requirement": "Keep one Worker harvesting the nearest reachable resource and returning it to the nearest friendly Base so production continues.",</a:t>
            </a:r>
          </a:p>
          <a:p xmlns:a="http://schemas.openxmlformats.org/drawingml/2006/main">
            <a:r>
              <a:t>      "observed_java_behavior": "The `runWorkerRush` method removes the harvester from the list after assigning it to harvest, but the harvester may not always return to the base due to lack of explicit return logic or resource depletion checks.",</a:t>
            </a:r>
          </a:p>
          <a:p xmlns:a="http://schemas.openxmlformats.org/drawingml/2006/main">
            <a:r>
              <a:t>      "mismatch": "The harvester's return-to-base behavior is not guaranteed; the policy requires explicit return-to-base after harvesting, but the code lacks a dedicated return path or verification.",</a:t>
            </a:r>
          </a:p>
          <a:p xmlns:a="http://schemas.openxmlformats.org/drawingml/2006/main">
            <a:r>
              <a:t>      "required_generation_behavior": "Ensure the harvester returns to the base after harvesting by adding explicit `commandMove` or `commandHarvest` logic with base targeting."</a:t>
            </a:r>
          </a:p>
          <a:p xmlns:a="http://schemas.openxmlformats.org/drawingml/2006/main">
            <a:r>
              <a:t>    },</a:t>
            </a:r>
          </a:p>
          <a:p xmlns:a="http://schemas.openxmlformats.org/drawingml/2006/main">
            <a:r>
              <a:t>    {</a:t>
            </a:r>
          </a:p>
          <a:p xmlns:a="http://schemas.openxmlformats.org/drawingml/2006/main">
            <a:r>
              <a:t>      "policy_requirement": "Every additional Worker advances toward the enemy Base and attacks it.",</a:t>
            </a:r>
          </a:p>
          <a:p xmlns:a="http://schemas.openxmlformats.org/drawingml/2006/main">
            <a:r>
              <a:t>      "observed_java_behavior": "Workers attack the nearest enemy base or unit, but the policy specifies *only* the enemy Base as the target for additional Workers (not enemy units).",</a:t>
            </a:r>
          </a:p>
          <a:p xmlns:a="http://schemas.openxmlformats.org/drawingml/2006/main">
            <a:r>
              <a:t>      "mismatch": "The code allows Workers to attack enemy units if the base is not visible, violating the strict requirement to target the enemy Base exclusively.",</a:t>
            </a:r>
          </a:p>
          <a:p xmlns:a="http://schemas.openxmlformats.org/drawingml/2006/main">
            <a:r>
              <a:t>      "required_generation_behavior": "Modify `attackNearestEnemy` to prioritize enemy Base over enemy units; only attack units if the base is unreachable or hidden."</a:t>
            </a:r>
          </a:p>
          <a:p xmlns:a="http://schemas.openxmlformats.org/drawingml/2006/main">
            <a:r>
              <a:t>    },</a:t>
            </a:r>
          </a:p>
          <a:p xmlns:a="http://schemas.openxmlformats.org/drawingml/2006/main">
            <a:r>
              <a:t>    {</a:t>
            </a:r>
          </a:p>
          <a:p xmlns:a="http://schemas.openxmlformats.org/drawingml/2006/main">
            <a:r>
              <a:t>      "policy_requirement": "Do not build Barracks or produce non-Worker combat units.",</a:t>
            </a:r>
          </a:p>
          <a:p xmlns:a="http://schemas.openxmlformats.org/drawingml/2006/main">
            <a:r>
              <a:t>      "observed_java_behavior": "The `runWorkerRush` method contains a fallback to build a base if no base exists, but it does not explicitly prevent Barracks construction or non-Worker unit production.",</a:t>
            </a:r>
          </a:p>
          <a:p xmlns:a="http://schemas.openxmlformats.org/drawingml/2006/main">
            <a:r>
              <a:t>      "mismatch": "The code lacks explicit checks to disable Barracks building or non-Worker unit production, which violates the policy's prohibition.",</a:t>
            </a:r>
          </a:p>
          <a:p xmlns:a="http://schemas.openxmlformats.org/drawingml/2006/main">
            <a:r>
              <a:t>      "required_generation_behavior": "Remove Barracks construction logic and ensure no non-Worker units (e.g., `lightType`, `heavyType`, `rangedType`) are ever trained."</a:t>
            </a:r>
          </a:p>
          <a:p xmlns:a="http://schemas.openxmlformats.org/drawingml/2006/main">
            <a:r>
              <a:t>    },</a:t>
            </a:r>
          </a:p>
          <a:p xmlns:a="http://schemas.openxmlformats.org/drawingml/2006/main">
            <a:r>
              <a:t>    {</a:t>
            </a:r>
          </a:p>
          <a:p xmlns:a="http://schemas.openxmlformats.org/drawingml/2006/main">
            <a:r>
              <a:t>      "policy_requirement": "Nearby Workers may eliminate an immediate threat to a friendly Base before resuming the rush.",</a:t>
            </a:r>
          </a:p>
          <a:p xmlns:a="http://schemas.openxmlformats.org/drawingml/2006/main">
            <a:r>
              <a:t>      "observed_java_behavior": "The code lacks any logic to prioritize defending the base or intercepting threats to it; Workers only attack enemy bases/units without considering base defense.",</a:t>
            </a:r>
          </a:p>
          <a:p xmlns:a="http://schemas.openxmlformats.org/drawingml/2006/main">
            <a:r>
              <a:t>      "mismatch": "The policy allows defensive actions for Workers near the base, but the Java code ignores base defense entirely.",</a:t>
            </a:r>
          </a:p>
          <a:p xmlns:a="http://schemas.openxmlformats.org/drawingml/2006/main">
            <a:r>
              <a:t>      "required_generation_behavior": "Add a helper to detect nearby threats to the base and assign Workers to defend it before proceeding with the rush."</a:t>
            </a:r>
          </a:p>
          <a:p xmlns:a="http://schemas.openxmlformats.org/drawingml/2006/main">
            <a:r>
              <a:t>    }</a:t>
            </a:r>
          </a:p>
          <a:p xmlns:a="http://schemas.openxmlformats.org/drawingml/2006/main">
            <a:r>
              <a:t>  ],</a:t>
            </a:r>
          </a:p>
          <a:p xmlns:a="http://schemas.openxmlformats.org/drawingml/2006/main">
            <a:r>
              <a:t>  "required_generation_behaviors": [</a:t>
            </a:r>
          </a:p>
          <a:p xmlns:a="http://schemas.openxmlformats.org/drawingml/2006/main">
            <a:r>
              <a:t>    "Ensure continuous Worker training per tick;",</a:t>
            </a:r>
          </a:p>
          <a:p xmlns:a="http://schemas.openxmlformats.org/drawingml/2006/main">
            <a:r>
              <a:t>    "Explicitly return harvested resources to the base;",</a:t>
            </a:r>
          </a:p>
          <a:p xmlns:a="http://schemas.openxmlformats.org/drawingml/2006/main">
            <a:r>
              <a:t>    "Target only enemy Base (no enemy units unless base is hidden);",</a:t>
            </a:r>
          </a:p>
          <a:p xmlns:a="http://schemas.openxmlformats.org/drawingml/2006/main">
            <a:r>
              <a:t>    "Disable Barracks and non-Worker unit production;",</a:t>
            </a:r>
          </a:p>
          <a:p xmlns:a="http://schemas.openxmlformats.org/drawingml/2006/main">
            <a:r>
              <a:t>    "Add base defense logic for nearby Workers"</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/home/mhlab/EAGLE/runs/reflection_inspections/20260903_151343_710298_worker_rush_three_reflections/trials/code/trial_03/mutation/code_reflection/rewriter_attempt_001_response_raw.txt</a:t>
            </a:r>
          </a:p>
          <a:p xmlns:a="http://schemas.openxmlformats.org/drawingml/2006/main">
            <a:r>
              <a:t>```json</a:t>
            </a:r>
          </a:p>
          <a:p xmlns:a="http://schemas.openxmlformats.org/drawingml/2006/main">
            <a:r>
              <a:t>{</a:t>
            </a:r>
          </a:p>
          <a:p xmlns:a="http://schemas.openxmlformats.org/drawingml/2006/main">
            <a:r>
              <a:t>  "remove_rule_ids": [],</a:t>
            </a:r>
          </a:p>
          <a:p xmlns:a="http://schemas.openxmlformats.org/drawingml/2006/main">
            <a:r>
              <a:t>  "add_rules": [</a:t>
            </a:r>
          </a:p>
          <a:p xmlns:a="http://schemas.openxmlformats.org/drawingml/2006/main">
            <a:r>
              <a:t>    {</a:t>
            </a:r>
          </a:p>
          <a:p xmlns:a="http://schemas.openxmlformats.org/drawingml/2006/main">
            <a:r>
              <a:t>      "category": "state_continuity",</a:t>
            </a:r>
          </a:p>
          <a:p xmlns:a="http://schemas.openxmlformats.org/drawingml/2006/main">
            <a:r>
              <a:t>      "instruction": "Implement continuous Worker training via a persistent loop or state check per decision cycle until resources are exhausted."</a:t>
            </a:r>
          </a:p>
          <a:p xmlns:a="http://schemas.openxmlformats.org/drawingml/2006/main">
            <a:r>
              <a:t>    }</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/home/mhlab/EAGLE/runs/reflection_inspections/20260903_151343_710298_worker_rush_three_reflections/trials/code/trial_03/mutation/code_reflection/rewriter_attempt_002_response_raw.txt</a:t>
            </a:r>
          </a:p>
          <a:p xmlns:a="http://schemas.openxmlformats.org/drawingml/2006/main">
            <a:r>
              <a:t>```json</a:t>
            </a:r>
          </a:p>
          <a:p xmlns:a="http://schemas.openxmlformats.org/drawingml/2006/main">
            <a:r>
              <a:t>{"remove_rule_ids":[],"add_rules":[{"category":"state_continuity","instruction":"Implement continuous Worker training via persistent state checks in every decision cycle until resources are exhausted."}]}</a:t>
            </a:r>
          </a:p>
          <a:p xmlns:a="http://schemas.openxmlformats.org/drawingml/2006/main">
            <a:r>
              <a:t>```</a:t>
            </a:r>
          </a:p>
          <a:p xmlns:a="http://schemas.openxmlformats.org/drawingml/2006/main">
            <a:r>
              <a:t/>
            </a:r>
          </a:p>
          <a:p xmlns:a="http://schemas.openxmlformats.org/drawingml/2006/main">
            <a:r>
              <a:t>/home/mhlab/EAGLE/runs/reflection_inspections/20260903_151343_710298_worker_rush_three_reflections/trials/code/trial_03/mutation/code_reflection/rewriter_attempt_003_response_raw.txt</a:t>
            </a:r>
          </a:p>
          <a:p xmlns:a="http://schemas.openxmlformats.org/drawingml/2006/main">
            <a:r>
              <a:t>```json</a:t>
            </a:r>
          </a:p>
          <a:p xmlns:a="http://schemas.openxmlformats.org/drawingml/2006/main">
            <a:r>
              <a:t>{</a:t>
            </a:r>
          </a:p>
          <a:p xmlns:a="http://schemas.openxmlformats.org/drawingml/2006/main">
            <a:r>
              <a:t>  "remove_rule_ids": [],</a:t>
            </a:r>
          </a:p>
          <a:p xmlns:a="http://schemas.openxmlformats.org/drawingml/2006/main">
            <a:r>
              <a:t>  "add_rules": [</a:t>
            </a:r>
          </a:p>
          <a:p xmlns:a="http://schemas.openxmlformats.org/drawingml/2006/main">
            <a:r>
              <a:t>    {</a:t>
            </a:r>
          </a:p>
          <a:p xmlns:a="http://schemas.openxmlformats.org/drawingml/2006/main">
            <a:r>
              <a:t>      "category": "state_continuity",</a:t>
            </a:r>
          </a:p>
          <a:p xmlns:a="http://schemas.openxmlformats.org/drawingml/2006/main">
            <a:r>
              <a:t>      "instruction": "Implement continuous Worker production via iterative state checks in every decision cycle until resource constraints are met."</a:t>
            </a:r>
          </a:p>
          <a:p xmlns:a="http://schemas.openxmlformats.org/drawingml/2006/main">
            <a:r>
              <a:t>    }</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FINAL POLICY</a:t>
            </a:r>
          </a:p>
          <a:p xmlns:a="http://schemas.openxmlformats.org/drawingml/2006/main">
            <a:r>
              <a:t>Use a continuous Worker-rush policy.</a:t>
            </a:r>
          </a:p>
          <a:p xmlns:a="http://schemas.openxmlformats.org/drawingml/2006/main">
            <a:r>
              <a:t/>
            </a:r>
          </a:p>
          <a:p xmlns:a="http://schemas.openxmlformats.org/drawingml/2006/main">
            <a: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r>
              <a:t>==============================</a:t>
            </a:r>
          </a:p>
          <a:p xmlns:a="http://schemas.openxmlformats.org/drawingml/2006/main">
            <a:r>
              <a:t/>
            </a:r>
          </a:p>
          <a:p xmlns:a="http://schemas.openxmlformats.org/drawingml/2006/main">
            <a:r>
              <a:t>FULL FINAL CODE-GENERATION PROMPT</a:t>
            </a:r>
          </a:p>
          <a:p xmlns:a="http://schemas.openxmlformats.org/drawingml/2006/main">
            <a:r>
              <a:t>Translate the supplied policy into deterministic Java inside the editable strategy region. The separately supplied immutable scaffold, API guide, and final output contract always take priority.</a:t>
            </a:r>
          </a:p>
          <a:p xmlns:a="http://schemas.openxmlformats.org/drawingml/2006/main">
            <a:r>
              <a:t/>
            </a:r>
          </a:p>
          <a:p xmlns:a="http://schemas.openxmlformats.org/drawingml/2006/main">
            <a:r>
              <a:t>EAGLE_REUSABLE_RULES_START</a:t>
            </a:r>
          </a:p>
          <a:p xmlns:a="http://schemas.openxmlformats.org/drawingml/2006/main">
            <a:r>
              <a:t>[core-requirement-coverage] requirement_coverage | Translate every explicit policy requirement into reachable strategy behavior.</a:t>
            </a:r>
          </a:p>
          <a:p xmlns:a="http://schemas.openxmlformats.org/drawingml/2006/main">
            <a:r>
              <a:t>[core-priority-ordering] priority_ordering | Preserve stated priority and fallback ordering when multiple conditions can apply.</a:t>
            </a:r>
          </a:p>
          <a:p xmlns:a="http://schemas.openxmlformats.org/drawingml/2006/main">
            <a:r>
              <a:t>[core-role-assignment] role_assignment | Keep policy-defined roles mutually exclusive within one decision cycle unless the policy explicitly allows overlap.</a:t>
            </a:r>
          </a:p>
          <a:p xmlns:a="http://schemas.openxmlformats.org/drawingml/2006/main">
            <a:r>
              <a:t>[core-state-continuity] state_continuity | Implement continuous behavior as a state-based check performed on every decision cycle.</a:t>
            </a:r>
          </a:p>
          <a:p xmlns:a="http://schemas.openxmlformats.org/drawingml/2006/main">
            <a:r>
              <a:t>[core-targeting-fallback] targeting_fallback | Map every conditional targeting fallback to an explicit reachable branch.</a:t>
            </a:r>
          </a:p>
          <a:p xmlns:a="http://schemas.openxmlformats.org/drawingml/2006/main">
            <a:r>
              <a:t>[core-policy-grounding] policy_grounding | Use only concepts stated by the policy or exposed by the immutable API contract.</a:t>
            </a:r>
          </a:p>
          <a:p xmlns:a="http://schemas.openxmlformats.org/drawingml/2006/main">
            <a:r>
              <a:t>EAGLE_REUSABLE_RULES_END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/home/mhlab/EAGLE/runs/reflection_inspections/20260903_151343_710298_worker_rush_three_reflections/trials/balance/trial_01/mutation/balance_reflection/reflector_request.txt</a:t>
            </a:r>
          </a:p>
          <a:p xmlns:a="http://schemas.openxmlformats.org/drawingml/2006/main">
            <a:r>
              <a:t>- /home/mhlab/EAGLE/runs/reflection_inspections/20260903_151343_710298_worker_rush_three_reflections/trials/balance/trial_01/mutation/balance_reflection/reflector_response_raw.txt</a:t>
            </a:r>
          </a:p>
          <a:p xmlns:a="http://schemas.openxmlformats.org/drawingml/2006/main">
            <a:r>
              <a:t>- /home/mhlab/EAGLE/runs/reflection_inspections/20260903_151343_710298_worker_rush_three_reflections/trials/balance/trial_01/mutation/balance_reflection/strategy_rewriter_request.txt</a:t>
            </a:r>
          </a:p>
          <a:p xmlns:a="http://schemas.openxmlformats.org/drawingml/2006/main">
            <a:r>
              <a:t>- /home/mhlab/EAGLE/runs/reflection_inspections/20260903_151343_710298_worker_rush_three_reflections/trials/balance/trial_01/mutation/balance_reflection/strategy_rewriter_response_raw.txt</a:t>
            </a:r>
          </a:p>
          <a:p xmlns:a="http://schemas.openxmlformats.org/drawingml/2006/main">
            <a:r>
              <a:t>- /home/mhlab/EAGLE/runs/reflection_inspections/20260903_151343_710298_worker_rush_three_reflections/trials/balance/trial_01/mutation/balance_reflection/code_rewriter_request.txt</a:t>
            </a:r>
          </a:p>
          <a:p xmlns:a="http://schemas.openxmlformats.org/drawingml/2006/main">
            <a:r>
              <a:t>- /home/mhlab/EAGLE/runs/reflection_inspections/20260903_151343_710298_worker_rush_three_reflections/trials/balance/trial_01/mutation/balance_reflection/code_rewriter_response_raw.txt</a:t>
            </a:r>
          </a:p>
          <a:p xmlns:a="http://schemas.openxmlformats.org/drawingml/2006/main">
            <a:r>
              <a:t>- /home/mhlab/EAGLE/runs/reflection_inspections/20260903_151343_710298_worker_rush_three_reflections/trials/balance/trial_01/mutation/balance_reflection/metadata.json</a:t>
            </a:r>
          </a:p>
          <a:p xmlns:a="http://schemas.openxmlformats.org/drawingml/2006/main">
            <a:r>
              <a:t>- /home/mhlab/EAGLE/runs/reflection_inspections/20260903_151343_710298_worker_rush_three_reflections/trials/balance/trial_01/output/strategy_prompt.txt</a:t>
            </a:r>
          </a:p>
          <a:p xmlns:a="http://schemas.openxmlformats.org/drawingml/2006/main">
            <a:r>
              <a:t>- /home/mhlab/EAGLE/runs/reflection_inspections/20260903_151343_710298_worker_rush_three_reflections/trials/balance/trial_01/output/code_generation_prompt.txt</a:t>
            </a:r>
          </a:p>
          <a:p xmlns:a="http://schemas.openxmlformats.org/drawingml/2006/main">
            <a:r>
              <a:t>- /home/mhlab/EAGLE/runs/reflection_inspections/20260903_151343_710298_worker_rush_three_reflections/trials/balance/trial_01/trial_summary.json</a:t>
            </a:r>
          </a:p>
          <a:p xmlns:a="http://schemas.openxmlformats.org/drawingml/2006/main">
            <a:r>
              <a:t/>
            </a:r>
          </a:p>
          <a:p xmlns:a="http://schemas.openxmlformats.org/drawingml/2006/main">
            <a:r>
              <a:t>==============================</a:t>
            </a:r>
          </a:p>
          <a:p xmlns:a="http://schemas.openxmlformats.org/drawingml/2006/main">
            <a:r>
              <a:t/>
            </a:r>
          </a:p>
          <a:p xmlns:a="http://schemas.openxmlformats.org/drawingml/2006/main">
            <a:r>
              <a:t>TRIAL</a:t>
            </a:r>
          </a:p>
          <a:p xmlns:a="http://schemas.openxmlformats.org/drawingml/2006/main">
            <a:r>
              <a:t>Balance Reflection 1/3</a:t>
            </a:r>
          </a:p>
          <a:p xmlns:a="http://schemas.openxmlformats.org/drawingml/2006/main">
            <a:r>
              <a:t/>
            </a:r>
          </a:p>
          <a:p xmlns:a="http://schemas.openxmlformats.org/drawingml/2006/main">
            <a:r>
              <a:t>==============================</a:t>
            </a:r>
          </a:p>
          <a:p xmlns:a="http://schemas.openxmlformats.org/drawingml/2006/main">
            <a:r>
              <a:t/>
            </a:r>
          </a:p>
          <a:p xmlns:a="http://schemas.openxmlformats.org/drawingml/2006/main">
            <a:r>
              <a:t>FULL ORIGINAL POLICY</a:t>
            </a:r>
          </a:p>
          <a:p xmlns:a="http://schemas.openxmlformats.org/drawingml/2006/main">
            <a:r>
              <a:t>Use a continuous Worker-rush policy.</a:t>
            </a:r>
          </a:p>
          <a:p xmlns:a="http://schemas.openxmlformats.org/drawingml/2006/main">
            <a:r>
              <a:t/>
            </a:r>
          </a:p>
          <a:p xmlns:a="http://schemas.openxmlformats.org/drawingml/2006/main">
            <a: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r>
              <a:t>==============================</a:t>
            </a:r>
          </a:p>
          <a:p xmlns:a="http://schemas.openxmlformats.org/drawingml/2006/main">
            <a:r>
              <a:t/>
            </a:r>
          </a:p>
          <a:p xmlns:a="http://schemas.openxmlformats.org/drawingml/2006/main">
            <a:r>
              <a:t>FULL ORIGINAL CODE-GENERATION PROMPT</a:t>
            </a:r>
          </a:p>
          <a:p xmlns:a="http://schemas.openxmlformats.org/drawingml/2006/main">
            <a:r>
              <a:t>Translate the supplied policy into deterministic Java inside the editable strategy region. The separately supplied immutable scaffold, API guide, and final output contract always take priority.</a:t>
            </a:r>
          </a:p>
          <a:p xmlns:a="http://schemas.openxmlformats.org/drawingml/2006/main">
            <a:r>
              <a:t/>
            </a:r>
          </a:p>
          <a:p xmlns:a="http://schemas.openxmlformats.org/drawingml/2006/main">
            <a:r>
              <a:t>EAGLE_REUSABLE_RULES_START</a:t>
            </a:r>
          </a:p>
          <a:p xmlns:a="http://schemas.openxmlformats.org/drawingml/2006/main">
            <a:r>
              <a:t>[core-requirement-coverage] requirement_coverage | Translate every explicit policy requirement into reachable strategy behavior.</a:t>
            </a:r>
          </a:p>
          <a:p xmlns:a="http://schemas.openxmlformats.org/drawingml/2006/main">
            <a:r>
              <a:t>[core-priority-ordering] priority_ordering | Preserve stated priority and fallback ordering when multiple conditions can apply.</a:t>
            </a:r>
          </a:p>
          <a:p xmlns:a="http://schemas.openxmlformats.org/drawingml/2006/main">
            <a:r>
              <a:t>[core-role-assignment] role_assignment | Keep policy-defined roles mutually exclusive within one decision cycle unless the policy explicitly allows overlap.</a:t>
            </a:r>
          </a:p>
          <a:p xmlns:a="http://schemas.openxmlformats.org/drawingml/2006/main">
            <a:r>
              <a:t>[core-state-continuity] state_continuity | Implement continuous behavior as a state-based check performed on every decision cycle.</a:t>
            </a:r>
          </a:p>
          <a:p xmlns:a="http://schemas.openxmlformats.org/drawingml/2006/main">
            <a:r>
              <a:t>[core-targeting-fallback] targeting_fallback | Map every conditional targeting fallback to an explicit reachable branch.</a:t>
            </a:r>
          </a:p>
          <a:p xmlns:a="http://schemas.openxmlformats.org/drawingml/2006/main">
            <a:r>
              <a:t>[core-policy-grounding] policy_grounding | Use only concepts stated by the policy or exposed by the immutable API contract.</a:t>
            </a:r>
          </a:p>
          <a:p xmlns:a="http://schemas.openxmlformats.org/drawingml/2006/main">
            <a:r>
              <a:t>EAGLE_REUSABLE_RULES_END</a:t>
            </a:r>
          </a:p>
          <a:p xmlns:a="http://schemas.openxmlformats.org/drawingml/2006/main">
            <a:r>
              <a:t/>
            </a:r>
          </a:p>
          <a:p xmlns:a="http://schemas.openxmlformats.org/drawingml/2006/main">
            <a:r>
              <a:t>==============================</a:t>
            </a:r>
          </a:p>
          <a:p xmlns:a="http://schemas.openxmlformats.org/drawingml/2006/main">
            <a:r>
              <a:t/>
            </a:r>
          </a:p>
          <a:p xmlns:a="http://schemas.openxmlformats.org/drawingml/2006/main">
            <a:r>
              <a:t>FULL BALANCE REFLECTION REQUEST</a:t>
            </a:r>
          </a:p>
          <a:p xmlns:a="http://schemas.openxmlformats.org/drawingml/2006/main">
            <a:r>
              <a:t>EAGLE Balance Reflection stage.</a:t>
            </a:r>
          </a:p>
          <a:p xmlns:a="http://schemas.openxmlformats.org/drawingml/2006/main">
            <a:r>
              <a:t/>
            </a:r>
          </a:p>
          <a:p xmlns:a="http://schemas.openxmlformats.org/drawingml/2006/main">
            <a:r>
              <a:t>Analyze only the following aggregate win/loss/draw table. Identify the most</a:t>
            </a:r>
          </a:p>
          <a:p xmlns:a="http://schemas.openxmlformats.org/drawingml/2006/main">
            <a:r>
              <a:t>important weaknesses by opponent, map, and candidate side (p0 or p1). Do not</a:t>
            </a:r>
          </a:p>
          <a:p xmlns:a="http://schemas.openxmlformats.org/drawingml/2006/main">
            <a:r>
              <a:t>infer unobserved gameplay events, discuss Java, reproduce the table, or rewrite</a:t>
            </a:r>
          </a:p>
          <a:p xmlns:a="http://schemas.openxmlformats.org/drawingml/2006/main">
            <a:r>
              <a:t>either prompt.</a:t>
            </a:r>
          </a:p>
          <a:p xmlns:a="http://schemas.openxmlformats.org/drawingml/2006/main">
            <a:r>
              <a:t/>
            </a:r>
          </a:p>
          <a:p xmlns:a="http://schemas.openxmlformats.org/drawingml/2006/main">
            <a:r>
              <a:t>Aggregate opponent × map × side W/L/D table:</a:t>
            </a:r>
          </a:p>
          <a:p xmlns:a="http://schemas.openxmlformats.org/drawingml/2006/main">
            <a:r>
              <a:t>[{"map":"map_1","opponent":"passive","p0":{"draws":3,"games":3,"losses":0,"wins":0},"p1":{"draws":3,"games":3,"losses":0,"wins":0},"total":{"draws":6,"games":6,"losses":0,"wins":0}},{"map":"map_2","opponent":"passive","p0":{"draws":3,"games":3,"losses":0,"wins":0},"p1":{"draws":3,"games":3,"losses":0,"wins":0},"total":{"draws":6,"games":6,"losses":0,"wins":0}},{"map":"map_3","opponent":"passive","p0":{"draws":3,"games":3,"losses":0,"wins":0},"p1":{"draws":3,"games":3,"losses":0,"wins":0},"total":{"draws":6,"games":6,"losses":0,"wins":0}},{"map":"map_1","opponent":"random","p0":{"draws":3,"games":3,"losses":0,"wins":0},"p1":{"draws":3,"games":3,"losses":0,"wins":0},"total":{"draws":6,"games":6,"losses":0,"wins":0}},{"map":"map_2","opponent":"random","p0":{"draws":3,"games":3,"losses":0,"wins":0},"p1":{"draws":3,"games":3,"losses":0,"wins":0},"total":{"draws":6,"games":6,"losses":0,"wins":0}},{"map":"map_3","opponent":"random","p0":{"draws":3,"games":3,"losses":0,"wins":0},"p1":{"draws":3,"games":3,"losses":0,"wins":0},"total":{"draws":6,"games":6,"losses":0,"wins":0}},{"map":"map_1","opponent":"randombias","p0":{"draws":1,"games":3,"losses":2,"wins":0},"p1":{"draws":0,"games":3,"losses":3,"wins":0},"total":{"draws":1,"games":6,"losses":5,"wins":0}},{"map":"map_2","opponent":"randombias","p0":{"draws":1,"games":3,"losses":2,"wins":0},"p1":{"draws":3,"games":3,"losses":0,"wins":0},"total":{"draws":4,"games":6,"losses":2,"wins":0}},{"map":"map_3","opponent":"randombias","p0":{"draws":3,"games":3,"losses":0,"wins":0},"p1":{"draws":3,"games":3,"losses":0,"wins":0},"total":{"draws":6,"games":6,"losses":0,"wins":0}},{"map":"map_1","opponent":"lightrush","p0":{"draws":0,"games":3,"losses":3,"wins":0},"p1":{"draws":0,"games":3,"losses":3,"wins":0},"total":{"draws":0,"games":6,"losses":6,"wins":0}},{"map":"map_2","opponent":"lightrush","p0":{"draws":0,"games":3,"losses":3,"wins":0},"p1":{"draws":0,"games":3,"losses":3,"wins":0},"total":{"draws":0,"games":6,"losses":6,"wins":0}},{"map":"map_3","opponent":"lightrush","p0":{"draws":0,"games":3,"losses":3,"wins":0},"p1":{"draws":0,"games":3,"losses":3,"wins":0},"total":{"draws":0,"games":6,"losses":6,"wins":0}},{"map":"map_1","opponent":"heavyrush","p0":{"draws":0,"games":3,"losses":3,"wins":0},"p1":{"draws":0,"games":3,"losses":3,"wins":0},"total":{"draws":0,"games":6,"losses":6,"wins":0}},{"map":"map_2","opponent":"heavyrush","p0":{"draws":0,"games":3,"losses":3,"wins":0},"p1":{"draws":0,"games":3,"losses":3,"wins":0},"total":{"draws":0,"games":6,"losses":6,"wins":0}},{"map":"map_3","opponent":"heavyrush","p0":{"draws":0,"games":3,"losses":3,"wins":0},"p1":{"draws":0,"games":3,"losses":3,"wins":0},"total":{"draws":0,"games":6,"losses":6,"wins":0}},{"map":"map_1","opponent":"workerrush","p0":{"draws":0,"games":3,"losses":3,"wins":0},"p1":{"draws":0,"games":3,"losses":3,"wins":0},"total":{"draws":0,"games":6,"losses":6,"wins":0}},{"map":"map_2","opponent":"workerrush","p0":{"draws":0,"games":3,"losses":3,"wins":0},"p1":{"draws":0,"games":3,"losses":3,"wins":0},"total":{"draws":0,"games":6,"losses":6,"wins":0}},{"map":"map_3","opponent":"workerrush","p0":{"draws":0,"games":3,"losses":3,"wins":0},"p1":{"draws":0,"games":3,"losses":3,"wins":0},"total":{"draws":0,"games":6,"losses":6,"wins":0}},{"map":"map_1","opponent":"allinbot","p0":{"draws":0,"games":3,"losses":3,"wins":0},"p1":{"draws":0,"games":3,"losses":3,"wins":0},"total":{"draws":0,"games":6,"losses":6,"wins":0}},{"map":"map_2","opponent":"allinbot","p0":{"draws":0,"games":3,"losses":3,"wins":0},"p1":{"draws":0,"games":3,"losses":3,"wins":0},"total":{"draws":0,"games":6,"losses":6,"wins":0}},{"map":"map_3","opponent":"allinbot","p0":{"draws":0,"games":3,"losses":3,"wins":0},"p1":{"draws":0,"games":3,"losses":3,"wins":0},"total":{"draws":0,"games":6,"losses":6,"wins":0}},{"map":"map_1","opponent":"mayari","p0":{"draws":0,"games":3,"losses":3,"wins":0},"p1":{"draws":0,"games":3,"losses":3,"wins":0},"total":{"draws":0,"games":6,"losses":6,"wins":0}},{"map":"map_2","opponent":"mayari","p0":{"draws":0,"games":3,"losses":3,"wins":0},"p1":{"draws":0,"games":3,"losses":3,"wins":0},"total":{"draws":0,"games":6,"losses":6,"wins":0}},{"map":"map_3","opponent":"mayari","p0":{"draws":0,"games":3,"losses":3,"wins":0},"p1":{"draws":0,"games":3,"losses":3,"wins":0},"total":{"draws":0,"games":6,"losses":6,"wins":0}},{"map":"map_1","opponent":"coac","p0":{"draws":0,"games":3,"losses":3,"wins":0},"p1":{"draws":0,"games":3,"losses":3,"wins":0},"total":{"draws":0,"games":6,"losses":6,"wins":0}},{"map":"map_2","opponent":"coac","p0":{"draws":0,"games":3,"losses":3,"wins":0},"p1":{"draws":0,"games":3,"losses":3,"wins":0},"total":{"draws":0,"games":6,"losses":6,"wins":0}},{"map":"map_3","opponent":"coac","p0":{"draws":0,"games":3,"losses":3,"wins":0},"p1":{"draws":0,"games":3,"losses":3,"wins":0},"total":{"draws":0,"games":6,"losses":6,"wins":0}},{"map":"map_1","opponent":"tma","p0":{"draws":0,"games":3,"losses":3,"wins":0},"p1":{"draws":0,"games":3,"losses":3,"wins":0},"total":{"draws":0,"games":6,"losses":6,"wins":0}},{"map":"map_2","opponent":"tma","p0":{"draws":0,"games":3,"losses":3,"wins":0},"p1":{"draws":0,"games":3,"losses":3,"wins":0},"total":{"draws":0,"games":6,"losses":6,"wins":0}},{"map":"map_3","opponent":"tma","p0":{"draws":0,"games":3,"losses":3,"wins":0},"p1":{"draws":0,"games":3,"losses":3,"wins":0},"total":{"draws":0,"games":6,"losses":6,"wins":0}}]</a:t>
            </a:r>
          </a:p>
          <a:p xmlns:a="http://schemas.openxmlformats.org/drawingml/2006/main">
            <a:r>
              <a:t/>
            </a:r>
          </a:p>
          <a:p xmlns:a="http://schemas.openxmlformats.org/drawingml/2006/main">
            <a:r>
              <a:t>Return only valid JSON in this exact shape:</a:t>
            </a:r>
          </a:p>
          <a:p xmlns:a="http://schemas.openxmlformats.org/drawingml/2006/main">
            <a:r>
              <a:t>{"weaknesses":[{"opponent":"","map":"","side":"p0|p1|both","reason":""}],"strategy_focus":[""],"code_generation_focus":[""]}</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REFLECTOR RESPONSE</a:t>
            </a:r>
          </a:p>
          <a:p xmlns:a="http://schemas.openxmlformats.org/drawingml/2006/main">
            <a:r>
              <a:t>```json</a:t>
            </a:r>
          </a:p>
          <a:p xmlns:a="http://schemas.openxmlformats.org/drawingml/2006/main">
            <a:r>
              <a:t>{</a:t>
            </a:r>
          </a:p>
          <a:p xmlns:a="http://schemas.openxmlformats.org/drawingml/2006/main">
            <a:r>
              <a:t>  "weaknesses": [</a:t>
            </a:r>
          </a:p>
          <a:p xmlns:a="http://schemas.openxmlformats.org/drawingml/2006/main">
            <a:r>
              <a:t>    {</a:t>
            </a:r>
          </a:p>
          <a:p xmlns:a="http://schemas.openxmlformats.org/drawingml/2006/main">
            <a:r>
              <a:t>      "opponent": "randombias",</a:t>
            </a:r>
          </a:p>
          <a:p xmlns:a="http://schemas.openxmlformats.org/drawingml/2006/main">
            <a:r>
              <a:t>      "map": "map_1",</a:t>
            </a:r>
          </a:p>
          <a:p xmlns:a="http://schemas.openxmlformats.org/drawingml/2006/main">
            <a:r>
              <a:t>      "side": "both",</a:t>
            </a:r>
          </a:p>
          <a:p xmlns:a="http://schemas.openxmlformats.org/drawingml/2006/main">
            <a:r>
              <a:t>      "reason": "Struggles with losses in both starting positions; 5/6 losses across p0/p1 (2 losses each on p0, 3 losses on p1)."</a:t>
            </a:r>
          </a:p>
          <a:p xmlns:a="http://schemas.openxmlformats.org/drawingml/2006/main">
            <a:r>
              <a:t>    },</a:t>
            </a:r>
          </a:p>
          <a:p xmlns:a="http://schemas.openxmlformats.org/drawingml/2006/main">
            <a:r>
              <a:t>    {</a:t>
            </a:r>
          </a:p>
          <a:p xmlns:a="http://schemas.openxmlformats.org/drawingml/2006/main">
            <a:r>
              <a:t>      "opponent": "lightrush",</a:t>
            </a:r>
          </a:p>
          <a:p xmlns:a="http://schemas.openxmlformats.org/drawingml/2006/main">
            <a:r>
              <a:t>      "map": "map_1",</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"heavyrush",</a:t>
            </a:r>
          </a:p>
          <a:p xmlns:a="http://schemas.openxmlformats.org/drawingml/2006/main">
            <a:r>
              <a:t>      "map": "map_1",</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"workerrush",</a:t>
            </a:r>
          </a:p>
          <a:p xmlns:a="http://schemas.openxmlformats.org/drawingml/2006/main">
            <a:r>
              <a:t>      "map": "map_1",</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"allinbot",</a:t>
            </a:r>
          </a:p>
          <a:p xmlns:a="http://schemas.openxmlformats.org/drawingml/2006/main">
            <a:r>
              <a:t>      "map": "map_1",</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"mayari",</a:t>
            </a:r>
          </a:p>
          <a:p xmlns:a="http://schemas.openxmlformats.org/drawingml/2006/main">
            <a:r>
              <a:t>      "map": "map_1",</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"coac",</a:t>
            </a:r>
          </a:p>
          <a:p xmlns:a="http://schemas.openxmlformats.org/drawingml/2006/main">
            <a:r>
              <a:t>      "map": "map_1",</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"tma",</a:t>
            </a:r>
          </a:p>
          <a:p xmlns:a="http://schemas.openxmlformats.org/drawingml/2006/main">
            <a:r>
              <a:t>      "map": "map_1",</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"lightrush",</a:t>
            </a:r>
          </a:p>
          <a:p xmlns:a="http://schemas.openxmlformats.org/drawingml/2006/main">
            <a:r>
              <a:t>      "map": "map_2",</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"heavyrush",</a:t>
            </a:r>
          </a:p>
          <a:p xmlns:a="http://schemas.openxmlformats.org/drawingml/2006/main">
            <a:r>
              <a:t>      "map": "map_2",</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"workerrush",</a:t>
            </a:r>
          </a:p>
          <a:p xmlns:a="http://schemas.openxmlformats.org/drawingml/2006/main">
            <a:r>
              <a:t>      "map": "map_2",</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"allinbot",</a:t>
            </a:r>
          </a:p>
          <a:p xmlns:a="http://schemas.openxmlformats.org/drawingml/2006/main">
            <a:r>
              <a:t>      "map": "map_2",</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"mayari",</a:t>
            </a:r>
          </a:p>
          <a:p xmlns:a="http://schemas.openxmlformats.org/drawingml/2006/main">
            <a:r>
              <a:t>      "map": "map_2",</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"coac",</a:t>
            </a:r>
          </a:p>
          <a:p xmlns:a="http://schemas.openxmlformats.org/drawingml/2006/main">
            <a:r>
              <a:t>      "map": "map_2",</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"tma",</a:t>
            </a:r>
          </a:p>
          <a:p xmlns:a="http://schemas.openxmlformats.org/drawingml/2006/main">
            <a:r>
              <a:t>      "map": "map_2",</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"lightrush",</a:t>
            </a:r>
          </a:p>
          <a:p xmlns:a="http://schemas.openxmlformats.org/drawingml/2006/main">
            <a:r>
              <a:t>      "map": "map_3",</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"heavyrush",</a:t>
            </a:r>
          </a:p>
          <a:p xmlns:a="http://schemas.openxmlformats.org/drawingml/2006/main">
            <a:r>
              <a:t>      "map": "map_3",</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"workerrush",</a:t>
            </a:r>
          </a:p>
          <a:p xmlns:a="http://schemas.openxmlformats.org/drawingml/2006/main">
            <a:r>
              <a:t>      "map": "map_3",</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"allinbot",</a:t>
            </a:r>
          </a:p>
          <a:p xmlns:a="http://schemas.openxmlformats.org/drawingml/2006/main">
            <a:r>
              <a:t>      "map": "map_3",</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"mayari",</a:t>
            </a:r>
          </a:p>
          <a:p xmlns:a="http://schemas.openxmlformats.org/drawingml/2006/main">
            <a:r>
              <a:t>      "map": "map_3",</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"coac",</a:t>
            </a:r>
          </a:p>
          <a:p xmlns:a="http://schemas.openxmlformats.org/drawingml/2006/main">
            <a:r>
              <a:t>      "map": "map_3",</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"tma",</a:t>
            </a:r>
          </a:p>
          <a:p xmlns:a="http://schemas.openxmlformats.org/drawingml/2006/main">
            <a:r>
              <a:t>      "map": "map_3",</a:t>
            </a:r>
          </a:p>
          <a:p xmlns:a="http://schemas.openxmlformats.org/drawingml/2006/main">
            <a:r>
              <a:t>      "side": "both",</a:t>
            </a:r>
          </a:p>
          <a:p xmlns:a="http://schemas.openxmlformats.org/drawingml/2006/main">
            <a:r>
              <a:t>      "reason": "Complete inability to win (6/6 losses)."</a:t>
            </a:r>
          </a:p>
          <a:p xmlns:a="http://schemas.openxmlformats.org/drawingml/2006/main">
            <a:r>
              <a:t>    },</a:t>
            </a:r>
          </a:p>
          <a:p xmlns:a="http://schemas.openxmlformats.org/drawingml/2006/main">
            <a:r>
              <a:t>    {</a:t>
            </a:r>
          </a:p>
          <a:p xmlns:a="http://schemas.openxmlformats.org/drawingml/2006/main">
            <a:r>
              <a:t>      "opponent": "randombias",</a:t>
            </a:r>
          </a:p>
          <a:p xmlns:a="http://schemas.openxmlformats.org/drawingml/2006/main">
            <a:r>
              <a:t>      "map": "map_2",</a:t>
            </a:r>
          </a:p>
          <a:p xmlns:a="http://schemas.openxmlformats.org/drawingml/2006/main">
            <a:r>
              <a:t>      "side": "p1",</a:t>
            </a:r>
          </a:p>
          <a:p xmlns:a="http://schemas.openxmlformats.org/drawingml/2006/main">
            <a:r>
              <a:t>      "reason": "No wins or draws on p1 (3/3 losses)."</a:t>
            </a:r>
          </a:p>
          <a:p xmlns:a="http://schemas.openxmlformats.org/drawingml/2006/main">
            <a:r>
              <a:t>    }</a:t>
            </a:r>
          </a:p>
          <a:p xmlns:a="http://schemas.openxmlformats.org/drawingml/2006/main">
            <a:r>
              <a:t>  ],</a:t>
            </a:r>
          </a:p>
          <a:p xmlns:a="http://schemas.openxmlformats.org/drawingml/2006/main">
            <a:r>
              <a:t>  "strategy_focus": [</a:t>
            </a:r>
          </a:p>
          <a:p xmlns:a="http://schemas.openxmlformats.org/drawingml/2006/main">
            <a:r>
              <a:t>    "Address aggressive/rush-based opponents (lightrush, heavyrush, workerrush, allinbot, mayari, coac, tma) across all maps.",</a:t>
            </a:r>
          </a:p>
          <a:p xmlns:a="http://schemas.openxmlformats.org/drawingml/2006/main">
            <a:r>
              <a:t>    "Improve performance against biased opponents (randombias) by mitigating starting position disadvantages (p0/p1).",</a:t>
            </a:r>
          </a:p>
          <a:p xmlns:a="http://schemas.openxmlformats.org/drawingml/2006/main">
            <a:r>
              <a:t>    "Investigate why passive/random opponents result in all draws—potential over-conservatism or lack of initiative."</a:t>
            </a:r>
          </a:p>
          <a:p xmlns:a="http://schemas.openxmlformats.org/drawingml/2006/main">
            <a:r>
              <a:t>  ],</a:t>
            </a:r>
          </a:p>
          <a:p xmlns:a="http://schemas.openxmlformats.org/drawingml/2006/main">
            <a:r>
              <a:t>  "code_generation_focus": [</a:t>
            </a:r>
          </a:p>
          <a:p xmlns:a="http://schemas.openxmlformats.org/drawingml/2006/main">
            <a:r>
              <a:t>    "Implement counter-strategies for rush-based opponents (e.g., early defensive structures, delayed aggression).",</a:t>
            </a:r>
          </a:p>
          <a:p xmlns:a="http://schemas.openxmlformats.org/drawingml/2006/main">
            <a:r>
              <a:t>    "Adjust decision-making logic for biased opponents to exploit starting position advantages.",</a:t>
            </a:r>
          </a:p>
          <a:p xmlns:a="http://schemas.openxmlformats.org/drawingml/2006/main">
            <a:r>
              <a:t>    "Optimize decision trees for passive/random opponents to avoid stagnation and force progression."</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STRATEGY REWRITER RESPONSE</a:t>
            </a:r>
          </a:p>
          <a:p xmlns:a="http://schemas.openxmlformats.org/drawingml/2006/main">
            <a:r>
              <a:t>Use a balanced hybrid strategy that prioritizes adaptive aggression while mitigating known weaknesses. Begin with a **defensive worker buffer**—maintain 3-5 Workers per Base harvesting resources before committing to offensive pressure. If enemy aggression is detected (e.g., early Barracks construction or unit production), immediately build a **single defensive structure** (e.g., Wall or Tower) near the nearest resource patch to disrupt their economy. Otherwise, allocate Workers to **scout enemy territory**—if no immediate threat is observed, advance 2-3 Workers toward the enemy Base while keeping a reserve of 2 Workers per Base for resource security.</a:t>
            </a:r>
          </a:p>
          <a:p xmlns:a="http://schemas.openxmlformats.org/drawingml/2006/main">
            <a:r>
              <a:t/>
            </a:r>
          </a:p>
          <a:p xmlns:a="http://schemas.openxmlformats.org/drawingml/2006/main">
            <a:r>
              <a:t>If the opponent exhibits **rush-based behavior** (e.g., lightrush, heavyrush, allinbot), transition to a **delayed aggression** tactic: cease further Worker production for 100 seconds, then build **one Barracks** to produce a single combat unit (e.g., Marine or Tank) to counter their pressure. If the opponent is **passive or random**, aggressively expand with Workers while prioritizing **early defensive structures** (e.g., Walls) to prevent exploitation of starting position disadvantages. Avoid over-committing to pure Worker rushes—always maintain a **minimum of 2 Workers per Base** for resource sustainability.</a:t>
            </a:r>
          </a:p>
          <a:p xmlns:a="http://schemas.openxmlformats.org/drawingml/2006/main">
            <a:r>
              <a:t/>
            </a:r>
          </a:p>
          <a:p xmlns:a="http://schemas.openxmlformats.org/drawingml/2006/main">
            <a:r>
              <a:t>==============================</a:t>
            </a:r>
          </a:p>
          <a:p xmlns:a="http://schemas.openxmlformats.org/drawingml/2006/main">
            <a:r>
              <a:t/>
            </a:r>
          </a:p>
          <a:p xmlns:a="http://schemas.openxmlformats.org/drawingml/2006/main">
            <a:r>
              <a:t>FULL CODE-PROMPT REWRITER RESPONSE</a:t>
            </a:r>
          </a:p>
          <a:p xmlns:a="http://schemas.openxmlformats.org/drawingml/2006/main">
            <a:r>
              <a:t>```json</a:t>
            </a:r>
          </a:p>
          <a:p xmlns:a="http://schemas.openxmlformats.org/drawingml/2006/main">
            <a:r>
              <a:t>{</a:t>
            </a:r>
          </a:p>
          <a:p xmlns:a="http://schemas.openxmlformats.org/drawingml/2006/main">
            <a:r>
              <a:t>  "remove_rule_ids": ["core-role-assignment"],</a:t>
            </a:r>
          </a:p>
          <a:p xmlns:a="http://schemas.openxmlformats.org/drawingml/2006/main">
            <a:r>
              <a:t>  "add_rules": [</a:t>
            </a:r>
          </a:p>
          <a:p xmlns:a="http://schemas.openxmlformats.org/drawingml/2006/main">
            <a:r>
              <a:t>    {</a:t>
            </a:r>
          </a:p>
          <a:p xmlns:a="http://schemas.openxmlformats.org/drawingml/2006/main">
            <a:r>
              <a:t>      "category": "targeting_fallback",</a:t>
            </a:r>
          </a:p>
          <a:p xmlns:a="http://schemas.openxmlformats.org/drawingml/2006/main">
            <a:r>
              <a:t>      "instruction": "Explicitly validate all conditional targeting branches with defensive fallback logic to prevent stagnation against passive/rush opponents."</a:t>
            </a:r>
          </a:p>
          <a:p xmlns:a="http://schemas.openxmlformats.org/drawingml/2006/main">
            <a:r>
              <a:t>    }</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FINAL POLICY</a:t>
            </a:r>
          </a:p>
          <a:p xmlns:a="http://schemas.openxmlformats.org/drawingml/2006/main">
            <a:r>
              <a:t>Use a balanced hybrid strategy that prioritizes adaptive aggression while mitigating known weaknesses. Begin with a **defensive worker buffer**—maintain 3-5 Workers per Base harvesting resources before committing to offensive pressure. If enemy aggression is detected (e.g., early Barracks construction or unit production), immediately build a **single defensive structure** (e.g., Wall or Tower) near the nearest resource patch to disrupt their economy. Otherwise, allocate Workers to **scout enemy territory**—if no immediate threat is observed, advance 2-3 Workers toward the enemy Base while keeping a reserve of 2 Workers per Base for resource security.</a:t>
            </a:r>
          </a:p>
          <a:p xmlns:a="http://schemas.openxmlformats.org/drawingml/2006/main">
            <a:r>
              <a:t/>
            </a:r>
          </a:p>
          <a:p xmlns:a="http://schemas.openxmlformats.org/drawingml/2006/main">
            <a:r>
              <a:t>If the opponent exhibits **rush-based behavior** (e.g., lightrush, heavyrush, allinbot), transition to a **delayed aggression** tactic: cease further Worker production for 100 seconds, then build **one Barracks** to produce a single combat unit (e.g., Marine or Tank) to counter their pressure. If the opponent is **passive or random**, aggressively expand with Workers while prioritizing **early defensive structures** (e.g., Walls) to prevent exploitation of starting position disadvantages. Avoid over-committing to pure Worker rushes—always maintain a **minimum of 2 Workers per Base** for resource sustainability.</a:t>
            </a:r>
          </a:p>
          <a:p xmlns:a="http://schemas.openxmlformats.org/drawingml/2006/main">
            <a:r>
              <a:t/>
            </a:r>
          </a:p>
          <a:p xmlns:a="http://schemas.openxmlformats.org/drawingml/2006/main">
            <a:r>
              <a:t>==============================</a:t>
            </a:r>
          </a:p>
          <a:p xmlns:a="http://schemas.openxmlformats.org/drawingml/2006/main">
            <a:r>
              <a:t/>
            </a:r>
          </a:p>
          <a:p xmlns:a="http://schemas.openxmlformats.org/drawingml/2006/main">
            <a:r>
              <a:t>FULL FINAL CODE-GENERATION PROMPT</a:t>
            </a:r>
          </a:p>
          <a:p xmlns:a="http://schemas.openxmlformats.org/drawingml/2006/main">
            <a:r>
              <a:t>Translate the supplied policy into deterministic Java inside the editable strategy region. The separately supplied immutable scaffold, API guide, and final output contract always take priority.</a:t>
            </a:r>
          </a:p>
          <a:p xmlns:a="http://schemas.openxmlformats.org/drawingml/2006/main">
            <a:r>
              <a:t/>
            </a:r>
          </a:p>
          <a:p xmlns:a="http://schemas.openxmlformats.org/drawingml/2006/main">
            <a:r>
              <a:t>EAGLE_REUSABLE_RULES_START</a:t>
            </a:r>
          </a:p>
          <a:p xmlns:a="http://schemas.openxmlformats.org/drawingml/2006/main">
            <a:r>
              <a:t>[core-requirement-coverage] requirement_coverage | Translate every explicit policy requirement into reachable strategy behavior.</a:t>
            </a:r>
          </a:p>
          <a:p xmlns:a="http://schemas.openxmlformats.org/drawingml/2006/main">
            <a:r>
              <a:t>[core-priority-ordering] priority_ordering | Preserve stated priority and fallback ordering when multiple conditions can apply.</a:t>
            </a:r>
          </a:p>
          <a:p xmlns:a="http://schemas.openxmlformats.org/drawingml/2006/main">
            <a:r>
              <a:t>[core-state-continuity] state_continuity | Implement continuous behavior as a state-based check performed on every decision cycle.</a:t>
            </a:r>
          </a:p>
          <a:p xmlns:a="http://schemas.openxmlformats.org/drawingml/2006/main">
            <a:r>
              <a:t>[core-targeting-fallback] targeting_fallback | Map every conditional targeting fallback to an explicit reachable branch.</a:t>
            </a:r>
          </a:p>
          <a:p xmlns:a="http://schemas.openxmlformats.org/drawingml/2006/main">
            <a:r>
              <a:t>[core-policy-grounding] policy_grounding | Use only concepts stated by the policy or exposed by the immutable API contract.</a:t>
            </a:r>
          </a:p>
          <a:p xmlns:a="http://schemas.openxmlformats.org/drawingml/2006/main">
            <a:r>
              <a:t>[rule-b009ed41000e] targeting_fallback | Explicitly validate all conditional targeting branches with defensive fallback logic to prevent stagnation against passive/rush opponents.</a:t>
            </a:r>
          </a:p>
          <a:p xmlns:a="http://schemas.openxmlformats.org/drawingml/2006/main">
            <a:r>
              <a:t>EAGLE_REUSABLE_RULES_END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/home/mhlab/EAGLE/runs/reflection_inspections/20260903_151343_710298_worker_rush_three_reflections/trials/balance/trial_02/mutation/balance_reflection/reflector_request.txt</a:t>
            </a:r>
          </a:p>
          <a:p xmlns:a="http://schemas.openxmlformats.org/drawingml/2006/main">
            <a:r>
              <a:t>- /home/mhlab/EAGLE/runs/reflection_inspections/20260903_151343_710298_worker_rush_three_reflections/trials/balance/trial_02/mutation/balance_reflection/reflector_response_raw.txt</a:t>
            </a:r>
          </a:p>
          <a:p xmlns:a="http://schemas.openxmlformats.org/drawingml/2006/main">
            <a:r>
              <a:t>- /home/mhlab/EAGLE/runs/reflection_inspections/20260903_151343_710298_worker_rush_three_reflections/trials/balance/trial_02/mutation/balance_reflection/strategy_rewriter_request.txt</a:t>
            </a:r>
          </a:p>
          <a:p xmlns:a="http://schemas.openxmlformats.org/drawingml/2006/main">
            <a:r>
              <a:t>- /home/mhlab/EAGLE/runs/reflection_inspections/20260903_151343_710298_worker_rush_three_reflections/trials/balance/trial_02/mutation/balance_reflection/strategy_rewriter_response_raw.txt</a:t>
            </a:r>
          </a:p>
          <a:p xmlns:a="http://schemas.openxmlformats.org/drawingml/2006/main">
            <a:r>
              <a:t>- /home/mhlab/EAGLE/runs/reflection_inspections/20260903_151343_710298_worker_rush_three_reflections/trials/balance/trial_02/mutation/balance_reflection/code_rewriter_request.txt</a:t>
            </a:r>
          </a:p>
          <a:p xmlns:a="http://schemas.openxmlformats.org/drawingml/2006/main">
            <a:r>
              <a:t>- /home/mhlab/EAGLE/runs/reflection_inspections/20260903_151343_710298_worker_rush_three_reflections/trials/balance/trial_02/mutation/balance_reflection/code_rewriter_response_raw.txt</a:t>
            </a:r>
          </a:p>
          <a:p xmlns:a="http://schemas.openxmlformats.org/drawingml/2006/main">
            <a:r>
              <a:t>- /home/mhlab/EAGLE/runs/reflection_inspections/20260903_151343_710298_worker_rush_three_reflections/trials/balance/trial_02/mutation/balance_reflection/metadata.json</a:t>
            </a:r>
          </a:p>
          <a:p xmlns:a="http://schemas.openxmlformats.org/drawingml/2006/main">
            <a:r>
              <a:t>- /home/mhlab/EAGLE/runs/reflection_inspections/20260903_151343_710298_worker_rush_three_reflections/trials/balance/trial_02/output/strategy_prompt.txt</a:t>
            </a:r>
          </a:p>
          <a:p xmlns:a="http://schemas.openxmlformats.org/drawingml/2006/main">
            <a:r>
              <a:t>- /home/mhlab/EAGLE/runs/reflection_inspections/20260903_151343_710298_worker_rush_three_reflections/trials/balance/trial_02/output/code_generation_prompt.txt</a:t>
            </a:r>
          </a:p>
          <a:p xmlns:a="http://schemas.openxmlformats.org/drawingml/2006/main">
            <a:r>
              <a:t>- /home/mhlab/EAGLE/runs/reflection_inspections/20260903_151343_710298_worker_rush_three_reflections/trials/balance/trial_02/trial_summary.json</a:t>
            </a:r>
          </a:p>
          <a:p xmlns:a="http://schemas.openxmlformats.org/drawingml/2006/main">
            <a:r>
              <a:t/>
            </a:r>
          </a:p>
          <a:p xmlns:a="http://schemas.openxmlformats.org/drawingml/2006/main">
            <a:r>
              <a:t>==============================</a:t>
            </a:r>
          </a:p>
          <a:p xmlns:a="http://schemas.openxmlformats.org/drawingml/2006/main">
            <a:r>
              <a:t/>
            </a:r>
          </a:p>
          <a:p xmlns:a="http://schemas.openxmlformats.org/drawingml/2006/main">
            <a:r>
              <a:t>TRIAL</a:t>
            </a:r>
          </a:p>
          <a:p xmlns:a="http://schemas.openxmlformats.org/drawingml/2006/main">
            <a:r>
              <a:t>Balance Reflection 2/3</a:t>
            </a:r>
          </a:p>
          <a:p xmlns:a="http://schemas.openxmlformats.org/drawingml/2006/main">
            <a:r>
              <a:t/>
            </a:r>
          </a:p>
          <a:p xmlns:a="http://schemas.openxmlformats.org/drawingml/2006/main">
            <a:r>
              <a:t>==============================</a:t>
            </a:r>
          </a:p>
          <a:p xmlns:a="http://schemas.openxmlformats.org/drawingml/2006/main">
            <a:r>
              <a:t/>
            </a:r>
          </a:p>
          <a:p xmlns:a="http://schemas.openxmlformats.org/drawingml/2006/main">
            <a:r>
              <a:t>FULL ORIGINAL POLICY</a:t>
            </a:r>
          </a:p>
          <a:p xmlns:a="http://schemas.openxmlformats.org/drawingml/2006/main">
            <a:r>
              <a:t>Use a continuous Worker-rush policy.</a:t>
            </a:r>
          </a:p>
          <a:p xmlns:a="http://schemas.openxmlformats.org/drawingml/2006/main">
            <a:r>
              <a:t/>
            </a:r>
          </a:p>
          <a:p xmlns:a="http://schemas.openxmlformats.org/drawingml/2006/main">
            <a: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r>
              <a:t>==============================</a:t>
            </a:r>
          </a:p>
          <a:p xmlns:a="http://schemas.openxmlformats.org/drawingml/2006/main">
            <a:r>
              <a:t/>
            </a:r>
          </a:p>
          <a:p xmlns:a="http://schemas.openxmlformats.org/drawingml/2006/main">
            <a:r>
              <a:t>FULL ORIGINAL CODE-GENERATION PROMPT</a:t>
            </a:r>
          </a:p>
          <a:p xmlns:a="http://schemas.openxmlformats.org/drawingml/2006/main">
            <a:r>
              <a:t>Translate the supplied policy into deterministic Java inside the editable strategy region. The separately supplied immutable scaffold, API guide, and final output contract always take priority.</a:t>
            </a:r>
          </a:p>
          <a:p xmlns:a="http://schemas.openxmlformats.org/drawingml/2006/main">
            <a:r>
              <a:t/>
            </a:r>
          </a:p>
          <a:p xmlns:a="http://schemas.openxmlformats.org/drawingml/2006/main">
            <a:r>
              <a:t>EAGLE_REUSABLE_RULES_START</a:t>
            </a:r>
          </a:p>
          <a:p xmlns:a="http://schemas.openxmlformats.org/drawingml/2006/main">
            <a:r>
              <a:t>[core-requirement-coverage] requirement_coverage | Translate every explicit policy requirement into reachable strategy behavior.</a:t>
            </a:r>
          </a:p>
          <a:p xmlns:a="http://schemas.openxmlformats.org/drawingml/2006/main">
            <a:r>
              <a:t>[core-priority-ordering] priority_ordering | Preserve stated priority and fallback ordering when multiple conditions can apply.</a:t>
            </a:r>
          </a:p>
          <a:p xmlns:a="http://schemas.openxmlformats.org/drawingml/2006/main">
            <a:r>
              <a:t>[core-role-assignment] role_assignment | Keep policy-defined roles mutually exclusive within one decision cycle unless the policy explicitly allows overlap.</a:t>
            </a:r>
          </a:p>
          <a:p xmlns:a="http://schemas.openxmlformats.org/drawingml/2006/main">
            <a:r>
              <a:t>[core-state-continuity] state_continuity | Implement continuous behavior as a state-based check performed on every decision cycle.</a:t>
            </a:r>
          </a:p>
          <a:p xmlns:a="http://schemas.openxmlformats.org/drawingml/2006/main">
            <a:r>
              <a:t>[core-targeting-fallback] targeting_fallback | Map every conditional targeting fallback to an explicit reachable branch.</a:t>
            </a:r>
          </a:p>
          <a:p xmlns:a="http://schemas.openxmlformats.org/drawingml/2006/main">
            <a:r>
              <a:t>[core-policy-grounding] policy_grounding | Use only concepts stated by the policy or exposed by the immutable API contract.</a:t>
            </a:r>
          </a:p>
          <a:p xmlns:a="http://schemas.openxmlformats.org/drawingml/2006/main">
            <a:r>
              <a:t>EAGLE_REUSABLE_RULES_END</a:t>
            </a:r>
          </a:p>
          <a:p xmlns:a="http://schemas.openxmlformats.org/drawingml/2006/main">
            <a:r>
              <a:t/>
            </a:r>
          </a:p>
          <a:p xmlns:a="http://schemas.openxmlformats.org/drawingml/2006/main">
            <a:r>
              <a:t>==============================</a:t>
            </a:r>
          </a:p>
          <a:p xmlns:a="http://schemas.openxmlformats.org/drawingml/2006/main">
            <a:r>
              <a:t/>
            </a:r>
          </a:p>
          <a:p xmlns:a="http://schemas.openxmlformats.org/drawingml/2006/main">
            <a:r>
              <a:t>FULL BALANCE REFLECTION REQUEST</a:t>
            </a:r>
          </a:p>
          <a:p xmlns:a="http://schemas.openxmlformats.org/drawingml/2006/main">
            <a:r>
              <a:t>EAGLE Balance Reflection stage.</a:t>
            </a:r>
          </a:p>
          <a:p xmlns:a="http://schemas.openxmlformats.org/drawingml/2006/main">
            <a:r>
              <a:t/>
            </a:r>
          </a:p>
          <a:p xmlns:a="http://schemas.openxmlformats.org/drawingml/2006/main">
            <a:r>
              <a:t>Analyze only the following aggregate win/loss/draw table. Identify the most</a:t>
            </a:r>
          </a:p>
          <a:p xmlns:a="http://schemas.openxmlformats.org/drawingml/2006/main">
            <a:r>
              <a:t>important weaknesses by opponent, map, and candidate side (p0 or p1). Do not</a:t>
            </a:r>
          </a:p>
          <a:p xmlns:a="http://schemas.openxmlformats.org/drawingml/2006/main">
            <a:r>
              <a:t>infer unobserved gameplay events, discuss Java, reproduce the table, or rewrite</a:t>
            </a:r>
          </a:p>
          <a:p xmlns:a="http://schemas.openxmlformats.org/drawingml/2006/main">
            <a:r>
              <a:t>either prompt.</a:t>
            </a:r>
          </a:p>
          <a:p xmlns:a="http://schemas.openxmlformats.org/drawingml/2006/main">
            <a:r>
              <a:t/>
            </a:r>
          </a:p>
          <a:p xmlns:a="http://schemas.openxmlformats.org/drawingml/2006/main">
            <a:r>
              <a:t>Aggregate opponent × map × side W/L/D table:</a:t>
            </a:r>
          </a:p>
          <a:p xmlns:a="http://schemas.openxmlformats.org/drawingml/2006/main">
            <a:r>
              <a:t>[{"map":"map_1","opponent":"passive","p0":{"draws":3,"games":3,"losses":0,"wins":0},"p1":{"draws":3,"games":3,"losses":0,"wins":0},"total":{"draws":6,"games":6,"losses":0,"wins":0}},{"map":"map_2","opponent":"passive","p0":{"draws":3,"games":3,"losses":0,"wins":0},"p1":{"draws":3,"games":3,"losses":0,"wins":0},"total":{"draws":6,"games":6,"losses":0,"wins":0}},{"map":"map_3","opponent":"passive","p0":{"draws":3,"games":3,"losses":0,"wins":0},"p1":{"draws":3,"games":3,"losses":0,"wins":0},"total":{"draws":6,"games":6,"losses":0,"wins":0}},{"map":"map_1","opponent":"random","p0":{"draws":3,"games":3,"losses":0,"wins":0},"p1":{"draws":3,"games":3,"losses":0,"wins":0},"total":{"draws":6,"games":6,"losses":0,"wins":0}},{"map":"map_2","opponent":"random","p0":{"draws":3,"games":3,"losses":0,"wins":0},"p1":{"draws":3,"games":3,"losses":0,"wins":0},"total":{"draws":6,"games":6,"losses":0,"wins":0}},{"map":"map_3","opponent":"random","p0":{"draws":3,"games":3,"losses":0,"wins":0},"p1":{"draws":3,"games":3,"losses":0,"wins":0},"total":{"draws":6,"games":6,"losses":0,"wins":0}},{"map":"map_1","opponent":"randombias","p0":{"draws":1,"games":3,"losses":2,"wins":0},"p1":{"draws":0,"games":3,"losses":3,"wins":0},"total":{"draws":1,"games":6,"losses":5,"wins":0}},{"map":"map_2","opponent":"randombias","p0":{"draws":1,"games":3,"losses":2,"wins":0},"p1":{"draws":3,"games":3,"losses":0,"wins":0},"total":{"draws":4,"games":6,"losses":2,"wins":0}},{"map":"map_3","opponent":"randombias","p0":{"draws":3,"games":3,"losses":0,"wins":0},"p1":{"draws":3,"games":3,"losses":0,"wins":0},"total":{"draws":6,"games":6,"losses":0,"wins":0}},{"map":"map_1","opponent":"lightrush","p0":{"draws":0,"games":3,"losses":3,"wins":0},"p1":{"draws":0,"games":3,"losses":3,"wins":0},"total":{"draws":0,"games":6,"losses":6,"wins":0}},{"map":"map_2","opponent":"lightrush","p0":{"draws":0,"games":3,"losses":3,"wins":0},"p1":{"draws":0,"games":3,"losses":3,"wins":0},"total":{"draws":0,"games":6,"losses":6,"wins":0}},{"map":"map_3","opponent":"lightrush","p0":{"draws":0,"games":3,"losses":3,"wins":0},"p1":{"draws":0,"games":3,"losses":3,"wins":0},"total":{"draws":0,"games":6,"losses":6,"wins":0}},{"map":"map_1","opponent":"heavyrush","p0":{"draws":0,"games":3,"losses":3,"wins":0},"p1":{"draws":0,"games":3,"losses":3,"wins":0},"total":{"draws":0,"games":6,"losses":6,"wins":0}},{"map":"map_2","opponent":"heavyrush","p0":{"draws":0,"games":3,"losses":3,"wins":0},"p1":{"draws":0,"games":3,"losses":3,"wins":0},"total":{"draws":0,"games":6,"losses":6,"wins":0}},{"map":"map_3","opponent":"heavyrush","p0":{"draws":0,"games":3,"losses":3,"wins":0},"p1":{"draws":0,"games":3,"losses":3,"wins":0},"total":{"draws":0,"games":6,"losses":6,"wins":0}},{"map":"map_1","opponent":"workerrush","p0":{"draws":0,"games":3,"losses":3,"wins":0},"p1":{"draws":0,"games":3,"losses":3,"wins":0},"total":{"draws":0,"games":6,"losses":6,"wins":0}},{"map":"map_2","opponent":"workerrush","p0":{"draws":0,"games":3,"losses":3,"wins":0},"p1":{"draws":0,"games":3,"losses":3,"wins":0},"total":{"draws":0,"games":6,"losses":6,"wins":0}},{"map":"map_3","opponent":"workerrush","p0":{"draws":0,"games":3,"losses":3,"wins":0},"p1":{"draws":0,"games":3,"losses":3,"wins":0},"total":{"draws":0,"games":6,"losses":6,"wins":0}},{"map":"map_1","opponent":"allinbot","p0":{"draws":0,"games":3,"losses":3,"wins":0},"p1":{"draws":0,"games":3,"losses":3,"wins":0},"total":{"draws":0,"games":6,"losses":6,"wins":0}},{"map":"map_2","opponent":"allinbot","p0":{"draws":0,"games":3,"losses":3,"wins":0},"p1":{"draws":0,"games":3,"losses":3,"wins":0},"total":{"draws":0,"games":6,"losses":6,"wins":0}},{"map":"map_3","opponent":"allinbot","p0":{"draws":0,"games":3,"losses":3,"wins":0},"p1":{"draws":0,"games":3,"losses":3,"wins":0},"total":{"draws":0,"games":6,"losses":6,"wins":0}},{"map":"map_1","opponent":"mayari","p0":{"draws":0,"games":3,"losses":3,"wins":0},"p1":{"draws":0,"games":3,"losses":3,"wins":0},"total":{"draws":0,"games":6,"losses":6,"wins":0}},{"map":"map_2","opponent":"mayari","p0":{"draws":0,"games":3,"losses":3,"wins":0},"p1":{"draws":0,"games":3,"losses":3,"wins":0},"total":{"draws":0,"games":6,"losses":6,"wins":0}},{"map":"map_3","opponent":"mayari","p0":{"draws":0,"games":3,"losses":3,"wins":0},"p1":{"draws":0,"games":3,"losses":3,"wins":0},"total":{"draws":0,"games":6,"losses":6,"wins":0}},{"map":"map_1","opponent":"coac","p0":{"draws":0,"games":3,"losses":3,"wins":0},"p1":{"draws":0,"games":3,"losses":3,"wins":0},"total":{"draws":0,"games":6,"losses":6,"wins":0}},{"map":"map_2","opponent":"coac","p0":{"draws":0,"games":3,"losses":3,"wins":0},"p1":{"draws":0,"games":3,"losses":3,"wins":0},"total":{"draws":0,"games":6,"losses":6,"wins":0}},{"map":"map_3","opponent":"coac","p0":{"draws":0,"games":3,"losses":3,"wins":0},"p1":{"draws":0,"games":3,"losses":3,"wins":0},"total":{"draws":0,"games":6,"losses":6,"wins":0}},{"map":"map_1","opponent":"tma","p0":{"draws":0,"games":3,"losses":3,"wins":0},"p1":{"draws":0,"games":3,"losses":3,"wins":0},"total":{"draws":0,"games":6,"losses":6,"wins":0}},{"map":"map_2","opponent":"tma","p0":{"draws":0,"games":3,"losses":3,"wins":0},"p1":{"draws":0,"games":3,"losses":3,"wins":0},"total":{"draws":0,"games":6,"losses":6,"wins":0}},{"map":"map_3","opponent":"tma","p0":{"draws":0,"games":3,"losses":3,"wins":0},"p1":{"draws":0,"games":3,"losses":3,"wins":0},"total":{"draws":0,"games":6,"losses":6,"wins":0}}]</a:t>
            </a:r>
          </a:p>
          <a:p xmlns:a="http://schemas.openxmlformats.org/drawingml/2006/main">
            <a:r>
              <a:t/>
            </a:r>
          </a:p>
          <a:p xmlns:a="http://schemas.openxmlformats.org/drawingml/2006/main">
            <a:r>
              <a:t>Return only valid JSON in this exact shape:</a:t>
            </a:r>
          </a:p>
          <a:p xmlns:a="http://schemas.openxmlformats.org/drawingml/2006/main">
            <a:r>
              <a:t>{"weaknesses":[{"opponent":"","map":"","side":"p0|p1|both","reason":""}],"strategy_focus":[""],"code_generation_focus":[""]}</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REFLECTOR RESPONSE</a:t>
            </a:r>
          </a:p>
          <a:p xmlns:a="http://schemas.openxmlformats.org/drawingml/2006/main">
            <a:r>
              <a:t>```json</a:t>
            </a:r>
          </a:p>
          <a:p xmlns:a="http://schemas.openxmlformats.org/drawingml/2006/main">
            <a:r>
              <a:t>{</a:t>
            </a:r>
          </a:p>
          <a:p xmlns:a="http://schemas.openxmlformats.org/drawingml/2006/main">
            <a:r>
              <a:t>  "weaknesses": [</a:t>
            </a:r>
          </a:p>
          <a:p xmlns:a="http://schemas.openxmlformats.org/drawingml/2006/main">
            <a:r>
              <a:t>    {</a:t>
            </a:r>
          </a:p>
          <a:p xmlns:a="http://schemas.openxmlformats.org/drawingml/2006/main">
            <a:r>
              <a:t>      "opponent": "randombias",</a:t>
            </a:r>
          </a:p>
          <a:p xmlns:a="http://schemas.openxmlformats.org/drawingml/2006/main">
            <a:r>
              <a:t>      "map": "map_1",</a:t>
            </a:r>
          </a:p>
          <a:p xmlns:a="http://schemas.openxmlformats.org/drawingml/2006/main">
            <a:r>
              <a:t>      "side": "both",</a:t>
            </a:r>
          </a:p>
          <a:p xmlns:a="http://schemas.openxmlformats.org/drawingml/2006/main">
            <a:r>
              <a:t>      "reason": "High loss rate (5/6 games) across both sides, indicating severe vulnerability to biased randomness exploitation or positional mismatches."</a:t>
            </a:r>
          </a:p>
          <a:p xmlns:a="http://schemas.openxmlformats.org/drawingml/2006/main">
            <a:r>
              <a:t>    },</a:t>
            </a:r>
          </a:p>
          <a:p xmlns:a="http://schemas.openxmlformats.org/drawingml/2006/main">
            <a:r>
              <a:t>    {</a:t>
            </a:r>
          </a:p>
          <a:p xmlns:a="http://schemas.openxmlformats.org/drawingml/2006/main">
            <a:r>
              <a:t>      "opponent": "lightrush",</a:t>
            </a:r>
          </a:p>
          <a:p xmlns:a="http://schemas.openxmlformats.org/drawingml/2006/main">
            <a:r>
              <a:t>      "map": "map_1",</a:t>
            </a:r>
          </a:p>
          <a:p xmlns:a="http://schemas.openxmlformats.org/drawingml/2006/main">
            <a:r>
              <a:t>      "side": "both",</a:t>
            </a:r>
          </a:p>
          <a:p xmlns:a="http://schemas.openxmlformats.org/drawingml/2006/main">
            <a:r>
              <a:t>      "reason": "Total inability to win (0/6) against aggressive rush strategies, suggesting critical defensive or counter-rush weaknesses."</a:t>
            </a:r>
          </a:p>
          <a:p xmlns:a="http://schemas.openxmlformats.org/drawingml/2006/main">
            <a:r>
              <a:t>    },</a:t>
            </a:r>
          </a:p>
          <a:p xmlns:a="http://schemas.openxmlformats.org/drawingml/2006/main">
            <a:r>
              <a:t>    {</a:t>
            </a:r>
          </a:p>
          <a:p xmlns:a="http://schemas.openxmlformats.org/drawingml/2006/main">
            <a:r>
              <a:t>      "opponent": "heavyrush",</a:t>
            </a:r>
          </a:p>
          <a:p xmlns:a="http://schemas.openxmlformats.org/drawingml/2006/main">
            <a:r>
              <a:t>      "map": "map_1",</a:t>
            </a:r>
          </a:p>
          <a:p xmlns:a="http://schemas.openxmlformats.org/drawingml/2006/main">
            <a:r>
              <a:t>      "side": "both",</a:t>
            </a:r>
          </a:p>
          <a:p xmlns:a="http://schemas.openxmlformats.org/drawingml/2006/main">
            <a:r>
              <a:t>      "reason": "Total inability to win (0/6) against heavy rush strategies, indicating poor handling of high-pressure, resource-heavy engagements."</a:t>
            </a:r>
          </a:p>
          <a:p xmlns:a="http://schemas.openxmlformats.org/drawingml/2006/main">
            <a:r>
              <a:t>    },</a:t>
            </a:r>
          </a:p>
          <a:p xmlns:a="http://schemas.openxmlformats.org/drawingml/2006/main">
            <a:r>
              <a:t>    {</a:t>
            </a:r>
          </a:p>
          <a:p xmlns:a="http://schemas.openxmlformats.org/drawingml/2006/main">
            <a:r>
              <a:t>      "opponent": "workerrush",</a:t>
            </a:r>
          </a:p>
          <a:p xmlns:a="http://schemas.openxmlformats.org/drawingml/2006/main">
            <a:r>
              <a:t>      "map": "map_1",</a:t>
            </a:r>
          </a:p>
          <a:p xmlns:a="http://schemas.openxmlformats.org/drawingml/2006/main">
            <a:r>
              <a:t>      "side": "both",</a:t>
            </a:r>
          </a:p>
          <a:p xmlns:a="http://schemas.openxmlformats.org/drawingml/2006/main">
            <a:r>
              <a:t>      "reason": "Total inability to win (0/6) against worker-focused rush strategies, suggesting structural or economic vulnerabilities."</a:t>
            </a:r>
          </a:p>
          <a:p xmlns:a="http://schemas.openxmlformats.org/drawingml/2006/main">
            <a:r>
              <a:t>    },</a:t>
            </a:r>
          </a:p>
          <a:p xmlns:a="http://schemas.openxmlformats.org/drawingml/2006/main">
            <a:r>
              <a:t>    {</a:t>
            </a:r>
          </a:p>
          <a:p xmlns:a="http://schemas.openxmlformats.org/drawingml/2006/main">
            <a:r>
              <a:t>      "opponent": "allinbot",</a:t>
            </a:r>
          </a:p>
          <a:p xmlns:a="http://schemas.openxmlformats.org/drawingml/2006/main">
            <a:r>
              <a:t>      "map": "map_1",</a:t>
            </a:r>
          </a:p>
          <a:p xmlns:a="http://schemas.openxmlformats.org/drawingml/2006/main">
            <a:r>
              <a:t>      "side": "both",</a:t>
            </a:r>
          </a:p>
          <a:p xmlns:a="http://schemas.openxmlformats.org/drawingml/2006/main">
            <a:r>
              <a:t>      "reason": "Total inability to win (0/6) against aggressive, all-in bots, indicating poor macro or micro adaptation to high-risk, high-reward playstyles."</a:t>
            </a:r>
          </a:p>
          <a:p xmlns:a="http://schemas.openxmlformats.org/drawingml/2006/main">
            <a:r>
              <a:t>    },</a:t>
            </a:r>
          </a:p>
          <a:p xmlns:a="http://schemas.openxmlformats.org/drawingml/2006/main">
            <a:r>
              <a:t>    {</a:t>
            </a:r>
          </a:p>
          <a:p xmlns:a="http://schemas.openxmlformats.org/drawingml/2006/main">
            <a:r>
              <a:t>      "opponent": "mayari",</a:t>
            </a:r>
          </a:p>
          <a:p xmlns:a="http://schemas.openxmlformats.org/drawingml/2006/main">
            <a:r>
              <a:t>      "map": "map_1",</a:t>
            </a:r>
          </a:p>
          <a:p xmlns:a="http://schemas.openxmlformats.org/drawingml/2006/main">
            <a:r>
              <a:t>      "side": "both",</a:t>
            </a:r>
          </a:p>
          <a:p xmlns:a="http://schemas.openxmlformats.org/drawingml/2006/main">
            <a:r>
              <a:t>      "reason": "Total inability to win (0/6) against Mayari (likely a balanced or adaptive opponent), suggesting systemic weaknesses in core gameplay loops or decision-making."</a:t>
            </a:r>
          </a:p>
          <a:p xmlns:a="http://schemas.openxmlformats.org/drawingml/2006/main">
            <a:r>
              <a:t>    },</a:t>
            </a:r>
          </a:p>
          <a:p xmlns:a="http://schemas.openxmlformats.org/drawingml/2006/main">
            <a:r>
              <a:t>    {</a:t>
            </a:r>
          </a:p>
          <a:p xmlns:a="http://schemas.openxmlformats.org/drawingml/2006/main">
            <a:r>
              <a:t>      "opponent": "coac",</a:t>
            </a:r>
          </a:p>
          <a:p xmlns:a="http://schemas.openxmlformats.org/drawingml/2006/main">
            <a:r>
              <a:t>      "map": "map_1",</a:t>
            </a:r>
          </a:p>
          <a:p xmlns:a="http://schemas.openxmlformats.org/drawingml/2006/main">
            <a:r>
              <a:t>      "side": "both",</a:t>
            </a:r>
          </a:p>
          <a:p xmlns:a="http://schemas.openxmlformats.org/drawingml/2006/main">
            <a:r>
              <a:t>      "reason": "Total inability to win (0/6) against cooperative or coordinated opponents, indicating poor team-like coordination or adaptive play."</a:t>
            </a:r>
          </a:p>
          <a:p xmlns:a="http://schemas.openxmlformats.org/drawingml/2006/main">
            <a:r>
              <a:t>    },</a:t>
            </a:r>
          </a:p>
          <a:p xmlns:a="http://schemas.openxmlformats.org/drawingml/2006/main">
            <a:r>
              <a:t>    {</a:t>
            </a:r>
          </a:p>
          <a:p xmlns:a="http://schemas.openxmlformats.org/drawingml/2006/main">
            <a:r>
              <a:t>      "opponent": "tma",</a:t>
            </a:r>
          </a:p>
          <a:p xmlns:a="http://schemas.openxmlformats.org/drawingml/2006/main">
            <a:r>
              <a:t>      "map": "map_1",</a:t>
            </a:r>
          </a:p>
          <a:p xmlns:a="http://schemas.openxmlformats.org/drawingml/2006/main">
            <a:r>
              <a:t>      "side": "both",</a:t>
            </a:r>
          </a:p>
          <a:p xmlns:a="http://schemas.openxmlformats.org/drawingml/2006/main">
            <a:r>
              <a:t>      "reason": "Total inability to win (0/6) against TMA (likely a meta-adaptive opponent), suggesting fundamental weaknesses in handling versatile or meta-aware playstyles."</a:t>
            </a:r>
          </a:p>
          <a:p xmlns:a="http://schemas.openxmlformats.org/drawingml/2006/main">
            <a:r>
              <a:t>    },</a:t>
            </a:r>
          </a:p>
          <a:p xmlns:a="http://schemas.openxmlformats.org/drawingml/2006/main">
            <a:r>
              <a:t>    {</a:t>
            </a:r>
          </a:p>
          <a:p xmlns:a="http://schemas.openxmlformats.org/drawingml/2006/main">
            <a:r>
              <a:t>      "opponent": "randombias",</a:t>
            </a:r>
          </a:p>
          <a:p xmlns:a="http://schemas.openxmlformats.org/drawingml/2006/main">
            <a:r>
              <a:t>      "map": "map_2",</a:t>
            </a:r>
          </a:p>
          <a:p xmlns:a="http://schemas.openxmlformats.org/drawingml/2006/main">
            <a:r>
              <a:t>      "side": "p1",</a:t>
            </a:r>
          </a:p>
          <a:p xmlns:a="http://schemas.openxmlformats.org/drawingml/2006/main">
            <a:r>
              <a:t>      "reason": "Partial resilience (2/3 losses as p0 vs. 3/3 losses as p1) against biased randomness, indicating side-specific weaknesses in resource control or positional advantage."</a:t>
            </a:r>
          </a:p>
          <a:p xmlns:a="http://schemas.openxmlformats.org/drawingml/2006/main">
            <a:r>
              <a:t>    }</a:t>
            </a:r>
          </a:p>
          <a:p xmlns:a="http://schemas.openxmlformats.org/drawingml/2006/main">
            <a:r>
              <a:t>  ],</a:t>
            </a:r>
          </a:p>
          <a:p xmlns:a="http://schemas.openxmlformats.org/drawingml/2006/main">
            <a:r>
              <a:t>  "strategy_focus": [</a:t>
            </a:r>
          </a:p>
          <a:p xmlns:a="http://schemas.openxmlformats.org/drawingml/2006/main">
            <a:r>
              <a:t>    "Improve defensive structures against rush strategies (lightrush, heavyrush, workerrush).",</a:t>
            </a:r>
          </a:p>
          <a:p xmlns:a="http://schemas.openxmlformats.org/drawingml/2006/main">
            <a:r>
              <a:t>    "Develop adaptive macro strategies to counter biased randomness (randombias).",</a:t>
            </a:r>
          </a:p>
          <a:p xmlns:a="http://schemas.openxmlformats.org/drawingml/2006/main">
            <a:r>
              <a:t>    "Enhance decision-making against versatile opponents (mayari, tma, coac).",</a:t>
            </a:r>
          </a:p>
          <a:p xmlns:a="http://schemas.openxmlformats.org/drawingml/2006/main">
            <a:r>
              <a:t>    "Mitigate systemic losses in core gameplay loops (e.g., economic, territorial control).",</a:t>
            </a:r>
          </a:p>
          <a:p xmlns:a="http://schemas.openxmlformats.org/drawingml/2006/main">
            <a:r>
              <a:t>    "Side-specific adjustments for positional advantages (e.g., p0 vs. p1 in randombias)."</a:t>
            </a:r>
          </a:p>
          <a:p xmlns:a="http://schemas.openxmlformats.org/drawingml/2006/main">
            <a:r>
              <a:t>  ],</a:t>
            </a:r>
          </a:p>
          <a:p xmlns:a="http://schemas.openxmlformats.org/drawingml/2006/main">
            <a:r>
              <a:t>  "code_generation_focus": [</a:t>
            </a:r>
          </a:p>
          <a:p xmlns:a="http://schemas.openxmlformats.org/drawingml/2006/main">
            <a:r>
              <a:t>    "Optimize defensive AI for rush-heavy scenarios (e.g., early-game unit countering).",</a:t>
            </a:r>
          </a:p>
          <a:p xmlns:a="http://schemas.openxmlformats.org/drawingml/2006/main">
            <a:r>
              <a:t>    "Implement adaptive macro logic to handle biased or random opponent behaviors.",</a:t>
            </a:r>
          </a:p>
          <a:p xmlns:a="http://schemas.openxmlformats.org/drawingml/2006/main">
            <a:r>
              <a:t>    "Enhance decision trees for versatile opponents (e.g., dynamic resource allocation).",</a:t>
            </a:r>
          </a:p>
          <a:p xmlns:a="http://schemas.openxmlformats.org/drawingml/2006/main">
            <a:r>
              <a:t>    "Refine core gameplay balance (e.g., unit costs, tech progression).",</a:t>
            </a:r>
          </a:p>
          <a:p xmlns:a="http://schemas.openxmlformats.org/drawingml/2006/main">
            <a:r>
              <a:t>    "Side-specific tweaks for positional advantages (e.g., map control, chokepoint defense)."</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STRATEGY REWRITER RESPONSE</a:t>
            </a:r>
          </a:p>
          <a:p xmlns:a="http://schemas.openxmlformats.org/drawingml/2006/main">
            <a:r>
              <a:t>**Revised Strategy Prompt:**</a:t>
            </a:r>
          </a:p>
          <a:p xmlns:a="http://schemas.openxmlformats.org/drawingml/2006/main">
            <a:r>
              <a:t/>
            </a:r>
          </a:p>
          <a:p xmlns:a="http://schemas.openxmlformats.org/drawingml/2006/main">
            <a:r>
              <a:t>Adopt a **balanced defensive-adaptive macro strategy** that prioritizes early defensive structures while dynamically countering opponent types.</a:t>
            </a:r>
          </a:p>
          <a:p xmlns:a="http://schemas.openxmlformats.org/drawingml/2006/main">
            <a:r>
              <a:t/>
            </a:r>
          </a:p>
          <a:p xmlns:a="http://schemas.openxmlformats.org/drawingml/2006/main">
            <a:r>
              <a:t>1. **Defensive Foundation:**</a:t>
            </a:r>
          </a:p>
          <a:p xmlns:a="http://schemas.openxmlformats.org/drawingml/2006/main">
            <a:r>
              <a:t>   - Immediately construct **Barracks** and **Armories** at every Base to produce defensive units (e.g., **Rangers, Swordsmen, or Siege Towers**) as soon as resources allow.</a:t>
            </a:r>
          </a:p>
          <a:p xmlns:a="http://schemas.openxmlformats.org/drawingml/2006/main">
            <a:r>
              <a:t>   - Deploy **defensive units** to block enemy rushes (light, heavy, or worker-based) and eliminate immediate threats before they escalate.</a:t>
            </a:r>
          </a:p>
          <a:p xmlns:a="http://schemas.openxmlformats.org/drawingml/2006/main">
            <a:r>
              <a:t>   - Prioritize **chokepoint control** (e.g., map_1’s critical paths) with structures like **Towers or Walls** to disrupt enemy advances.</a:t>
            </a:r>
          </a:p>
          <a:p xmlns:a="http://schemas.openxmlformats.org/drawingml/2006/main">
            <a:r>
              <a:t/>
            </a:r>
          </a:p>
          <a:p xmlns:a="http://schemas.openxmlformats.org/drawingml/2006/main">
            <a:r>
              <a:t>2. **Adaptive Worker Management:**</a:t>
            </a:r>
          </a:p>
          <a:p xmlns:a="http://schemas.openxmlformats.org/drawingml/2006/main">
            <a:r>
              <a:t>   - Maintain a **minimum of 3 Workers per Base** for resource collection, ensuring steady economic growth.</a:t>
            </a:r>
          </a:p>
          <a:p xmlns:a="http://schemas.openxmlformats.org/drawingml/2006/main">
            <a:r>
              <a:t>   - **Do not overcommit Workers to direct rushes**—instead, allocate them to **defend critical resources** or **expand strategically** (e.g., securing secondary resource clusters).</a:t>
            </a:r>
          </a:p>
          <a:p xmlns:a="http://schemas.openxmlformats.org/drawingml/2006/main">
            <a:r>
              <a:t>   - If facing **biased randomness (randombias)**, preemptively secure high-value resources early (e.g., prioritize map_2’s P1-side advantages) and adapt Worker paths dynamically.</a:t>
            </a:r>
          </a:p>
          <a:p xmlns:a="http://schemas.openxmlformats.org/drawingml/2006/main">
            <a:r>
              <a:t/>
            </a:r>
          </a:p>
          <a:p xmlns:a="http://schemas.openxmlformats.org/drawingml/2006/main">
            <a:r>
              <a:t>3. **Counter-Rush Adaptation:**</a:t>
            </a:r>
          </a:p>
          <a:p xmlns:a="http://schemas.openxmlformats.org/drawingml/2006/main">
            <a:r>
              <a:t>   - Against **aggressive rushes (lightrush, heavyrush, allinbot)**, immediately produce **counter-units** (e.g., **Siege Units or Elite Swordsmen**) to disrupt enemy momentum.</a:t>
            </a:r>
          </a:p>
          <a:p xmlns:a="http://schemas.openxmlformats.org/drawingml/2006/main">
            <a:r>
              <a:t>   - Against **versatile opponents (mayari, tma, coac)**, use **dynamic unit composition**—shift between **defensive, mobile, and siege units** based on real-time threats.</a:t>
            </a:r>
          </a:p>
          <a:p xmlns:a="http://schemas.openxmlformats.org/drawingml/2006/main">
            <a:r>
              <a:t>   - If outmatched in early combat, **fall back to defensive structures** and transition to **economic dominance** (e.g., expand, upgrade tech).</a:t>
            </a:r>
          </a:p>
          <a:p xmlns:a="http://schemas.openxmlformats.org/drawingml/2006/main">
            <a:r>
              <a:t/>
            </a:r>
          </a:p>
          <a:p xmlns:a="http://schemas.openxmlformats.org/drawingml/2006/main">
            <a:r>
              <a:t>4. **Macro Flexibility:**</a:t>
            </a:r>
          </a:p>
          <a:p xmlns:a="http://schemas.openxmlformats.org/drawingml/2006/main">
            <a:r>
              <a:t>   - Avoid rigid Worker rushes—**balance expansion with defense**. Only commit to offensive pressure when **economic superiority** is established.</a:t>
            </a:r>
          </a:p>
          <a:p xmlns:a="http://schemas.openxmlformats.org/drawingml/2006/main">
            <a:r>
              <a:t>   - Monitor opponent behavior: If they **overcommit to a single unit type**, exploit their weakness with **counter-tech** (e.g., **Anti-Air vs. Flyers, Armor vs. Melee**).</a:t>
            </a:r>
          </a:p>
          <a:p xmlns:a="http://schemas.openxmlformats.org/drawingml/2006/main">
            <a:r>
              <a:t>   - For **map_1**, exploit **positional advantages** (e.g., P0’s early-game control) to delay enemy rushes; for **map_2**, adapt P1’s resource layout by securing high-value tiles first.</a:t>
            </a:r>
          </a:p>
          <a:p xmlns:a="http://schemas.openxmlformats.org/drawingml/2006/main">
            <a:r>
              <a:t/>
            </a:r>
          </a:p>
          <a:p xmlns:a="http://schemas.openxmlformats.org/drawingml/2006/main">
            <a:r>
              <a:t>5. **Core Gameplay Loops:**</a:t>
            </a:r>
          </a:p>
          <a:p xmlns:a="http://schemas.openxmlformats.org/drawingml/2006/main">
            <a:r>
              <a:t>   - **Never neglect tech progression**—upgrade **Defensive Tech** (e.g., Walls, Towers) and **Unit Upgrades** (e.g., Elite Ranges) to counter evolving threats.</a:t>
            </a:r>
          </a:p>
          <a:p xmlns:a="http://schemas.openxmlformats.org/drawingml/2006/main">
            <a:r>
              <a:t>   - **Avoid systemic economic collapse**: If facing **resource starvation**, prioritize **secondary resource types** (e.g., switch from Wood to Metal) or **trade with neutral units**.</a:t>
            </a:r>
          </a:p>
          <a:p xmlns:a="http://schemas.openxmlformats.org/drawingml/2006/main">
            <a:r>
              <a:t>   - **Side-specific tweaks**:</a:t>
            </a:r>
          </a:p>
          <a:p xmlns:a="http://schemas.openxmlformats.org/drawingml/2006/main">
            <a:r>
              <a:t>     - On **map_1**, defend chokepoints aggressively; on **map_2**, exploit P1’s resource spread by **controlling high-ground tiles**.</a:t>
            </a:r>
          </a:p>
          <a:p xmlns:a="http://schemas.openxmlformats.org/drawingml/2006/main">
            <a:r>
              <a:t/>
            </a:r>
          </a:p>
          <a:p xmlns:a="http://schemas.openxmlformats.org/drawingml/2006/main">
            <a:r>
              <a:t>**Key Rule:** *Defend first, adapt second, counter third.* Do not rely on pure aggression—**survive long enough to outmaneuver the opponent**.</a:t>
            </a:r>
          </a:p>
          <a:p xmlns:a="http://schemas.openxmlformats.org/drawingml/2006/main">
            <a:r>
              <a:t/>
            </a:r>
          </a:p>
          <a:p xmlns:a="http://schemas.openxmlformats.org/drawingml/2006/main">
            <a:r>
              <a:t>==============================</a:t>
            </a:r>
          </a:p>
          <a:p xmlns:a="http://schemas.openxmlformats.org/drawingml/2006/main">
            <a:r>
              <a:t/>
            </a:r>
          </a:p>
          <a:p xmlns:a="http://schemas.openxmlformats.org/drawingml/2006/main">
            <a:r>
              <a:t>FULL CODE-PROMPT REWRITER RESPONSE</a:t>
            </a:r>
          </a:p>
          <a:p xmlns:a="http://schemas.openxmlformats.org/drawingml/2006/main">
            <a:r>
              <a:t>```json</a:t>
            </a:r>
          </a:p>
          <a:p xmlns:a="http://schemas.openxmlformats.org/drawingml/2006/main">
            <a:r>
              <a:t>{</a:t>
            </a:r>
          </a:p>
          <a:p xmlns:a="http://schemas.openxmlformats.org/drawingml/2006/main">
            <a:r>
              <a:t>  "remove_rule_ids": [],</a:t>
            </a:r>
          </a:p>
          <a:p xmlns:a="http://schemas.openxmlformats.org/drawingml/2006/main">
            <a:r>
              <a:t>  "add_rules": [</a:t>
            </a:r>
          </a:p>
          <a:p xmlns:a="http://schemas.openxmlformats.org/drawingml/2006/main">
            <a:r>
              <a:t>    {</a:t>
            </a:r>
          </a:p>
          <a:p xmlns:a="http://schemas.openxmlformats.org/drawingml/2006/main">
            <a:r>
              <a:t>      "category": "policy_grounding",</a:t>
            </a:r>
          </a:p>
          <a:p xmlns:a="http://schemas.openxmlformats.org/drawingml/2006/main">
            <a:r>
              <a:t>      "instruction": "Enforce deterministic state transitions by grounding all unit actions in explicit API-allowed state checks and helper parameters."</a:t>
            </a:r>
          </a:p>
          <a:p xmlns:a="http://schemas.openxmlformats.org/drawingml/2006/main">
            <a:r>
              <a:t>    }</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FINAL POLICY</a:t>
            </a:r>
          </a:p>
          <a:p xmlns:a="http://schemas.openxmlformats.org/drawingml/2006/main">
            <a:r>
              <a:t>**Revised Strategy Prompt:**</a:t>
            </a:r>
          </a:p>
          <a:p xmlns:a="http://schemas.openxmlformats.org/drawingml/2006/main">
            <a:r>
              <a:t/>
            </a:r>
          </a:p>
          <a:p xmlns:a="http://schemas.openxmlformats.org/drawingml/2006/main">
            <a:r>
              <a:t>Adopt a **balanced defensive-adaptive macro strategy** that prioritizes early defensive structures while dynamically countering opponent types.</a:t>
            </a:r>
          </a:p>
          <a:p xmlns:a="http://schemas.openxmlformats.org/drawingml/2006/main">
            <a:r>
              <a:t/>
            </a:r>
          </a:p>
          <a:p xmlns:a="http://schemas.openxmlformats.org/drawingml/2006/main">
            <a:r>
              <a:t>1. **Defensive Foundation:**</a:t>
            </a:r>
          </a:p>
          <a:p xmlns:a="http://schemas.openxmlformats.org/drawingml/2006/main">
            <a:r>
              <a:t>   - Immediately construct **Barracks** and **Armories** at every Base to produce defensive units (e.g., **Rangers, Swordsmen, or Siege Towers**) as soon as resources allow.</a:t>
            </a:r>
          </a:p>
          <a:p xmlns:a="http://schemas.openxmlformats.org/drawingml/2006/main">
            <a:r>
              <a:t>   - Deploy **defensive units** to block enemy rushes (light, heavy, or worker-based) and eliminate immediate threats before they escalate.</a:t>
            </a:r>
          </a:p>
          <a:p xmlns:a="http://schemas.openxmlformats.org/drawingml/2006/main">
            <a:r>
              <a:t>   - Prioritize **chokepoint control** (e.g., map_1’s critical paths) with structures like **Towers or Walls** to disrupt enemy advances.</a:t>
            </a:r>
          </a:p>
          <a:p xmlns:a="http://schemas.openxmlformats.org/drawingml/2006/main">
            <a:r>
              <a:t/>
            </a:r>
          </a:p>
          <a:p xmlns:a="http://schemas.openxmlformats.org/drawingml/2006/main">
            <a:r>
              <a:t>2. **Adaptive Worker Management:**</a:t>
            </a:r>
          </a:p>
          <a:p xmlns:a="http://schemas.openxmlformats.org/drawingml/2006/main">
            <a:r>
              <a:t>   - Maintain a **minimum of 3 Workers per Base** for resource collection, ensuring steady economic growth.</a:t>
            </a:r>
          </a:p>
          <a:p xmlns:a="http://schemas.openxmlformats.org/drawingml/2006/main">
            <a:r>
              <a:t>   - **Do not overcommit Workers to direct rushes**—instead, allocate them to **defend critical resources** or **expand strategically** (e.g., securing secondary resource clusters).</a:t>
            </a:r>
          </a:p>
          <a:p xmlns:a="http://schemas.openxmlformats.org/drawingml/2006/main">
            <a:r>
              <a:t>   - If facing **biased randomness (randombias)**, preemptively secure high-value resources early (e.g., prioritize map_2’s P1-side advantages) and adapt Worker paths dynamically.</a:t>
            </a:r>
          </a:p>
          <a:p xmlns:a="http://schemas.openxmlformats.org/drawingml/2006/main">
            <a:r>
              <a:t/>
            </a:r>
          </a:p>
          <a:p xmlns:a="http://schemas.openxmlformats.org/drawingml/2006/main">
            <a:r>
              <a:t>3. **Counter-Rush Adaptation:**</a:t>
            </a:r>
          </a:p>
          <a:p xmlns:a="http://schemas.openxmlformats.org/drawingml/2006/main">
            <a:r>
              <a:t>   - Against **aggressive rushes (lightrush, heavyrush, allinbot)**, immediately produce **counter-units** (e.g., **Siege Units or Elite Swordsmen**) to disrupt enemy momentum.</a:t>
            </a:r>
          </a:p>
          <a:p xmlns:a="http://schemas.openxmlformats.org/drawingml/2006/main">
            <a:r>
              <a:t>   - Against **versatile opponents (mayari, tma, coac)**, use **dynamic unit composition**—shift between **defensive, mobile, and siege units** based on real-time threats.</a:t>
            </a:r>
          </a:p>
          <a:p xmlns:a="http://schemas.openxmlformats.org/drawingml/2006/main">
            <a:r>
              <a:t>   - If outmatched in early combat, **fall back to defensive structures** and transition to **economic dominance** (e.g., expand, upgrade tech).</a:t>
            </a:r>
          </a:p>
          <a:p xmlns:a="http://schemas.openxmlformats.org/drawingml/2006/main">
            <a:r>
              <a:t/>
            </a:r>
          </a:p>
          <a:p xmlns:a="http://schemas.openxmlformats.org/drawingml/2006/main">
            <a:r>
              <a:t>4. **Macro Flexibility:**</a:t>
            </a:r>
          </a:p>
          <a:p xmlns:a="http://schemas.openxmlformats.org/drawingml/2006/main">
            <a:r>
              <a:t>   - Avoid rigid Worker rushes—**balance expansion with defense**. Only commit to offensive pressure when **economic superiority** is established.</a:t>
            </a:r>
          </a:p>
          <a:p xmlns:a="http://schemas.openxmlformats.org/drawingml/2006/main">
            <a:r>
              <a:t>   - Monitor opponent behavior: If they **overcommit to a single unit type**, exploit their weakness with **counter-tech** (e.g., **Anti-Air vs. Flyers, Armor vs. Melee**).</a:t>
            </a:r>
          </a:p>
          <a:p xmlns:a="http://schemas.openxmlformats.org/drawingml/2006/main">
            <a:r>
              <a:t>   - For **map_1**, exploit **positional advantages** (e.g., P0’s early-game control) to delay enemy rushes; for **map_2**, adapt P1’s resource layout by securing high-value tiles first.</a:t>
            </a:r>
          </a:p>
          <a:p xmlns:a="http://schemas.openxmlformats.org/drawingml/2006/main">
            <a:r>
              <a:t/>
            </a:r>
          </a:p>
          <a:p xmlns:a="http://schemas.openxmlformats.org/drawingml/2006/main">
            <a:r>
              <a:t>5. **Core Gameplay Loops:**</a:t>
            </a:r>
          </a:p>
          <a:p xmlns:a="http://schemas.openxmlformats.org/drawingml/2006/main">
            <a:r>
              <a:t>   - **Never neglect tech progression**—upgrade **Defensive Tech** (e.g., Walls, Towers) and **Unit Upgrades** (e.g., Elite Ranges) to counter evolving threats.</a:t>
            </a:r>
          </a:p>
          <a:p xmlns:a="http://schemas.openxmlformats.org/drawingml/2006/main">
            <a:r>
              <a:t>   - **Avoid systemic economic collapse**: If facing **resource starvation**, prioritize **secondary resource types** (e.g., switch from Wood to Metal) or **trade with neutral units**.</a:t>
            </a:r>
          </a:p>
          <a:p xmlns:a="http://schemas.openxmlformats.org/drawingml/2006/main">
            <a:r>
              <a:t>   - **Side-specific tweaks**:</a:t>
            </a:r>
          </a:p>
          <a:p xmlns:a="http://schemas.openxmlformats.org/drawingml/2006/main">
            <a:r>
              <a:t>     - On **map_1**, defend chokepoints aggressively; on **map_2**, exploit P1’s resource spread by **controlling high-ground tiles**.</a:t>
            </a:r>
          </a:p>
          <a:p xmlns:a="http://schemas.openxmlformats.org/drawingml/2006/main">
            <a:r>
              <a:t/>
            </a:r>
          </a:p>
          <a:p xmlns:a="http://schemas.openxmlformats.org/drawingml/2006/main">
            <a:r>
              <a:t>**Key Rule:** *Defend first, adapt second, counter third.* Do not rely on pure aggression—**survive long enough to outmaneuver the opponent**.</a:t>
            </a:r>
          </a:p>
          <a:p xmlns:a="http://schemas.openxmlformats.org/drawingml/2006/main">
            <a:r>
              <a:t/>
            </a:r>
          </a:p>
          <a:p xmlns:a="http://schemas.openxmlformats.org/drawingml/2006/main">
            <a:r>
              <a:t>==============================</a:t>
            </a:r>
          </a:p>
          <a:p xmlns:a="http://schemas.openxmlformats.org/drawingml/2006/main">
            <a:r>
              <a:t/>
            </a:r>
          </a:p>
          <a:p xmlns:a="http://schemas.openxmlformats.org/drawingml/2006/main">
            <a:r>
              <a:t>FULL FINAL CODE-GENERATION PROMPT</a:t>
            </a:r>
          </a:p>
          <a:p xmlns:a="http://schemas.openxmlformats.org/drawingml/2006/main">
            <a:r>
              <a:t>Translate the supplied policy into deterministic Java inside the editable strategy region. The separately supplied immutable scaffold, API guide, and final output contract always take priority.</a:t>
            </a:r>
          </a:p>
          <a:p xmlns:a="http://schemas.openxmlformats.org/drawingml/2006/main">
            <a:r>
              <a:t/>
            </a:r>
          </a:p>
          <a:p xmlns:a="http://schemas.openxmlformats.org/drawingml/2006/main">
            <a:r>
              <a:t>EAGLE_REUSABLE_RULES_START</a:t>
            </a:r>
          </a:p>
          <a:p xmlns:a="http://schemas.openxmlformats.org/drawingml/2006/main">
            <a:r>
              <a:t>[core-requirement-coverage] requirement_coverage | Translate every explicit policy requirement into reachable strategy behavior.</a:t>
            </a:r>
          </a:p>
          <a:p xmlns:a="http://schemas.openxmlformats.org/drawingml/2006/main">
            <a:r>
              <a:t>[core-priority-ordering] priority_ordering | Preserve stated priority and fallback ordering when multiple conditions can apply.</a:t>
            </a:r>
          </a:p>
          <a:p xmlns:a="http://schemas.openxmlformats.org/drawingml/2006/main">
            <a:r>
              <a:t>[core-role-assignment] role_assignment | Keep policy-defined roles mutually exclusive within one decision cycle unless the policy explicitly allows overlap.</a:t>
            </a:r>
          </a:p>
          <a:p xmlns:a="http://schemas.openxmlformats.org/drawingml/2006/main">
            <a:r>
              <a:t>[core-state-continuity] state_continuity | Implement continuous behavior as a state-based check performed on every decision cycle.</a:t>
            </a:r>
          </a:p>
          <a:p xmlns:a="http://schemas.openxmlformats.org/drawingml/2006/main">
            <a:r>
              <a:t>[core-targeting-fallback] targeting_fallback | Map every conditional targeting fallback to an explicit reachable branch.</a:t>
            </a:r>
          </a:p>
          <a:p xmlns:a="http://schemas.openxmlformats.org/drawingml/2006/main">
            <a:r>
              <a:t>[core-policy-grounding] policy_grounding | Use only concepts stated by the policy or exposed by the immutable API contract.</a:t>
            </a:r>
          </a:p>
          <a:p xmlns:a="http://schemas.openxmlformats.org/drawingml/2006/main">
            <a:r>
              <a:t>[rule-ae13c2e37c03] policy_grounding | Enforce deterministic state transitions by grounding all unit actions in explicit API-allowed state checks and helper parameters.</a:t>
            </a:r>
          </a:p>
          <a:p xmlns:a="http://schemas.openxmlformats.org/drawingml/2006/main">
            <a:r>
              <a:t>EAGLE_REUSABLE_RULES_END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a:t>
            </a:r>
          </a:p>
          <a:p xmlns:a="http://schemas.openxmlformats.org/drawingml/2006/main">
            <a:r>
              <a:t>- /home/mhlab/EAGLE/runs/reflection_inspections/20260903_151343_710298_worker_rush_three_reflections/trials/balance/trial_03/mutation/balance_reflection/reflector_request.txt</a:t>
            </a:r>
          </a:p>
          <a:p xmlns:a="http://schemas.openxmlformats.org/drawingml/2006/main">
            <a:r>
              <a:t>- /home/mhlab/EAGLE/runs/reflection_inspections/20260903_151343_710298_worker_rush_three_reflections/trials/balance/trial_03/mutation/balance_reflection/reflector_response_raw.txt</a:t>
            </a:r>
          </a:p>
          <a:p xmlns:a="http://schemas.openxmlformats.org/drawingml/2006/main">
            <a:r>
              <a:t>- /home/mhlab/EAGLE/runs/reflection_inspections/20260903_151343_710298_worker_rush_three_reflections/trials/balance/trial_03/mutation/balance_reflection/strategy_rewriter_request.txt</a:t>
            </a:r>
          </a:p>
          <a:p xmlns:a="http://schemas.openxmlformats.org/drawingml/2006/main">
            <a:r>
              <a:t>- /home/mhlab/EAGLE/runs/reflection_inspections/20260903_151343_710298_worker_rush_three_reflections/trials/balance/trial_03/mutation/balance_reflection/strategy_rewriter_response_raw.txt</a:t>
            </a:r>
          </a:p>
          <a:p xmlns:a="http://schemas.openxmlformats.org/drawingml/2006/main">
            <a:r>
              <a:t>- /home/mhlab/EAGLE/runs/reflection_inspections/20260903_151343_710298_worker_rush_three_reflections/trials/balance/trial_03/mutation/balance_reflection/code_rewriter_request.txt</a:t>
            </a:r>
          </a:p>
          <a:p xmlns:a="http://schemas.openxmlformats.org/drawingml/2006/main">
            <a:r>
              <a:t>- /home/mhlab/EAGLE/runs/reflection_inspections/20260903_151343_710298_worker_rush_three_reflections/trials/balance/trial_03/mutation/balance_reflection/code_rewriter_response_raw.txt</a:t>
            </a:r>
          </a:p>
          <a:p xmlns:a="http://schemas.openxmlformats.org/drawingml/2006/main">
            <a:r>
              <a:t>- /home/mhlab/EAGLE/runs/reflection_inspections/20260903_151343_710298_worker_rush_three_reflections/trials/balance/trial_03/mutation/balance_reflection/metadata.json</a:t>
            </a:r>
          </a:p>
          <a:p xmlns:a="http://schemas.openxmlformats.org/drawingml/2006/main">
            <a:r>
              <a:t>- /home/mhlab/EAGLE/runs/reflection_inspections/20260903_151343_710298_worker_rush_three_reflections/trials/balance/trial_03/output/strategy_prompt.txt</a:t>
            </a:r>
          </a:p>
          <a:p xmlns:a="http://schemas.openxmlformats.org/drawingml/2006/main">
            <a:r>
              <a:t>- /home/mhlab/EAGLE/runs/reflection_inspections/20260903_151343_710298_worker_rush_three_reflections/trials/balance/trial_03/output/code_generation_prompt.txt</a:t>
            </a:r>
          </a:p>
          <a:p xmlns:a="http://schemas.openxmlformats.org/drawingml/2006/main">
            <a:r>
              <a:t>- /home/mhlab/EAGLE/runs/reflection_inspections/20260903_151343_710298_worker_rush_three_reflections/trials/balance/trial_03/trial_summary.json</a:t>
            </a:r>
          </a:p>
          <a:p xmlns:a="http://schemas.openxmlformats.org/drawingml/2006/main">
            <a:r>
              <a:t/>
            </a:r>
          </a:p>
          <a:p xmlns:a="http://schemas.openxmlformats.org/drawingml/2006/main">
            <a:r>
              <a:t>==============================</a:t>
            </a:r>
          </a:p>
          <a:p xmlns:a="http://schemas.openxmlformats.org/drawingml/2006/main">
            <a:r>
              <a:t/>
            </a:r>
          </a:p>
          <a:p xmlns:a="http://schemas.openxmlformats.org/drawingml/2006/main">
            <a:r>
              <a:t>TRIAL</a:t>
            </a:r>
          </a:p>
          <a:p xmlns:a="http://schemas.openxmlformats.org/drawingml/2006/main">
            <a:r>
              <a:t>Balance Reflection 3/3</a:t>
            </a:r>
          </a:p>
          <a:p xmlns:a="http://schemas.openxmlformats.org/drawingml/2006/main">
            <a:r>
              <a:t/>
            </a:r>
          </a:p>
          <a:p xmlns:a="http://schemas.openxmlformats.org/drawingml/2006/main">
            <a:r>
              <a:t>==============================</a:t>
            </a:r>
          </a:p>
          <a:p xmlns:a="http://schemas.openxmlformats.org/drawingml/2006/main">
            <a:r>
              <a:t/>
            </a:r>
          </a:p>
          <a:p xmlns:a="http://schemas.openxmlformats.org/drawingml/2006/main">
            <a:r>
              <a:t>FULL ORIGINAL POLICY</a:t>
            </a:r>
          </a:p>
          <a:p xmlns:a="http://schemas.openxmlformats.org/drawingml/2006/main">
            <a:r>
              <a:t>Use a continuous Worker-rush policy.</a:t>
            </a:r>
          </a:p>
          <a:p xmlns:a="http://schemas.openxmlformats.org/drawingml/2006/main">
            <a:r>
              <a:t/>
            </a:r>
          </a:p>
          <a:p xmlns:a="http://schemas.openxmlformats.org/drawingml/2006/main">
            <a: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a:p xmlns:a="http://schemas.openxmlformats.org/drawingml/2006/main">
            <a:r>
              <a:t/>
            </a:r>
          </a:p>
          <a:p xmlns:a="http://schemas.openxmlformats.org/drawingml/2006/main">
            <a:r>
              <a:t>==============================</a:t>
            </a:r>
          </a:p>
          <a:p xmlns:a="http://schemas.openxmlformats.org/drawingml/2006/main">
            <a:r>
              <a:t/>
            </a:r>
          </a:p>
          <a:p xmlns:a="http://schemas.openxmlformats.org/drawingml/2006/main">
            <a:r>
              <a:t>FULL ORIGINAL CODE-GENERATION PROMPT</a:t>
            </a:r>
          </a:p>
          <a:p xmlns:a="http://schemas.openxmlformats.org/drawingml/2006/main">
            <a:r>
              <a:t>Translate the supplied policy into deterministic Java inside the editable strategy region. The separately supplied immutable scaffold, API guide, and final output contract always take priority.</a:t>
            </a:r>
          </a:p>
          <a:p xmlns:a="http://schemas.openxmlformats.org/drawingml/2006/main">
            <a:r>
              <a:t/>
            </a:r>
          </a:p>
          <a:p xmlns:a="http://schemas.openxmlformats.org/drawingml/2006/main">
            <a:r>
              <a:t>EAGLE_REUSABLE_RULES_START</a:t>
            </a:r>
          </a:p>
          <a:p xmlns:a="http://schemas.openxmlformats.org/drawingml/2006/main">
            <a:r>
              <a:t>[core-requirement-coverage] requirement_coverage | Translate every explicit policy requirement into reachable strategy behavior.</a:t>
            </a:r>
          </a:p>
          <a:p xmlns:a="http://schemas.openxmlformats.org/drawingml/2006/main">
            <a:r>
              <a:t>[core-priority-ordering] priority_ordering | Preserve stated priority and fallback ordering when multiple conditions can apply.</a:t>
            </a:r>
          </a:p>
          <a:p xmlns:a="http://schemas.openxmlformats.org/drawingml/2006/main">
            <a:r>
              <a:t>[core-role-assignment] role_assignment | Keep policy-defined roles mutually exclusive within one decision cycle unless the policy explicitly allows overlap.</a:t>
            </a:r>
          </a:p>
          <a:p xmlns:a="http://schemas.openxmlformats.org/drawingml/2006/main">
            <a:r>
              <a:t>[core-state-continuity] state_continuity | Implement continuous behavior as a state-based check performed on every decision cycle.</a:t>
            </a:r>
          </a:p>
          <a:p xmlns:a="http://schemas.openxmlformats.org/drawingml/2006/main">
            <a:r>
              <a:t>[core-targeting-fallback] targeting_fallback | Map every conditional targeting fallback to an explicit reachable branch.</a:t>
            </a:r>
          </a:p>
          <a:p xmlns:a="http://schemas.openxmlformats.org/drawingml/2006/main">
            <a:r>
              <a:t>[core-policy-grounding] policy_grounding | Use only concepts stated by the policy or exposed by the immutable API contract.</a:t>
            </a:r>
          </a:p>
          <a:p xmlns:a="http://schemas.openxmlformats.org/drawingml/2006/main">
            <a:r>
              <a:t>EAGLE_REUSABLE_RULES_END</a:t>
            </a:r>
          </a:p>
          <a:p xmlns:a="http://schemas.openxmlformats.org/drawingml/2006/main">
            <a:r>
              <a:t/>
            </a:r>
          </a:p>
          <a:p xmlns:a="http://schemas.openxmlformats.org/drawingml/2006/main">
            <a:r>
              <a:t>==============================</a:t>
            </a:r>
          </a:p>
          <a:p xmlns:a="http://schemas.openxmlformats.org/drawingml/2006/main">
            <a:r>
              <a:t/>
            </a:r>
          </a:p>
          <a:p xmlns:a="http://schemas.openxmlformats.org/drawingml/2006/main">
            <a:r>
              <a:t>FULL BALANCE REFLECTION REQUEST</a:t>
            </a:r>
          </a:p>
          <a:p xmlns:a="http://schemas.openxmlformats.org/drawingml/2006/main">
            <a:r>
              <a:t>EAGLE Balance Reflection stage.</a:t>
            </a:r>
          </a:p>
          <a:p xmlns:a="http://schemas.openxmlformats.org/drawingml/2006/main">
            <a:r>
              <a:t/>
            </a:r>
          </a:p>
          <a:p xmlns:a="http://schemas.openxmlformats.org/drawingml/2006/main">
            <a:r>
              <a:t>Analyze only the following aggregate win/loss/draw table. Identify the most</a:t>
            </a:r>
          </a:p>
          <a:p xmlns:a="http://schemas.openxmlformats.org/drawingml/2006/main">
            <a:r>
              <a:t>important weaknesses by opponent, map, and candidate side (p0 or p1). Do not</a:t>
            </a:r>
          </a:p>
          <a:p xmlns:a="http://schemas.openxmlformats.org/drawingml/2006/main">
            <a:r>
              <a:t>infer unobserved gameplay events, discuss Java, reproduce the table, or rewrite</a:t>
            </a:r>
          </a:p>
          <a:p xmlns:a="http://schemas.openxmlformats.org/drawingml/2006/main">
            <a:r>
              <a:t>either prompt.</a:t>
            </a:r>
          </a:p>
          <a:p xmlns:a="http://schemas.openxmlformats.org/drawingml/2006/main">
            <a:r>
              <a:t/>
            </a:r>
          </a:p>
          <a:p xmlns:a="http://schemas.openxmlformats.org/drawingml/2006/main">
            <a:r>
              <a:t>Aggregate opponent × map × side W/L/D table:</a:t>
            </a:r>
          </a:p>
          <a:p xmlns:a="http://schemas.openxmlformats.org/drawingml/2006/main">
            <a:r>
              <a:t>[{"map":"map_1","opponent":"passive","p0":{"draws":3,"games":3,"losses":0,"wins":0},"p1":{"draws":3,"games":3,"losses":0,"wins":0},"total":{"draws":6,"games":6,"losses":0,"wins":0}},{"map":"map_2","opponent":"passive","p0":{"draws":3,"games":3,"losses":0,"wins":0},"p1":{"draws":3,"games":3,"losses":0,"wins":0},"total":{"draws":6,"games":6,"losses":0,"wins":0}},{"map":"map_3","opponent":"passive","p0":{"draws":3,"games":3,"losses":0,"wins":0},"p1":{"draws":3,"games":3,"losses":0,"wins":0},"total":{"draws":6,"games":6,"losses":0,"wins":0}},{"map":"map_1","opponent":"random","p0":{"draws":3,"games":3,"losses":0,"wins":0},"p1":{"draws":3,"games":3,"losses":0,"wins":0},"total":{"draws":6,"games":6,"losses":0,"wins":0}},{"map":"map_2","opponent":"random","p0":{"draws":3,"games":3,"losses":0,"wins":0},"p1":{"draws":3,"games":3,"losses":0,"wins":0},"total":{"draws":6,"games":6,"losses":0,"wins":0}},{"map":"map_3","opponent":"random","p0":{"draws":3,"games":3,"losses":0,"wins":0},"p1":{"draws":3,"games":3,"losses":0,"wins":0},"total":{"draws":6,"games":6,"losses":0,"wins":0}},{"map":"map_1","opponent":"randombias","p0":{"draws":1,"games":3,"losses":2,"wins":0},"p1":{"draws":0,"games":3,"losses":3,"wins":0},"total":{"draws":1,"games":6,"losses":5,"wins":0}},{"map":"map_2","opponent":"randombias","p0":{"draws":1,"games":3,"losses":2,"wins":0},"p1":{"draws":3,"games":3,"losses":0,"wins":0},"total":{"draws":4,"games":6,"losses":2,"wins":0}},{"map":"map_3","opponent":"randombias","p0":{"draws":3,"games":3,"losses":0,"wins":0},"p1":{"draws":3,"games":3,"losses":0,"wins":0},"total":{"draws":6,"games":6,"losses":0,"wins":0}},{"map":"map_1","opponent":"lightrush","p0":{"draws":0,"games":3,"losses":3,"wins":0},"p1":{"draws":0,"games":3,"losses":3,"wins":0},"total":{"draws":0,"games":6,"losses":6,"wins":0}},{"map":"map_2","opponent":"lightrush","p0":{"draws":0,"games":3,"losses":3,"wins":0},"p1":{"draws":0,"games":3,"losses":3,"wins":0},"total":{"draws":0,"games":6,"losses":6,"wins":0}},{"map":"map_3","opponent":"lightrush","p0":{"draws":0,"games":3,"losses":3,"wins":0},"p1":{"draws":0,"games":3,"losses":3,"wins":0},"total":{"draws":0,"games":6,"losses":6,"wins":0}},{"map":"map_1","opponent":"heavyrush","p0":{"draws":0,"games":3,"losses":3,"wins":0},"p1":{"draws":0,"games":3,"losses":3,"wins":0},"total":{"draws":0,"games":6,"losses":6,"wins":0}},{"map":"map_2","opponent":"heavyrush","p0":{"draws":0,"games":3,"losses":3,"wins":0},"p1":{"draws":0,"games":3,"losses":3,"wins":0},"total":{"draws":0,"games":6,"losses":6,"wins":0}},{"map":"map_3","opponent":"heavyrush","p0":{"draws":0,"games":3,"losses":3,"wins":0},"p1":{"draws":0,"games":3,"losses":3,"wins":0},"total":{"draws":0,"games":6,"losses":6,"wins":0}},{"map":"map_1","opponent":"workerrush","p0":{"draws":0,"games":3,"losses":3,"wins":0},"p1":{"draws":0,"games":3,"losses":3,"wins":0},"total":{"draws":0,"games":6,"losses":6,"wins":0}},{"map":"map_2","opponent":"workerrush","p0":{"draws":0,"games":3,"losses":3,"wins":0},"p1":{"draws":0,"games":3,"losses":3,"wins":0},"total":{"draws":0,"games":6,"losses":6,"wins":0}},{"map":"map_3","opponent":"workerrush","p0":{"draws":0,"games":3,"losses":3,"wins":0},"p1":{"draws":0,"games":3,"losses":3,"wins":0},"total":{"draws":0,"games":6,"losses":6,"wins":0}},{"map":"map_1","opponent":"allinbot","p0":{"draws":0,"games":3,"losses":3,"wins":0},"p1":{"draws":0,"games":3,"losses":3,"wins":0},"total":{"draws":0,"games":6,"losses":6,"wins":0}},{"map":"map_2","opponent":"allinbot","p0":{"draws":0,"games":3,"losses":3,"wins":0},"p1":{"draws":0,"games":3,"losses":3,"wins":0},"total":{"draws":0,"games":6,"losses":6,"wins":0}},{"map":"map_3","opponent":"allinbot","p0":{"draws":0,"games":3,"losses":3,"wins":0},"p1":{"draws":0,"games":3,"losses":3,"wins":0},"total":{"draws":0,"games":6,"losses":6,"wins":0}},{"map":"map_1","opponent":"mayari","p0":{"draws":0,"games":3,"losses":3,"wins":0},"p1":{"draws":0,"games":3,"losses":3,"wins":0},"total":{"draws":0,"games":6,"losses":6,"wins":0}},{"map":"map_2","opponent":"mayari","p0":{"draws":0,"games":3,"losses":3,"wins":0},"p1":{"draws":0,"games":3,"losses":3,"wins":0},"total":{"draws":0,"games":6,"losses":6,"wins":0}},{"map":"map_3","opponent":"mayari","p0":{"draws":0,"games":3,"losses":3,"wins":0},"p1":{"draws":0,"games":3,"losses":3,"wins":0},"total":{"draws":0,"games":6,"losses":6,"wins":0}},{"map":"map_1","opponent":"coac","p0":{"draws":0,"games":3,"losses":3,"wins":0},"p1":{"draws":0,"games":3,"losses":3,"wins":0},"total":{"draws":0,"games":6,"losses":6,"wins":0}},{"map":"map_2","opponent":"coac","p0":{"draws":0,"games":3,"losses":3,"wins":0},"p1":{"draws":0,"games":3,"losses":3,"wins":0},"total":{"draws":0,"games":6,"losses":6,"wins":0}},{"map":"map_3","opponent":"coac","p0":{"draws":0,"games":3,"losses":3,"wins":0},"p1":{"draws":0,"games":3,"losses":3,"wins":0},"total":{"draws":0,"games":6,"losses":6,"wins":0}},{"map":"map_1","opponent":"tma","p0":{"draws":0,"games":3,"losses":3,"wins":0},"p1":{"draws":0,"games":3,"losses":3,"wins":0},"total":{"draws":0,"games":6,"losses":6,"wins":0}},{"map":"map_2","opponent":"tma","p0":{"draws":0,"games":3,"losses":3,"wins":0},"p1":{"draws":0,"games":3,"losses":3,"wins":0},"total":{"draws":0,"games":6,"losses":6,"wins":0}},{"map":"map_3","opponent":"tma","p0":{"draws":0,"games":3,"losses":3,"wins":0},"p1":{"draws":0,"games":3,"losses":3,"wins":0},"total":{"draws":0,"games":6,"losses":6,"wins":0}}]</a:t>
            </a:r>
          </a:p>
          <a:p xmlns:a="http://schemas.openxmlformats.org/drawingml/2006/main">
            <a:r>
              <a:t/>
            </a:r>
          </a:p>
          <a:p xmlns:a="http://schemas.openxmlformats.org/drawingml/2006/main">
            <a:r>
              <a:t>Return only valid JSON in this exact shape:</a:t>
            </a:r>
          </a:p>
          <a:p xmlns:a="http://schemas.openxmlformats.org/drawingml/2006/main">
            <a:r>
              <a:t>{"weaknesses":[{"opponent":"","map":"","side":"p0|p1|both","reason":""}],"strategy_focus":[""],"code_generation_focus":[""]}</a:t>
            </a:r>
          </a:p>
          <a:p xmlns:a="http://schemas.openxmlformats.org/drawingml/2006/main">
            <a:r>
              <a:t/>
            </a:r>
          </a:p>
          <a:p xmlns:a="http://schemas.openxmlformats.org/drawingml/2006/main">
            <a:r>
              <a:t>==============================</a:t>
            </a:r>
          </a:p>
          <a:p xmlns:a="http://schemas.openxmlformats.org/drawingml/2006/main">
            <a:r>
              <a:t/>
            </a:r>
          </a:p>
          <a:p xmlns:a="http://schemas.openxmlformats.org/drawingml/2006/main">
            <a:r>
              <a:t>FULL REFLECTOR RESPONSE</a:t>
            </a:r>
          </a:p>
          <a:p xmlns:a="http://schemas.openxmlformats.org/drawingml/2006/main">
            <a:r>
              <a:t>```json</a:t>
            </a:r>
          </a:p>
          <a:p xmlns:a="http://schemas.openxmlformats.org/drawingml/2006/main">
            <a:r>
              <a:t>{</a:t>
            </a:r>
          </a:p>
          <a:p xmlns:a="http://schemas.openxmlformats.org/drawingml/2006/main">
            <a:r>
              <a:t>  "weaknesses": [</a:t>
            </a:r>
          </a:p>
          <a:p xmlns:a="http://schemas.openxmlformats.org/drawingml/2006/main">
            <a:r>
              <a:t>    {</a:t>
            </a:r>
          </a:p>
          <a:p xmlns:a="http://schemas.openxmlformats.org/drawingml/2006/main">
            <a:r>
              <a:t>      "opponent": "randombias",</a:t>
            </a:r>
          </a:p>
          <a:p xmlns:a="http://schemas.openxmlformats.org/drawingml/2006/main">
            <a:r>
              <a:t>      "map": "map_1",</a:t>
            </a:r>
          </a:p>
          <a:p xmlns:a="http://schemas.openxmlformats.org/drawingml/2006/main">
            <a:r>
              <a:t>      "side": "both",</a:t>
            </a:r>
          </a:p>
          <a:p xmlns:a="http://schemas.openxmlformats.org/drawingml/2006/main">
            <a:r>
              <a:t>      "reason": "Complete lack of wins (0/6) and high loss rate (5/6), with only 1 draw. Struggles with aggressive bias exploitation or positional imbalance."</a:t>
            </a:r>
          </a:p>
          <a:p xmlns:a="http://schemas.openxmlformats.org/drawingml/2006/main">
            <a:r>
              <a:t>    },</a:t>
            </a:r>
          </a:p>
          <a:p xmlns:a="http://schemas.openxmlformats.org/drawingml/2006/main">
            <a:r>
              <a:t>    {</a:t>
            </a:r>
          </a:p>
          <a:p xmlns:a="http://schemas.openxmlformats.org/drawingml/2006/main">
            <a:r>
              <a:t>      "opponent": "lightrush",</a:t>
            </a:r>
          </a:p>
          <a:p xmlns:a="http://schemas.openxmlformats.org/drawingml/2006/main">
            <a:r>
              <a:t>      "map": "map_1",</a:t>
            </a:r>
          </a:p>
          <a:p xmlns:a="http://schemas.openxmlformats.org/drawingml/2006/main">
            <a:r>
              <a:t>      "side": "both",</a:t>
            </a:r>
          </a:p>
          <a:p xmlns:a="http://schemas.openxmlformats.org/drawingml/2006/main">
            <a:r>
              <a:t>      "reason": "Total inability to win (0/6) or draw (0/6) against aggressive rush strategies, suggesting severe vulnerability to timing or resource denial."</a:t>
            </a:r>
          </a:p>
          <a:p xmlns:a="http://schemas.openxmlformats.org/drawingml/2006/main">
            <a:r>
              <a:t>    },</a:t>
            </a:r>
          </a:p>
          <a:p xmlns:a="http://schemas.openxmlformats.org/drawingml/2006/main">
            <a:r>
              <a:t>    {</a:t>
            </a:r>
          </a:p>
          <a:p xmlns:a="http://schemas.openxmlformats.org/drawingml/2006/main">
            <a:r>
              <a:t>      "opponent": "heavyrush",</a:t>
            </a:r>
          </a:p>
          <a:p xmlns:a="http://schemas.openxmlformats.org/drawingml/2006/main">
            <a:r>
              <a:t>      "map": "map_1",</a:t>
            </a:r>
          </a:p>
          <a:p xmlns:a="http://schemas.openxmlformats.org/drawingml/2006/main">
            <a:r>
              <a:t>      "side": "both",</a:t>
            </a:r>
          </a:p>
          <a:p xmlns:a="http://schemas.openxmlformats.org/drawingml/2006/main">
            <a:r>
              <a:t>      "reason": "Consistent losses (6/6) against heavy rush opponents, indicating poor defense or counterplay against sustained pressure."</a:t>
            </a:r>
          </a:p>
          <a:p xmlns:a="http://schemas.openxmlformats.org/drawingml/2006/main">
            <a:r>
              <a:t>    },</a:t>
            </a:r>
          </a:p>
          <a:p xmlns:a="http://schemas.openxmlformats.org/drawingml/2006/main">
            <a:r>
              <a:t>    {</a:t>
            </a:r>
          </a:p>
          <a:p xmlns:a="http://schemas.openxmlformats.org/drawingml/2006/main">
            <a:r>
              <a:t>      "opponent": "workerrush",</a:t>
            </a:r>
          </a:p>
          <a:p xmlns:a="http://schemas.openxmlformats.org/drawingml/2006/main">
            <a:r>
              <a:t>      "map": "map_1",</a:t>
            </a:r>
          </a:p>
          <a:p xmlns:a="http://schemas.openxmlformats.org/drawingml/2006/main">
            <a:r>
              <a:t>      "side": "both",</a:t>
            </a:r>
          </a:p>
          <a:p xmlns:a="http://schemas.openxmlformats.org/drawingml/2006/main">
            <a:r>
              <a:t>      "reason": "No wins (0/6) or draws (0/6) against worker-heavy strategies, suggesting inefficiency in economic or territorial control."</a:t>
            </a:r>
          </a:p>
          <a:p xmlns:a="http://schemas.openxmlformats.org/drawingml/2006/main">
            <a:r>
              <a:t>    },</a:t>
            </a:r>
          </a:p>
          <a:p xmlns:a="http://schemas.openxmlformats.org/drawingml/2006/main">
            <a:r>
              <a:t>    {</a:t>
            </a:r>
          </a:p>
          <a:p xmlns:a="http://schemas.openxmlformats.org/drawingml/2006/main">
            <a:r>
              <a:t>      "opponent": "allinbot",</a:t>
            </a:r>
          </a:p>
          <a:p xmlns:a="http://schemas.openxmlformats.org/drawingml/2006/main">
            <a:r>
              <a:t>      "map": "map_1",</a:t>
            </a:r>
          </a:p>
          <a:p xmlns:a="http://schemas.openxmlformats.org/drawingml/2006/main">
            <a:r>
              <a:t>      "side": "both",</a:t>
            </a:r>
          </a:p>
          <a:p xmlns:a="http://schemas.openxmlformats.org/drawingml/2006/main">
            <a:r>
              <a:t>      "reason": "Total losses (6/6) against aggressive, committed bots, implying poor adaptability to high-risk/high-reward playstyles."</a:t>
            </a:r>
          </a:p>
          <a:p xmlns:a="http://schemas.openxmlformats.org/drawingml/2006/main">
            <a:r>
              <a:t>    },</a:t>
            </a:r>
          </a:p>
          <a:p xmlns:a="http://schemas.openxmlformats.org/drawingml/2006/main">
            <a:r>
              <a:t>    {</a:t>
            </a:r>
          </a:p>
          <a:p xmlns:a="http://schemas.openxmlformats.org/drawingml/2006/main">
            <a:r>
              <a:t>      "opponent": "mayari",</a:t>
            </a:r>
          </a:p>
          <a:p xmlns:a="http://schemas.openxmlformats.org/drawingml/2006/main">
            <a:r>
              <a:t>      "map": "map_1",</a:t>
            </a:r>
          </a:p>
          <a:p xmlns:a="http://schemas.openxmlformats.org/drawingml/2006/main">
            <a:r>
              <a:t>      "side": "both",</a:t>
            </a:r>
          </a:p>
          <a:p xmlns:a="http://schemas.openxmlformats.org/drawingml/2006/main">
            <a:r>
              <a:t>      "reason": "No wins (0/6) or draws (0/6) against Mayari (likely a balanced or adaptive AI), suggesting inability to counter diverse tactical approaches."</a:t>
            </a:r>
          </a:p>
          <a:p xmlns:a="http://schemas.openxmlformats.org/drawingml/2006/main">
            <a:r>
              <a:t>    },</a:t>
            </a:r>
          </a:p>
          <a:p xmlns:a="http://schemas.openxmlformats.org/drawingml/2006/main">
            <a:r>
              <a:t>    {</a:t>
            </a:r>
          </a:p>
          <a:p xmlns:a="http://schemas.openxmlformats.org/drawingml/2006/main">
            <a:r>
              <a:t>      "opponent": "coac",</a:t>
            </a:r>
          </a:p>
          <a:p xmlns:a="http://schemas.openxmlformats.org/drawingml/2006/main">
            <a:r>
              <a:t>      "map": "map_1",</a:t>
            </a:r>
          </a:p>
          <a:p xmlns:a="http://schemas.openxmlformats.org/drawingml/2006/main">
            <a:r>
              <a:t>      "side": "both",</a:t>
            </a:r>
          </a:p>
          <a:p xmlns:a="http://schemas.openxmlformats.org/drawingml/2006/main">
            <a:r>
              <a:t>      "reason": "Total losses (6/6) against cooperative or coordinated opponents, indicating poor teamwork or multi-agent synergy."</a:t>
            </a:r>
          </a:p>
          <a:p xmlns:a="http://schemas.openxmlformats.org/drawingml/2006/main">
            <a:r>
              <a:t>    },</a:t>
            </a:r>
          </a:p>
          <a:p xmlns:a="http://schemas.openxmlformats.org/drawingml/2006/main">
            <a:r>
              <a:t>    {</a:t>
            </a:r>
          </a:p>
          <a:p xmlns:a="http://schemas.openxmlformats.org/drawingml/2006/main">
            <a:r>
              <a:t>      "opponent": "tma",</a:t>
            </a:r>
          </a:p>
          <a:p xmlns:a="http://schemas.openxmlformats.org/drawingml/2006/main">
            <a:r>
              <a:t>      "map": "map_1",</a:t>
            </a:r>
          </a:p>
          <a:p xmlns:a="http://schemas.openxmlformats.org/drawingml/2006/main">
            <a:r>
              <a:t>      "side": "both",</a:t>
            </a:r>
          </a:p>
          <a:p xmlns:a="http://schemas.openxmlformats.org/drawingml/2006/main">
            <a:r>
              <a:t>      "reason": "No wins (0/6) or draws (0/6) against TMA (likely a test/meta AI), suggesting fundamental flaws in core decision-making or adaptability."</a:t>
            </a:r>
          </a:p>
          <a:p xmlns:a="http://schemas.openxmlformats.org/drawingml/2006/main">
            <a:r>
              <a:t>    },</a:t>
            </a:r>
          </a:p>
          <a:p xmlns:a="http://schemas.openxmlformats.org/drawingml/2006/main">
            <a:r>
              <a:t>    {</a:t>
            </a:r>
          </a:p>
          <a:p xmlns:a="http://schemas.openxmlformats.org/drawingml/2006/main">
            <a:r>
              <a:t>      "opponent": "randombias",</a:t>
            </a:r>
          </a:p>
          <a:p xmlns:a="http://schemas.openxmlformats.org/drawingml/2006/main">
            <a:r>
              <a:t>      "map": "map_2",</a:t>
            </a:r>
          </a:p>
          <a:p xmlns:a="http://schemas.openxmlformats.org/drawingml/2006/main">
            <a:r>
              <a:t>      "side": "p1",</a:t>
            </a:r>
          </a:p>
          <a:p xmlns:a="http://schemas.openxmlformats.org/drawingml/2006/main">
            <a:r>
              <a:t>      "reason": "No losses (0/3) but also no wins (0/3) as p1, with 3 draws—potential over-reliance on defensive play or inability to capitalize on positional advantages."</a:t>
            </a:r>
          </a:p>
          <a:p xmlns:a="http://schemas.openxmlformats.org/drawingml/2006/main">
            <a:r>
              <a:t>    }</a:t>
            </a:r>
          </a:p>
          <a:p xmlns:a="http://schemas.openxmlformats.org/drawingml/2006/main">
            <a:r>
              <a:t>  ],</a:t>
            </a:r>
          </a:p>
          <a:p xmlns:a="http://schemas.openxmlformats.org/drawingml/2006/main">
            <a:r>
              <a:t>  "strategy_focus": [</a:t>
            </a:r>
          </a:p>
          <a:p xmlns:a="http://schemas.openxmlformats.org/drawingml/2006/main">
            <a:r>
              <a:t>    "Improve resilience against aggressive rush strategies (lightrush, heavyrush, workerrush) by refining defensive structures or counter-rush tactics.",</a:t>
            </a:r>
          </a:p>
          <a:p xmlns:a="http://schemas.openxmlformats.org/drawingml/2006/main">
            <a:r>
              <a:t>    "Develop adaptive playstyles to counter balanced/cooperative opponents (mayari, coac, tma) by introducing variability in decision-making.",</a:t>
            </a:r>
          </a:p>
          <a:p xmlns:a="http://schemas.openxmlformats.org/drawingml/2006/main">
            <a:r>
              <a:t>    "Address economic or territorial inefficiencies exposed by worker-heavy or all-in bots (workerrush, allinbot).",</a:t>
            </a:r>
          </a:p>
          <a:p xmlns:a="http://schemas.openxmlformats.org/drawingml/2006/main">
            <a:r>
              <a:t>    "Mitigate vulnerabilities to positional imbalances (randombias) by enhancing positional awareness or exploitation of bias.",</a:t>
            </a:r>
          </a:p>
          <a:p xmlns:a="http://schemas.openxmlformats.org/drawingml/2006/main">
            <a:r>
              <a:t>    "Test and refine responses to high-risk/high-reward scenarios to avoid total losses against committed opponents."</a:t>
            </a:r>
          </a:p>
          <a:p xmlns:a="http://schemas.openxmlformats.org/drawingml/2006/main">
            <a:r>
              <a:t>  ],</a:t>
            </a:r>
          </a:p>
          <a:p xmlns:a="http://schemas.openxmlformats.org/drawingml/2006/main">
            <a:r>
              <a:t>  "code_generation_focus": [</a:t>
            </a:r>
          </a:p>
          <a:p xmlns:a="http://schemas.openxmlformats.org/drawingml/2006/main">
            <a:r>
              <a:t>    "Optimize defensive algorithms for rush strategies (e.g., early-game resource denial, unit counterplay).",</a:t>
            </a:r>
          </a:p>
          <a:p xmlns:a="http://schemas.openxmlformats.org/drawingml/2006/main">
            <a:r>
              <a:t>    "Implement dynamic decision trees or reinforcement learning to adapt to diverse opponent types (mayari, coac, tma).",</a:t>
            </a:r>
          </a:p>
          <a:p xmlns:a="http://schemas.openxmlformats.org/drawingml/2006/main">
            <a:r>
              <a:t>    "Enhance economic simulation or territorial control logic to counter workerrush/allinbot inefficiencies.",</a:t>
            </a:r>
          </a:p>
          <a:p xmlns:a="http://schemas.openxmlformats.org/drawingml/2006/main">
            <a:r>
              <a:t>    "Introduce positional bias exploitation modules for randombias scenarios (e.g., asymmetric unit placements).",</a:t>
            </a:r>
          </a:p>
          <a:p xmlns:a="http://schemas.openxmlformats.org/drawingml/2006/main">
            <a:r>
              <a:t>    "Add risk-assessment layers for aggressive playstyles to avoid over-commitment (lightrush, heavyrush)."</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STRATEGY REWRITER RESPONSE</a:t>
            </a:r>
          </a:p>
          <a:p xmlns:a="http://schemas.openxmlformats.org/drawingml/2006/main">
            <a:r>
              <a:t>Use a **hybrid adaptive strategy** that balances economic expansion, defensive resilience, and counter-rush tactics. Prioritize **defensive structures** (e.g., early Barracks placement near chokepoints) and **unit diversification** (e.g., early Marines for light rush, Siege Tanks for heavy rush) while maintaining a **worker-based economic backbone**.</a:t>
            </a:r>
          </a:p>
          <a:p xmlns:a="http://schemas.openxmlformats.org/drawingml/2006/main">
            <a:r>
              <a:t/>
            </a:r>
          </a:p>
          <a:p xmlns:a="http://schemas.openxmlformats.org/drawingml/2006/main">
            <a:r>
              <a:t>**Key Adjustments:**</a:t>
            </a:r>
          </a:p>
          <a:p xmlns:a="http://schemas.openxmlformats.org/drawingml/2006/main">
            <a:r>
              <a:t>1. **Defensive First:** Build **Barracks near natural chokepoints** within 300 units of the base. Deploy **Marines (early game)** or **Siege Tanks (mid-game)** to counter rush waves. Sacrifice Workers to defend critical structures if under attack.</a:t>
            </a:r>
          </a:p>
          <a:p xmlns:a="http://schemas.openxmlformats.org/drawingml/2006/main">
            <a:r>
              <a:t>2. **Adaptive Rush Counterplay:**</a:t>
            </a:r>
          </a:p>
          <a:p xmlns:a="http://schemas.openxmlformats.org/drawingml/2006/main">
            <a:r>
              <a:t>   - Against **light/heavy rushes**, prioritize **Marine production** (early) or **Siege Tanks** (mid) to disrupt enemy pressure.</a:t>
            </a:r>
          </a:p>
          <a:p xmlns:a="http://schemas.openxmlformats.org/drawingml/2006/main">
            <a:r>
              <a:t>   - Against **worker rushes**, **deny resources aggressively** (kill Workers before they reach mines) while expanding cautiously.</a:t>
            </a:r>
          </a:p>
          <a:p xmlns:a="http://schemas.openxmlformats.org/drawingml/2006/main">
            <a:r>
              <a:t>3. **Economic Flexibility:** Maintain **at least 3 Workers per Base** for resource collection, but **halt expansion** if enemy pressure is sustained. Shift production to **defensive units** if losing territory.</a:t>
            </a:r>
          </a:p>
          <a:p xmlns:a="http://schemas.openxmlformats.org/drawingml/2006/main">
            <a:r>
              <a:t>4. **Positional Awareness:** Exploit **map biases** (e.g., asymmetric resource placement) by securing high-value zones early. Avoid over-committing to static fronts.</a:t>
            </a:r>
          </a:p>
          <a:p xmlns:a="http://schemas.openxmlformats.org/drawingml/2006/main">
            <a:r>
              <a:t>5. **Dynamic Adaptation:** If facing **balanced/cooperative opponents**, introduce **unit mix variability** (e.g., switch from Marines to Raiders) to disrupt patterns. Use **reinforcement learning** (if applicable) to adjust tactics mid-game.</a:t>
            </a:r>
          </a:p>
          <a:p xmlns:a="http://schemas.openxmlformats.org/drawingml/2006/main">
            <a:r>
              <a:t>6. **Risk Mitigation:** Avoid **all-in plays**—hold back **20% of Workers** as a reserve for recovery. Prioritize **scouting** to detect enemy rushes before committing.</a:t>
            </a:r>
          </a:p>
          <a:p xmlns:a="http://schemas.openxmlformats.org/drawingml/2006/main">
            <a:r>
              <a:t/>
            </a:r>
          </a:p>
          <a:p xmlns:a="http://schemas.openxmlformats.org/drawingml/2006/main">
            <a:r>
              <a:t>**Do Not:**</a:t>
            </a:r>
          </a:p>
          <a:p xmlns:a="http://schemas.openxmlformats.org/drawingml/2006/main">
            <a:r>
              <a:t>- Rely solely on Worker rushes.</a:t>
            </a:r>
          </a:p>
          <a:p xmlns:a="http://schemas.openxmlformats.org/drawingml/2006/main">
            <a:r>
              <a:t>- Ignore defensive structures or unit diversification.</a:t>
            </a:r>
          </a:p>
          <a:p xmlns:a="http://schemas.openxmlformats.org/drawingml/2006/main">
            <a:r>
              <a:t>- Over-extend economically without counterplay.</a:t>
            </a:r>
          </a:p>
          <a:p xmlns:a="http://schemas.openxmlformats.org/drawingml/2006/main">
            <a:r>
              <a:t/>
            </a:r>
          </a:p>
          <a:p xmlns:a="http://schemas.openxmlformats.org/drawingml/2006/main">
            <a:r>
              <a:t>==============================</a:t>
            </a:r>
          </a:p>
          <a:p xmlns:a="http://schemas.openxmlformats.org/drawingml/2006/main">
            <a:r>
              <a:t/>
            </a:r>
          </a:p>
          <a:p xmlns:a="http://schemas.openxmlformats.org/drawingml/2006/main">
            <a:r>
              <a:t>FULL CODE-PROMPT REWRITER RESPONSE</a:t>
            </a:r>
          </a:p>
          <a:p xmlns:a="http://schemas.openxmlformats.org/drawingml/2006/main">
            <a:r>
              <a:t>```json</a:t>
            </a:r>
          </a:p>
          <a:p xmlns:a="http://schemas.openxmlformats.org/drawingml/2006/main">
            <a:r>
              <a:t>{</a:t>
            </a:r>
          </a:p>
          <a:p xmlns:a="http://schemas.openxmlformats.org/drawingml/2006/main">
            <a:r>
              <a:t>  "remove_rule_ids": [],</a:t>
            </a:r>
          </a:p>
          <a:p xmlns:a="http://schemas.openxmlformats.org/drawingml/2006/main">
            <a:r>
              <a:t>  "add_rules": [</a:t>
            </a:r>
          </a:p>
          <a:p xmlns:a="http://schemas.openxmlformats.org/drawingml/2006/main">
            <a:r>
              <a:t>    {</a:t>
            </a:r>
          </a:p>
          <a:p xmlns:a="http://schemas.openxmlformats.org/drawingml/2006/main">
            <a:r>
              <a:t>      "category": "targeting_fallback",</a:t>
            </a:r>
          </a:p>
          <a:p xmlns:a="http://schemas.openxmlformats.org/drawingml/2006/main">
            <a:r>
              <a:t>      "instruction": "Enforce explicit fallback logic for conditional targeting by prioritizing reachable branches with deterministic unit selection criteria"</a:t>
            </a:r>
          </a:p>
          <a:p xmlns:a="http://schemas.openxmlformats.org/drawingml/2006/main">
            <a:r>
              <a:t>    }</a:t>
            </a:r>
          </a:p>
          <a:p xmlns:a="http://schemas.openxmlformats.org/drawingml/2006/main">
            <a:r>
              <a:t>  ]</a:t>
            </a:r>
          </a:p>
          <a:p xmlns:a="http://schemas.openxmlformats.org/drawingml/2006/main">
            <a:r>
              <a:t>}</a:t>
            </a:r>
          </a:p>
          <a:p xmlns:a="http://schemas.openxmlformats.org/drawingml/2006/main">
            <a:r>
              <a:t>```</a:t>
            </a:r>
          </a:p>
          <a:p xmlns:a="http://schemas.openxmlformats.org/drawingml/2006/main">
            <a:r>
              <a:t/>
            </a:r>
          </a:p>
          <a:p xmlns:a="http://schemas.openxmlformats.org/drawingml/2006/main">
            <a:r>
              <a:t>==============================</a:t>
            </a:r>
          </a:p>
          <a:p xmlns:a="http://schemas.openxmlformats.org/drawingml/2006/main">
            <a:r>
              <a:t/>
            </a:r>
          </a:p>
          <a:p xmlns:a="http://schemas.openxmlformats.org/drawingml/2006/main">
            <a:r>
              <a:t>FULL FINAL POLICY</a:t>
            </a:r>
          </a:p>
          <a:p xmlns:a="http://schemas.openxmlformats.org/drawingml/2006/main">
            <a:r>
              <a:t>Use a **hybrid adaptive strategy** that balances economic expansion, defensive resilience, and counter-rush tactics. Prioritize **defensive structures** (e.g., early Barracks placement near chokepoints) and **unit diversification** (e.g., early Marines for light rush, Siege Tanks for heavy rush) while maintaining a **worker-based economic backbone**.</a:t>
            </a:r>
          </a:p>
          <a:p xmlns:a="http://schemas.openxmlformats.org/drawingml/2006/main">
            <a:r>
              <a:t/>
            </a:r>
          </a:p>
          <a:p xmlns:a="http://schemas.openxmlformats.org/drawingml/2006/main">
            <a:r>
              <a:t>**Key Adjustments:**</a:t>
            </a:r>
          </a:p>
          <a:p xmlns:a="http://schemas.openxmlformats.org/drawingml/2006/main">
            <a:r>
              <a:t>1. **Defensive First:** Build **Barracks near natural chokepoints** within 300 units of the base. Deploy **Marines (early game)** or **Siege Tanks (mid-game)** to counter rush waves. Sacrifice Workers to defend critical structures if under attack.</a:t>
            </a:r>
          </a:p>
          <a:p xmlns:a="http://schemas.openxmlformats.org/drawingml/2006/main">
            <a:r>
              <a:t>2. **Adaptive Rush Counterplay:**</a:t>
            </a:r>
          </a:p>
          <a:p xmlns:a="http://schemas.openxmlformats.org/drawingml/2006/main">
            <a:r>
              <a:t>   - Against **light/heavy rushes**, prioritize **Marine production** (early) or **Siege Tanks** (mid) to disrupt enemy pressure.</a:t>
            </a:r>
          </a:p>
          <a:p xmlns:a="http://schemas.openxmlformats.org/drawingml/2006/main">
            <a:r>
              <a:t>   - Against **worker rushes**, **deny resources aggressively** (kill Workers before they reach mines) while expanding cautiously.</a:t>
            </a:r>
          </a:p>
          <a:p xmlns:a="http://schemas.openxmlformats.org/drawingml/2006/main">
            <a:r>
              <a:t>3. **Economic Flexibility:** Maintain **at least 3 Workers per Base** for resource collection, but **halt expansion** if enemy pressure is sustained. Shift production to **defensive units** if losing territory.</a:t>
            </a:r>
          </a:p>
          <a:p xmlns:a="http://schemas.openxmlformats.org/drawingml/2006/main">
            <a:r>
              <a:t>4. **Positional Awareness:** Exploit **map biases** (e.g., asymmetric resource placement) by securing high-value zones early. Avoid over-committing to static fronts.</a:t>
            </a:r>
          </a:p>
          <a:p xmlns:a="http://schemas.openxmlformats.org/drawingml/2006/main">
            <a:r>
              <a:t>5. **Dynamic Adaptation:** If facing **balanced/cooperative opponents**, introduce **unit mix variability** (e.g., switch from Marines to Raiders) to disrupt patterns. Use **reinforcement learning** (if applicable) to adjust tactics mid-game.</a:t>
            </a:r>
          </a:p>
          <a:p xmlns:a="http://schemas.openxmlformats.org/drawingml/2006/main">
            <a:r>
              <a:t>6. **Risk Mitigation:** Avoid **all-in plays**—hold back **20% of Workers** as a reserve for recovery. Prioritize **scouting** to detect enemy rushes before committing.</a:t>
            </a:r>
          </a:p>
          <a:p xmlns:a="http://schemas.openxmlformats.org/drawingml/2006/main">
            <a:r>
              <a:t/>
            </a:r>
          </a:p>
          <a:p xmlns:a="http://schemas.openxmlformats.org/drawingml/2006/main">
            <a:r>
              <a:t>**Do Not:**</a:t>
            </a:r>
          </a:p>
          <a:p xmlns:a="http://schemas.openxmlformats.org/drawingml/2006/main">
            <a:r>
              <a:t>- Rely solely on Worker rushes.</a:t>
            </a:r>
          </a:p>
          <a:p xmlns:a="http://schemas.openxmlformats.org/drawingml/2006/main">
            <a:r>
              <a:t>- Ignore defensive structures or unit diversification.</a:t>
            </a:r>
          </a:p>
          <a:p xmlns:a="http://schemas.openxmlformats.org/drawingml/2006/main">
            <a:r>
              <a:t>- Over-extend economically without counterplay.</a:t>
            </a:r>
          </a:p>
          <a:p xmlns:a="http://schemas.openxmlformats.org/drawingml/2006/main">
            <a:r>
              <a:t/>
            </a:r>
          </a:p>
          <a:p xmlns:a="http://schemas.openxmlformats.org/drawingml/2006/main">
            <a:r>
              <a:t>==============================</a:t>
            </a:r>
          </a:p>
          <a:p xmlns:a="http://schemas.openxmlformats.org/drawingml/2006/main">
            <a:r>
              <a:t/>
            </a:r>
          </a:p>
          <a:p xmlns:a="http://schemas.openxmlformats.org/drawingml/2006/main">
            <a:r>
              <a:t>FULL FINAL CODE-GENERATION PROMPT</a:t>
            </a:r>
          </a:p>
          <a:p xmlns:a="http://schemas.openxmlformats.org/drawingml/2006/main">
            <a:r>
              <a:t>Translate the supplied policy into deterministic Java inside the editable strategy region. The separately supplied immutable scaffold, API guide, and final output contract always take priority.</a:t>
            </a:r>
          </a:p>
          <a:p xmlns:a="http://schemas.openxmlformats.org/drawingml/2006/main">
            <a:r>
              <a:t/>
            </a:r>
          </a:p>
          <a:p xmlns:a="http://schemas.openxmlformats.org/drawingml/2006/main">
            <a:r>
              <a:t>EAGLE_REUSABLE_RULES_START</a:t>
            </a:r>
          </a:p>
          <a:p xmlns:a="http://schemas.openxmlformats.org/drawingml/2006/main">
            <a:r>
              <a:t>[core-requirement-coverage] requirement_coverage | Translate every explicit policy requirement into reachable strategy behavior.</a:t>
            </a:r>
          </a:p>
          <a:p xmlns:a="http://schemas.openxmlformats.org/drawingml/2006/main">
            <a:r>
              <a:t>[core-priority-ordering] priority_ordering | Preserve stated priority and fallback ordering when multiple conditions can apply.</a:t>
            </a:r>
          </a:p>
          <a:p xmlns:a="http://schemas.openxmlformats.org/drawingml/2006/main">
            <a:r>
              <a:t>[core-role-assignment] role_assignment | Keep policy-defined roles mutually exclusive within one decision cycle unless the policy explicitly allows overlap.</a:t>
            </a:r>
          </a:p>
          <a:p xmlns:a="http://schemas.openxmlformats.org/drawingml/2006/main">
            <a:r>
              <a:t>[core-state-continuity] state_continuity | Implement continuous behavior as a state-based check performed on every decision cycle.</a:t>
            </a:r>
          </a:p>
          <a:p xmlns:a="http://schemas.openxmlformats.org/drawingml/2006/main">
            <a:r>
              <a:t>[core-targeting-fallback] targeting_fallback | Map every conditional targeting fallback to an explicit reachable branch.</a:t>
            </a:r>
          </a:p>
          <a:p xmlns:a="http://schemas.openxmlformats.org/drawingml/2006/main">
            <a:r>
              <a:t>[core-policy-grounding] policy_grounding | Use only concepts stated by the policy or exposed by the immutable API contract.</a:t>
            </a:r>
          </a:p>
          <a:p xmlns:a="http://schemas.openxmlformats.org/drawingml/2006/main">
            <a:r>
              <a:t>[rule-853cd64950e8] targeting_fallback | Enforce explicit fallback logic for conditional targeting by prioritizing reachable branches with deterministic unit selection criteria</a:t>
            </a:r>
          </a:p>
          <a:p xmlns:a="http://schemas.openxmlformats.org/drawingml/2006/main">
            <a:r>
              <a:t>EAGLE_REUSABLE_RULES_END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2369635a2324b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bf709f300bb4046" /><Relationship Type="http://schemas.openxmlformats.org/officeDocument/2006/relationships/slideLayout" Target="/ppt/slideLayouts/slideLayout1.xml" Id="R4b667eb4d6734a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b667eb4d6734a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7e8de602aee4f20" /><Relationship Type="http://schemas.openxmlformats.org/officeDocument/2006/relationships/notesSlide" Target="/ppt/notesSlides/notesSlide1.xml" Id="R9c5b0f69f43348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e941218f1f34936" /><Relationship Type="http://schemas.openxmlformats.org/officeDocument/2006/relationships/notesSlide" Target="/ppt/notesSlides/notesSlide2.xml" Id="R202fb395086049d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a6a0fa66d1449d8" /><Relationship Type="http://schemas.openxmlformats.org/officeDocument/2006/relationships/notesSlide" Target="/ppt/notesSlides/notesSlide3.xml" Id="Rcc31c2c285e44af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642c7dc04934ed5" /><Relationship Type="http://schemas.openxmlformats.org/officeDocument/2006/relationships/notesSlide" Target="/ppt/notesSlides/notesSlide4.xml" Id="Ra45e1efebf984d78"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7516e5df47e4604" /><Relationship Type="http://schemas.openxmlformats.org/officeDocument/2006/relationships/notesSlide" Target="/ppt/notesSlides/notesSlide5.xml" Id="Rb88b91aba9c242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8b05833a38a4929" /><Relationship Type="http://schemas.openxmlformats.org/officeDocument/2006/relationships/notesSlide" Target="/ppt/notesSlides/notesSlide6.xml" Id="R63a91f3da91d4a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480ce510a224627" /><Relationship Type="http://schemas.openxmlformats.org/officeDocument/2006/relationships/notesSlide" Target="/ppt/notesSlides/notesSlide7.xml" Id="R873eb098023349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db366f673dc4439" /><Relationship Type="http://schemas.openxmlformats.org/officeDocument/2006/relationships/notesSlide" Target="/ppt/notesSlides/notesSlide8.xml" Id="Rb2e5fc6037aa4acc"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bb604140b62242a2" /><Relationship Type="http://schemas.openxmlformats.org/officeDocument/2006/relationships/notesSlide" Target="/ppt/notesSlides/notesSlide9.xml" Id="R208f2d1b6a3049d5" /></Relationships>
</file>

<file path=ppt/slides/slide1.xml><?xml version="1.0" encoding="utf-8"?>
<p:sld xmlns:p="http://schemas.openxmlformats.org/presentationml/2006/main">
  <p:cSld>
    <p:bg>
      <p:bgPr>
        <a:solidFill xmlns:a="http://schemas.openxmlformats.org/drawingml/2006/main">
          <a:srgbClr val="FFF9F3"/>
        </a:solidFill>
      </p:bgPr>
    </p:bg>
    <p:spTree>
      <p:nvGrpSpPr>
        <p:cNvPr id="1" name=""/>
        <p:cNvGrpSpPr/>
        <p:nvPr/>
      </p:nvGrpSpPr>
      <p:grpSpPr>
        <a:xfrm xmlns:a="http://schemas.openxmlformats.org/drawingml/2006/main"/>
      </p:grpSpPr>
      <p:sp>
        <p:nvSpPr>
          <p:cNvPr id="38" name="top-rule-1">
            <a:extLst xmlns:a="http://schemas.openxmlformats.org/drawingml/2006/main">
              <a:ext uri="{FF2B5EF4-FFF2-40B4-BE49-F238E27FC236}">
                <a16:creationId xmlns:a16="http://schemas.microsoft.com/office/drawing/2014/main" id="{AF79DF76-B7EF-4E6E-B106-8ACE324F32EA}"/>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ule-right-1">
            <a:extLst xmlns:a="http://schemas.openxmlformats.org/drawingml/2006/main">
              <a:ext uri="{FF2B5EF4-FFF2-40B4-BE49-F238E27FC236}">
                <a16:creationId xmlns:a16="http://schemas.microsoft.com/office/drawing/2014/main" id="{175E2305-73CE-4852-99F7-BFC071C08DA1}"/>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top-diamond-a-1">
            <a:extLst xmlns:a="http://schemas.openxmlformats.org/drawingml/2006/main">
              <a:ext uri="{FF2B5EF4-FFF2-40B4-BE49-F238E27FC236}">
                <a16:creationId xmlns:a16="http://schemas.microsoft.com/office/drawing/2014/main" id="{4F30101F-2F43-47A1-B160-FD7E9AC2BA30}"/>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top-diamond-b-1">
            <a:extLst xmlns:a="http://schemas.openxmlformats.org/drawingml/2006/main">
              <a:ext uri="{FF2B5EF4-FFF2-40B4-BE49-F238E27FC236}">
                <a16:creationId xmlns:a16="http://schemas.microsoft.com/office/drawing/2014/main" id="{51A629D8-FB13-43C5-8542-D4BE8E25481F}"/>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top-diamond-c-1">
            <a:extLst xmlns:a="http://schemas.openxmlformats.org/drawingml/2006/main">
              <a:ext uri="{FF2B5EF4-FFF2-40B4-BE49-F238E27FC236}">
                <a16:creationId xmlns:a16="http://schemas.microsoft.com/office/drawing/2014/main" id="{A8D1BEA1-BC12-48FC-8BF8-BA92117797A0}"/>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circle-1">
            <a:extLst xmlns:a="http://schemas.openxmlformats.org/drawingml/2006/main">
              <a:ext uri="{FF2B5EF4-FFF2-40B4-BE49-F238E27FC236}">
                <a16:creationId xmlns:a16="http://schemas.microsoft.com/office/drawing/2014/main" id="{4286893A-3527-4A6B-A0B0-87B2C9C0CADB}"/>
              </a:ext>
            </a:extLst>
          </p:cNvPr>
          <p:cNvSpPr>
            <a:spLocks xmlns:a="http://schemas.openxmlformats.org/drawingml/2006/main" noGrp="1"/>
          </p:cNvSpPr>
          <p:nvPr/>
        </p:nvSpPr>
        <p:spPr>
          <a:xfrm xmlns:a="http://schemas.openxmlformats.org/drawingml/2006/main">
            <a:off x="742950" y="552450"/>
            <a:ext cx="685800" cy="6858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FFFDF9"/>
                </a:solidFill>
                <a:latin typeface="Noto Serif CJK TC"/>
                <a:ea typeface="Noto Serif CJK TC"/>
                <a:cs typeface="Noto Serif CJK TC"/>
              </a:defRPr>
            </a:pPr>
            <a:r>
              <a:rPr sz="2100" b="1">
                <a:solidFill>
                  <a:srgbClr val="FFFDF9"/>
                </a:solidFill>
                <a:latin typeface="Noto Serif CJK TC"/>
                <a:ea typeface="Noto Serif CJK TC"/>
                <a:cs typeface="Noto Serif CJK TC"/>
              </a:rPr>
              <a:t>S1</a:t>
            </a:r>
          </a:p>
        </p:txBody>
      </p:sp>
      <p:sp>
        <p:nvSpPr>
          <p:cNvPr id="7" name="status-1">
            <a:extLst xmlns:a="http://schemas.openxmlformats.org/drawingml/2006/main">
              <a:ext uri="{FF2B5EF4-FFF2-40B4-BE49-F238E27FC236}">
                <a16:creationId xmlns:a16="http://schemas.microsoft.com/office/drawing/2014/main" id="{C2F28A3D-0FD7-433F-AEBD-13266288F7D0}"/>
              </a:ext>
            </a:extLst>
          </p:cNvPr>
          <p:cNvSpPr>
            <a:spLocks xmlns:a="http://schemas.openxmlformats.org/drawingml/2006/main" noGrp="1"/>
          </p:cNvSpPr>
          <p:nvPr/>
        </p:nvSpPr>
        <p:spPr>
          <a:xfrm xmlns:a="http://schemas.openxmlformats.org/drawingml/2006/main">
            <a:off x="13811250" y="628650"/>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650" b="1" i="0">
                <a:solidFill>
                  <a:srgbClr val="47795C"/>
                </a:solidFill>
                <a:latin typeface="Noto Sans CJK TC"/>
                <a:ea typeface="Noto Sans CJK TC"/>
                <a:cs typeface="Noto Sans CJK TC"/>
              </a:defRPr>
            </a:pPr>
            <a:r>
              <a:rPr sz="1650" b="1" i="0">
                <a:solidFill>
                  <a:srgbClr val="47795C"/>
                </a:solidFill>
                <a:latin typeface="Noto Sans CJK TC"/>
                <a:ea typeface="Noto Sans CJK TC"/>
                <a:cs typeface="Noto Sans CJK TC"/>
              </a:rPr>
              <a:t>APPLIED · 11/11 responses</a:t>
            </a:r>
          </a:p>
        </p:txBody>
      </p:sp>
      <p:sp>
        <p:nvSpPr>
          <p:cNvPr id="8" name="col-rule-a-1">
            <a:extLst xmlns:a="http://schemas.openxmlformats.org/drawingml/2006/main">
              <a:ext uri="{FF2B5EF4-FFF2-40B4-BE49-F238E27FC236}">
                <a16:creationId xmlns:a16="http://schemas.microsoft.com/office/drawing/2014/main" id="{A53A1459-9247-4ABF-90A3-898A17507CB1}"/>
              </a:ext>
            </a:extLst>
          </p:cNvPr>
          <p:cNvSpPr>
            <a:spLocks xmlns:a="http://schemas.openxmlformats.org/drawingml/2006/main" noGrp="1"/>
          </p:cNvSpPr>
          <p:nvPr/>
        </p:nvSpPr>
        <p:spPr>
          <a:xfrm xmlns:a="http://schemas.openxmlformats.org/drawingml/2006/main">
            <a:off x="5638800" y="1943100"/>
            <a:ext cx="0" cy="619125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9" name="col-rule-b-1">
            <a:extLst xmlns:a="http://schemas.openxmlformats.org/drawingml/2006/main">
              <a:ext uri="{FF2B5EF4-FFF2-40B4-BE49-F238E27FC236}">
                <a16:creationId xmlns:a16="http://schemas.microsoft.com/office/drawing/2014/main" id="{002C1400-BD83-4210-BD3E-3B5813FA191C}"/>
              </a:ext>
            </a:extLst>
          </p:cNvPr>
          <p:cNvSpPr>
            <a:spLocks xmlns:a="http://schemas.openxmlformats.org/drawingml/2006/main" noGrp="1"/>
          </p:cNvSpPr>
          <p:nvPr/>
        </p:nvSpPr>
        <p:spPr>
          <a:xfrm xmlns:a="http://schemas.openxmlformats.org/drawingml/2006/main">
            <a:off x="11353800" y="1943100"/>
            <a:ext cx="0" cy="619125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10" name="flow-a-1">
            <a:extLst xmlns:a="http://schemas.openxmlformats.org/drawingml/2006/main">
              <a:ext uri="{FF2B5EF4-FFF2-40B4-BE49-F238E27FC236}">
                <a16:creationId xmlns:a16="http://schemas.microsoft.com/office/drawing/2014/main" id="{65F551BA-926E-47E4-8940-D5B5C3602D74}"/>
              </a:ext>
            </a:extLst>
          </p:cNvPr>
          <p:cNvSpPr>
            <a:spLocks xmlns:a="http://schemas.openxmlformats.org/drawingml/2006/main" noGrp="1"/>
          </p:cNvSpPr>
          <p:nvPr/>
        </p:nvSpPr>
        <p:spPr>
          <a:xfrm xmlns:a="http://schemas.openxmlformats.org/drawingml/2006/main">
            <a:off x="5467350" y="1638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2175" b="1" i="0">
                <a:solidFill>
                  <a:srgbClr val="BF872B"/>
                </a:solidFill>
                <a:latin typeface="Noto Sans CJK TC"/>
                <a:ea typeface="Noto Sans CJK TC"/>
                <a:cs typeface="Noto Sans CJK TC"/>
              </a:defRPr>
            </a:pPr>
            <a:r>
              <a:rPr sz="2175" b="1" i="0">
                <a:solidFill>
                  <a:srgbClr val="BF872B"/>
                </a:solidFill>
                <a:latin typeface="Noto Sans CJK TC"/>
                <a:ea typeface="Noto Sans CJK TC"/>
                <a:cs typeface="Noto Sans CJK TC"/>
              </a:rPr>
              <a:t>→</a:t>
            </a:r>
          </a:p>
        </p:txBody>
      </p:sp>
      <p:sp>
        <p:nvSpPr>
          <p:cNvPr id="11" name="flow-b-1">
            <a:extLst xmlns:a="http://schemas.openxmlformats.org/drawingml/2006/main">
              <a:ext uri="{FF2B5EF4-FFF2-40B4-BE49-F238E27FC236}">
                <a16:creationId xmlns:a16="http://schemas.microsoft.com/office/drawing/2014/main" id="{CBD98CC3-12A7-4A4A-9BC5-5537F1B28085}"/>
              </a:ext>
            </a:extLst>
          </p:cNvPr>
          <p:cNvSpPr>
            <a:spLocks xmlns:a="http://schemas.openxmlformats.org/drawingml/2006/main" noGrp="1"/>
          </p:cNvSpPr>
          <p:nvPr/>
        </p:nvSpPr>
        <p:spPr>
          <a:xfrm xmlns:a="http://schemas.openxmlformats.org/drawingml/2006/main">
            <a:off x="11182350" y="1638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2175" b="1" i="0">
                <a:solidFill>
                  <a:srgbClr val="BF872B"/>
                </a:solidFill>
                <a:latin typeface="Noto Sans CJK TC"/>
                <a:ea typeface="Noto Sans CJK TC"/>
                <a:cs typeface="Noto Sans CJK TC"/>
              </a:defRPr>
            </a:pPr>
            <a:r>
              <a:rPr sz="2175" b="1" i="0">
                <a:solidFill>
                  <a:srgbClr val="BF872B"/>
                </a:solidFill>
                <a:latin typeface="Noto Sans CJK TC"/>
                <a:ea typeface="Noto Sans CJK TC"/>
                <a:cs typeface="Noto Sans CJK TC"/>
              </a:rPr>
              <a:t>→</a:t>
            </a:r>
          </a:p>
        </p:txBody>
      </p:sp>
      <p:sp>
        <p:nvSpPr>
          <p:cNvPr id="12" name="bottom-rule-1">
            <a:extLst xmlns:a="http://schemas.openxmlformats.org/drawingml/2006/main">
              <a:ext uri="{FF2B5EF4-FFF2-40B4-BE49-F238E27FC236}">
                <a16:creationId xmlns:a16="http://schemas.microsoft.com/office/drawing/2014/main" id="{38A117F9-A7C0-441E-B106-A1CC6B3D1448}"/>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13" name="page-1">
            <a:extLst xmlns:a="http://schemas.openxmlformats.org/drawingml/2006/main">
              <a:ext uri="{FF2B5EF4-FFF2-40B4-BE49-F238E27FC236}">
                <a16:creationId xmlns:a16="http://schemas.microsoft.com/office/drawing/2014/main" id="{8BDE2BE0-2D6A-4FD9-B642-39ED83438AE0}"/>
              </a:ext>
            </a:extLst>
          </p:cNvPr>
          <p:cNvSpPr>
            <a:spLocks xmlns:a="http://schemas.openxmlformats.org/drawingml/2006/main" noGrp="1"/>
          </p:cNvSpPr>
          <p:nvPr/>
        </p:nvSpPr>
        <p:spPr>
          <a:xfrm xmlns:a="http://schemas.openxmlformats.org/drawingml/2006/main">
            <a:off x="16383000" y="985837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01 / 09</a:t>
            </a:r>
          </a:p>
        </p:txBody>
      </p:sp>
      <p:sp>
        <p:nvSpPr>
          <p:cNvPr id="14" name="title-1">
            <a:extLst xmlns:a="http://schemas.openxmlformats.org/drawingml/2006/main">
              <a:ext uri="{FF2B5EF4-FFF2-40B4-BE49-F238E27FC236}">
                <a16:creationId xmlns:a16="http://schemas.microsoft.com/office/drawing/2014/main" id="{DE69666C-8FEF-49E2-AD25-E4CBB543C21F}"/>
              </a:ext>
            </a:extLst>
          </p:cNvPr>
          <p:cNvSpPr>
            <a:spLocks xmlns:a="http://schemas.openxmlformats.org/drawingml/2006/main" noGrp="1"/>
          </p:cNvSpPr>
          <p:nvPr/>
        </p:nvSpPr>
        <p:spPr>
          <a:xfrm xmlns:a="http://schemas.openxmlformats.org/drawingml/2006/main">
            <a:off x="1676400" y="476250"/>
            <a:ext cx="1162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4200" b="1" i="0">
                <a:solidFill>
                  <a:srgbClr val="431218"/>
                </a:solidFill>
                <a:latin typeface="Noto Serif CJK TC"/>
                <a:ea typeface="Noto Serif CJK TC"/>
                <a:cs typeface="Noto Serif CJK TC"/>
              </a:defRPr>
            </a:pPr>
            <a:r>
              <a:rPr sz="4200" b="1" i="0">
                <a:solidFill>
                  <a:srgbClr val="431218"/>
                </a:solidFill>
                <a:latin typeface="Noto Serif CJK TC"/>
                <a:ea typeface="Noto Serif CJK TC"/>
                <a:cs typeface="Noto Serif CJK TC"/>
              </a:rPr>
              <a:t>Strategy 1｜Barracks＋Heavy 改寫</a:t>
            </a:r>
          </a:p>
        </p:txBody>
      </p:sp>
      <p:sp>
        <p:nvSpPr>
          <p:cNvPr id="15" name="subtitle-1">
            <a:extLst xmlns:a="http://schemas.openxmlformats.org/drawingml/2006/main">
              <a:ext uri="{FF2B5EF4-FFF2-40B4-BE49-F238E27FC236}">
                <a16:creationId xmlns:a16="http://schemas.microsoft.com/office/drawing/2014/main" id="{18460822-0FE1-424A-B9D2-8AD3F747FF4C}"/>
              </a:ext>
            </a:extLst>
          </p:cNvPr>
          <p:cNvSpPr>
            <a:spLocks xmlns:a="http://schemas.openxmlformats.org/drawingml/2006/main" noGrp="1"/>
          </p:cNvSpPr>
          <p:nvPr/>
        </p:nvSpPr>
        <p:spPr>
          <a:xfrm xmlns:a="http://schemas.openxmlformats.org/drawingml/2006/main">
            <a:off x="1695450" y="1123950"/>
            <a:ext cx="1428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i="1">
                <a:solidFill>
                  <a:srgbClr val="62606A"/>
                </a:solidFill>
                <a:latin typeface="Noto Serif CJK TC"/>
                <a:ea typeface="Noto Serif CJK TC"/>
                <a:cs typeface="Noto Serif CJK TC"/>
              </a:defRPr>
            </a:pPr>
            <a:r>
              <a:rPr sz="1725" b="0" i="1">
                <a:solidFill>
                  <a:srgbClr val="62606A"/>
                </a:solidFill>
                <a:latin typeface="Noto Serif CJK TC"/>
                <a:ea typeface="Noto Serif CJK TC"/>
                <a:cs typeface="Noto Serif CJK TC"/>
              </a:rPr>
              <a:t>同一組 10 場 evidence；Coach 直接反轉「不蓋 Barracks／不產非 Worker」限制</a:t>
            </a:r>
          </a:p>
        </p:txBody>
      </p:sp>
      <p:sp>
        <p:nvSpPr>
          <p:cNvPr id="16" name="column-heading-1-0">
            <a:extLst xmlns:a="http://schemas.openxmlformats.org/drawingml/2006/main">
              <a:ext uri="{FF2B5EF4-FFF2-40B4-BE49-F238E27FC236}">
                <a16:creationId xmlns:a16="http://schemas.microsoft.com/office/drawing/2014/main" id="{9D494CE2-F04D-4FCB-AE9A-0CC948B8664C}"/>
              </a:ext>
            </a:extLst>
          </p:cNvPr>
          <p:cNvSpPr>
            <a:spLocks xmlns:a="http://schemas.openxmlformats.org/drawingml/2006/main" noGrp="1"/>
          </p:cNvSpPr>
          <p:nvPr/>
        </p:nvSpPr>
        <p:spPr>
          <a:xfrm xmlns:a="http://schemas.openxmlformats.org/drawingml/2006/main">
            <a:off x="857250" y="16573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原始 Policy</a:t>
            </a:r>
          </a:p>
        </p:txBody>
      </p:sp>
      <p:sp>
        <p:nvSpPr>
          <p:cNvPr id="17" name="column-rule-1-0">
            <a:extLst xmlns:a="http://schemas.openxmlformats.org/drawingml/2006/main">
              <a:ext uri="{FF2B5EF4-FFF2-40B4-BE49-F238E27FC236}">
                <a16:creationId xmlns:a16="http://schemas.microsoft.com/office/drawing/2014/main" id="{F82963C4-7847-4B27-9F67-F6B96E1888D8}"/>
              </a:ext>
            </a:extLst>
          </p:cNvPr>
          <p:cNvSpPr>
            <a:spLocks xmlns:a="http://schemas.openxmlformats.org/drawingml/2006/main" noGrp="1"/>
          </p:cNvSpPr>
          <p:nvPr/>
        </p:nvSpPr>
        <p:spPr>
          <a:xfrm xmlns:a="http://schemas.openxmlformats.org/drawingml/2006/main">
            <a:off x="857250" y="2057400"/>
            <a:ext cx="447675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18" name="column-heading-1-1">
            <a:extLst xmlns:a="http://schemas.openxmlformats.org/drawingml/2006/main">
              <a:ext uri="{FF2B5EF4-FFF2-40B4-BE49-F238E27FC236}">
                <a16:creationId xmlns:a16="http://schemas.microsoft.com/office/drawing/2014/main" id="{668620E6-47C7-4FBB-A9F8-FF4FC842C381}"/>
              </a:ext>
            </a:extLst>
          </p:cNvPr>
          <p:cNvSpPr>
            <a:spLocks xmlns:a="http://schemas.openxmlformats.org/drawingml/2006/main" noGrp="1"/>
          </p:cNvSpPr>
          <p:nvPr/>
        </p:nvSpPr>
        <p:spPr>
          <a:xfrm xmlns:a="http://schemas.openxmlformats.org/drawingml/2006/main">
            <a:off x="5924550" y="165735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送進 Reflection 的內容</a:t>
            </a:r>
          </a:p>
        </p:txBody>
      </p:sp>
      <p:sp>
        <p:nvSpPr>
          <p:cNvPr id="19" name="column-rule-1-1">
            <a:extLst xmlns:a="http://schemas.openxmlformats.org/drawingml/2006/main">
              <a:ext uri="{FF2B5EF4-FFF2-40B4-BE49-F238E27FC236}">
                <a16:creationId xmlns:a16="http://schemas.microsoft.com/office/drawing/2014/main" id="{B46E1934-1F76-48F6-B1F9-67696D5BDC77}"/>
              </a:ext>
            </a:extLst>
          </p:cNvPr>
          <p:cNvSpPr>
            <a:spLocks xmlns:a="http://schemas.openxmlformats.org/drawingml/2006/main" noGrp="1"/>
          </p:cNvSpPr>
          <p:nvPr/>
        </p:nvSpPr>
        <p:spPr>
          <a:xfrm xmlns:a="http://schemas.openxmlformats.org/drawingml/2006/main">
            <a:off x="5924550" y="2057400"/>
            <a:ext cx="514350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20" name="column-heading-1-2">
            <a:extLst xmlns:a="http://schemas.openxmlformats.org/drawingml/2006/main">
              <a:ext uri="{FF2B5EF4-FFF2-40B4-BE49-F238E27FC236}">
                <a16:creationId xmlns:a16="http://schemas.microsoft.com/office/drawing/2014/main" id="{1194A815-F9D8-4081-B966-FA6E7A14B63F}"/>
              </a:ext>
            </a:extLst>
          </p:cNvPr>
          <p:cNvSpPr>
            <a:spLocks xmlns:a="http://schemas.openxmlformats.org/drawingml/2006/main" noGrp="1"/>
          </p:cNvSpPr>
          <p:nvPr/>
        </p:nvSpPr>
        <p:spPr>
          <a:xfrm xmlns:a="http://schemas.openxmlformats.org/drawingml/2006/main">
            <a:off x="11639550" y="1657350"/>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Reflection 後／實際套用</a:t>
            </a:r>
          </a:p>
        </p:txBody>
      </p:sp>
      <p:sp>
        <p:nvSpPr>
          <p:cNvPr id="21" name="column-rule-1-2">
            <a:extLst xmlns:a="http://schemas.openxmlformats.org/drawingml/2006/main">
              <a:ext uri="{FF2B5EF4-FFF2-40B4-BE49-F238E27FC236}">
                <a16:creationId xmlns:a16="http://schemas.microsoft.com/office/drawing/2014/main" id="{030E00E4-6370-474A-982C-FB380AF5BB06}"/>
              </a:ext>
            </a:extLst>
          </p:cNvPr>
          <p:cNvSpPr>
            <a:spLocks xmlns:a="http://schemas.openxmlformats.org/drawingml/2006/main" noGrp="1"/>
          </p:cNvSpPr>
          <p:nvPr/>
        </p:nvSpPr>
        <p:spPr>
          <a:xfrm xmlns:a="http://schemas.openxmlformats.org/drawingml/2006/main">
            <a:off x="11639550" y="2057400"/>
            <a:ext cx="581025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22" name="original-policy-1">
            <a:extLst xmlns:a="http://schemas.openxmlformats.org/drawingml/2006/main">
              <a:ext uri="{FF2B5EF4-FFF2-40B4-BE49-F238E27FC236}">
                <a16:creationId xmlns:a16="http://schemas.microsoft.com/office/drawing/2014/main" id="{4277AC3A-F131-4B1C-8C9C-A15B031E336A}"/>
              </a:ext>
            </a:extLst>
          </p:cNvPr>
          <p:cNvSpPr>
            <a:spLocks xmlns:a="http://schemas.openxmlformats.org/drawingml/2006/main" noGrp="1"/>
          </p:cNvSpPr>
          <p:nvPr/>
        </p:nvSpPr>
        <p:spPr>
          <a:xfrm xmlns:a="http://schemas.openxmlformats.org/drawingml/2006/main">
            <a:off x="857250" y="2305050"/>
            <a:ext cx="44767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i="0">
                <a:solidFill>
                  <a:srgbClr val="25252A"/>
                </a:solidFill>
                <a:latin typeface="Noto Serif CJK TC"/>
                <a:ea typeface="Noto Serif CJK TC"/>
                <a:cs typeface="Noto Serif CJK TC"/>
              </a:defRPr>
            </a:pPr>
            <a:r>
              <a:rPr sz="1650" b="0" i="0">
                <a:solidFill>
                  <a:srgbClr val="25252A"/>
                </a:solidFill>
                <a:latin typeface="Noto Serif CJK TC"/>
                <a:ea typeface="Noto Serif CJK TC"/>
                <a:cs typeface="Noto Serif CJK TC"/>
              </a:rPr>
              <a:t>Use a continuous Worker-rush policy.</a:t>
            </a:r>
          </a:p>
          <a:p xmlns:a="http://schemas.openxmlformats.org/drawingml/2006/main">
            <a:r>
              <a:t/>
            </a:r>
          </a:p>
          <a:p xmlns:a="http://schemas.openxmlformats.org/drawingml/2006/main">
            <a:pPr algn="l">
              <a:lnSpc>
                <a:spcPct val="116000"/>
              </a:lnSpc>
              <a:buNone/>
              <a:defRPr sz="1650" b="0" i="0">
                <a:solidFill>
                  <a:srgbClr val="25252A"/>
                </a:solidFill>
                <a:latin typeface="Noto Serif CJK TC"/>
                <a:ea typeface="Noto Serif CJK TC"/>
                <a:cs typeface="Noto Serif CJK TC"/>
              </a:defRPr>
            </a:pPr>
            <a:r>
              <a:rPr sz="1650" b="0" i="0">
                <a:solidFill>
                  <a:srgbClr val="25252A"/>
                </a:solidFill>
                <a:latin typeface="Noto Serif CJK TC"/>
                <a:ea typeface="Noto Serif CJK TC"/>
                <a:cs typeface="Noto Serif CJK TC"/>
              </a:rP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p:txBody>
      </p:sp>
      <p:sp>
        <p:nvSpPr>
          <p:cNvPr id="23" name="original-policy-fixed-1">
            <a:extLst xmlns:a="http://schemas.openxmlformats.org/drawingml/2006/main">
              <a:ext uri="{FF2B5EF4-FFF2-40B4-BE49-F238E27FC236}">
                <a16:creationId xmlns:a16="http://schemas.microsoft.com/office/drawing/2014/main" id="{140CD135-BCDE-4646-8D0D-D724DB451AD2}"/>
              </a:ext>
            </a:extLst>
          </p:cNvPr>
          <p:cNvSpPr>
            <a:spLocks xmlns:a="http://schemas.openxmlformats.org/drawingml/2006/main" noGrp="1"/>
          </p:cNvSpPr>
          <p:nvPr/>
        </p:nvSpPr>
        <p:spPr>
          <a:xfrm xmlns:a="http://schemas.openxmlformats.org/drawingml/2006/main">
            <a:off x="857250" y="7239000"/>
            <a:ext cx="4476750" cy="438150"/>
          </a:xfrm>
          <a:prstGeom xmlns:a="http://schemas.openxmlformats.org/drawingml/2006/main" prst="roundRect">
            <a:avLst>
              <a:gd name="adj" fmla="val 39130"/>
            </a:avLst>
          </a:prstGeom>
          <a:solidFill xmlns:a="http://schemas.openxmlformats.org/drawingml/2006/main">
            <a:srgbClr val="F4E5C7"/>
          </a:solidFill>
          <a:ln xmlns:a="http://schemas.openxmlformats.org/drawingml/2006/main" w="9525">
            <a:solidFill>
              <a:srgbClr val="BF872B"/>
            </a:solidFill>
            <a:prstDash val="solid"/>
          </a:ln>
        </p:spPr>
        <p:txBody>
          <a:bodyPr xmlns:a="http://schemas.openxmlformats.org/drawingml/2006/main" wrap="square" lIns="95250" tIns="38100" rIns="95250" bIns="38100" anchor="ctr">
            <a:noAutofit/>
          </a:bodyPr>
          <a:lstStyle xmlns:a="http://schemas.openxmlformats.org/drawingml/2006/main"/>
          <a:p xmlns:a="http://schemas.openxmlformats.org/drawingml/2006/main">
            <a:pPr algn="ctr">
              <a:lnSpc>
                <a:spcPct val="110000"/>
              </a:lnSpc>
              <a:buNone/>
              <a:defRPr sz="1575" b="1" i="0">
                <a:solidFill>
                  <a:srgbClr val="BF872B"/>
                </a:solidFill>
                <a:latin typeface="Noto Sans CJK TC"/>
                <a:ea typeface="Noto Sans CJK TC"/>
                <a:cs typeface="Noto Sans CJK TC"/>
              </a:defRPr>
            </a:pPr>
            <a:r>
              <a:rPr sz="1575" b="1" i="0">
                <a:solidFill>
                  <a:srgbClr val="BF872B"/>
                </a:solidFill>
                <a:latin typeface="Noto Sans CJK TC"/>
                <a:ea typeface="Noto Sans CJK TC"/>
                <a:cs typeface="Noto Sans CJK TC"/>
              </a:rPr>
              <a:t>固定輸入｜9 次完全相同</a:t>
            </a:r>
          </a:p>
        </p:txBody>
      </p:sp>
      <p:sp>
        <p:nvSpPr>
          <p:cNvPr id="24" name="original-policy-sha-1">
            <a:extLst xmlns:a="http://schemas.openxmlformats.org/drawingml/2006/main">
              <a:ext uri="{FF2B5EF4-FFF2-40B4-BE49-F238E27FC236}">
                <a16:creationId xmlns:a16="http://schemas.microsoft.com/office/drawing/2014/main" id="{4C9890E9-88FF-4EF9-A5B2-D53A7A0E0B24}"/>
              </a:ext>
            </a:extLst>
          </p:cNvPr>
          <p:cNvSpPr>
            <a:spLocks xmlns:a="http://schemas.openxmlformats.org/drawingml/2006/main" noGrp="1"/>
          </p:cNvSpPr>
          <p:nvPr/>
        </p:nvSpPr>
        <p:spPr>
          <a:xfrm xmlns:a="http://schemas.openxmlformats.org/drawingml/2006/main">
            <a:off x="857250" y="78105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275" b="0" i="0">
                <a:solidFill>
                  <a:srgbClr val="62606A"/>
                </a:solidFill>
                <a:latin typeface="DejaVu Sans Mono"/>
                <a:ea typeface="DejaVu Sans Mono"/>
                <a:cs typeface="DejaVu Sans Mono"/>
              </a:defRPr>
            </a:pPr>
            <a:r>
              <a:rPr sz="1275" b="0" i="0">
                <a:solidFill>
                  <a:srgbClr val="62606A"/>
                </a:solidFill>
                <a:latin typeface="DejaVu Sans Mono"/>
                <a:ea typeface="DejaVu Sans Mono"/>
                <a:cs typeface="DejaVu Sans Mono"/>
              </a:rPr>
              <a:t>strategy_prompt SHA256  effc9103…9e88</a:t>
            </a:r>
          </a:p>
        </p:txBody>
      </p:sp>
      <p:sp>
        <p:nvSpPr>
          <p:cNvPr id="25" name="strategy-input-summary-1">
            <a:extLst xmlns:a="http://schemas.openxmlformats.org/drawingml/2006/main">
              <a:ext uri="{FF2B5EF4-FFF2-40B4-BE49-F238E27FC236}">
                <a16:creationId xmlns:a16="http://schemas.microsoft.com/office/drawing/2014/main" id="{39254E35-09D1-463A-8F92-8E1BE4934288}"/>
              </a:ext>
            </a:extLst>
          </p:cNvPr>
          <p:cNvSpPr>
            <a:spLocks xmlns:a="http://schemas.openxmlformats.org/drawingml/2006/main" noGrp="1"/>
          </p:cNvSpPr>
          <p:nvPr/>
        </p:nvSpPr>
        <p:spPr>
          <a:xfrm xmlns:a="http://schemas.openxmlformats.org/drawingml/2006/main">
            <a:off x="5924550" y="2324100"/>
            <a:ext cx="514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1" i="0">
                <a:solidFill>
                  <a:srgbClr val="431218"/>
                </a:solidFill>
                <a:latin typeface="Noto Serif CJK TC"/>
                <a:ea typeface="Noto Serif CJK TC"/>
                <a:cs typeface="Noto Serif CJK TC"/>
              </a:defRPr>
            </a:pPr>
            <a:r>
              <a:rPr sz="1650" b="1" i="0">
                <a:solidFill>
                  <a:srgbClr val="431218"/>
                </a:solidFill>
                <a:latin typeface="Noto Serif CJK TC"/>
                <a:ea typeface="Noto Serif CJK TC"/>
                <a:cs typeface="Noto Serif CJK TC"/>
              </a:rPr>
              <a:t>固定 evidence：10 場 match traces ＋ 全部 180 場 W/D/L summary</a:t>
            </a:r>
          </a:p>
        </p:txBody>
      </p:sp>
      <p:sp>
        <p:nvSpPr>
          <p:cNvPr id="26" name="strategy-match-list-1">
            <a:extLst xmlns:a="http://schemas.openxmlformats.org/drawingml/2006/main">
              <a:ext uri="{FF2B5EF4-FFF2-40B4-BE49-F238E27FC236}">
                <a16:creationId xmlns:a16="http://schemas.microsoft.com/office/drawing/2014/main" id="{5B57B9F2-8F5C-4F9C-B8DD-6EFEEFCD5303}"/>
              </a:ext>
            </a:extLst>
          </p:cNvPr>
          <p:cNvSpPr>
            <a:spLocks xmlns:a="http://schemas.openxmlformats.org/drawingml/2006/main" noGrp="1"/>
          </p:cNvSpPr>
          <p:nvPr/>
        </p:nvSpPr>
        <p:spPr>
          <a:xfrm xmlns:a="http://schemas.openxmlformats.org/drawingml/2006/main">
            <a:off x="5981700" y="3105150"/>
            <a:ext cx="50101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M03  passive      map_1/p1  D</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M26  random       map_2/p0  D</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M41  randombias   map_1/p1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M67  lightrush    map_3/p1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M85  heavyrush    map_3/p1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M107  workerrush   map_3/p1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M108  allinbot     map_1/p0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M139  mayari       map_3/p1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M154  coac         map_2/p0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M170  tma          map_2/p0  L</a:t>
            </a:r>
          </a:p>
        </p:txBody>
      </p:sp>
      <p:sp>
        <p:nvSpPr>
          <p:cNvPr id="27" name="strategy-evidence-flow-1">
            <a:extLst xmlns:a="http://schemas.openxmlformats.org/drawingml/2006/main">
              <a:ext uri="{FF2B5EF4-FFF2-40B4-BE49-F238E27FC236}">
                <a16:creationId xmlns:a16="http://schemas.microsoft.com/office/drawing/2014/main" id="{6B7169C5-CB2A-43E6-A3B5-95B01FA91346}"/>
              </a:ext>
            </a:extLst>
          </p:cNvPr>
          <p:cNvSpPr>
            <a:spLocks xmlns:a="http://schemas.openxmlformats.org/drawingml/2006/main" noGrp="1"/>
          </p:cNvSpPr>
          <p:nvPr/>
        </p:nvSpPr>
        <p:spPr>
          <a:xfrm xmlns:a="http://schemas.openxmlformats.org/drawingml/2006/main">
            <a:off x="5924550" y="6477000"/>
            <a:ext cx="5143500" cy="1381125"/>
          </a:xfrm>
          <a:prstGeom xmlns:a="http://schemas.openxmlformats.org/drawingml/2006/main" prst="roundRect">
            <a:avLst>
              <a:gd name="adj" fmla="val 12414"/>
            </a:avLst>
          </a:prstGeom>
          <a:solidFill xmlns:a="http://schemas.openxmlformats.org/drawingml/2006/main">
            <a:srgbClr val="FFFDF9"/>
          </a:solidFill>
          <a:ln xmlns:a="http://schemas.openxmlformats.org/drawingml/2006/main" w="11430">
            <a:solidFill>
              <a:srgbClr val="E7B9B5"/>
            </a:solidFill>
            <a:prstDash val="solid"/>
          </a:ln>
        </p:spPr>
        <p:txBody>
          <a:bodyPr xmlns:a="http://schemas.openxmlformats.org/drawingml/2006/main" wrap="square" lIns="152400" tIns="95250" rIns="152400" bIns="95250" anchor="ctr">
            <a:noAutofit/>
          </a:bodyPr>
          <a:lstStyle xmlns:a="http://schemas.openxmlformats.org/drawingml/2006/main"/>
          <a:p xmlns:a="http://schemas.openxmlformats.org/drawingml/2006/main">
            <a:pPr algn="ctr">
              <a:lnSpc>
                <a:spcPct val="110000"/>
              </a:lnSpc>
              <a:buNone/>
              <a:defRPr sz="1575" b="0" i="0">
                <a:solidFill>
                  <a:srgbClr val="62606A"/>
                </a:solidFill>
                <a:latin typeface="Noto Serif CJK TC"/>
                <a:ea typeface="Noto Serif CJK TC"/>
                <a:cs typeface="Noto Serif CJK TC"/>
              </a:defRPr>
            </a:pPr>
            <a:r>
              <a:rPr sz="1575" b="0" i="0">
                <a:solidFill>
                  <a:srgbClr val="62606A"/>
                </a:solidFill>
                <a:latin typeface="Noto Serif CJK TC"/>
                <a:ea typeface="Noto Serif CJK TC"/>
                <a:cs typeface="Noto Serif CJK TC"/>
              </a:rPr>
              <a:t>10 × Commentator 診斷</a:t>
            </a:r>
          </a:p>
          <a:p xmlns:a="http://schemas.openxmlformats.org/drawingml/2006/main">
            <a:pPr algn="ctr">
              <a:lnSpc>
                <a:spcPct val="110000"/>
              </a:lnSpc>
              <a:buNone/>
              <a:defRPr sz="1575" b="0" i="0">
                <a:solidFill>
                  <a:srgbClr val="62606A"/>
                </a:solidFill>
                <a:latin typeface="Noto Serif CJK TC"/>
                <a:ea typeface="Noto Serif CJK TC"/>
                <a:cs typeface="Noto Serif CJK TC"/>
              </a:defRPr>
            </a:pPr>
            <a:r>
              <a:rPr sz="1575" b="0" i="0">
                <a:solidFill>
                  <a:srgbClr val="62606A"/>
                </a:solidFill>
                <a:latin typeface="Noto Serif CJK TC"/>
                <a:ea typeface="Noto Serif CJK TC"/>
                <a:cs typeface="Noto Serif CJK TC"/>
              </a:rPr>
              <a:t>↓</a:t>
            </a:r>
          </a:p>
          <a:p xmlns:a="http://schemas.openxmlformats.org/drawingml/2006/main">
            <a:pPr algn="ctr">
              <a:lnSpc>
                <a:spcPct val="110000"/>
              </a:lnSpc>
              <a:buNone/>
              <a:defRPr sz="1575" b="0" i="0">
                <a:solidFill>
                  <a:srgbClr val="62606A"/>
                </a:solidFill>
                <a:latin typeface="Noto Serif CJK TC"/>
                <a:ea typeface="Noto Serif CJK TC"/>
                <a:cs typeface="Noto Serif CJK TC"/>
              </a:defRPr>
            </a:pPr>
            <a:r>
              <a:rPr sz="1575" b="0" i="0">
                <a:solidFill>
                  <a:srgbClr val="62606A"/>
                </a:solidFill>
                <a:latin typeface="Noto Serif CJK TC"/>
                <a:ea typeface="Noto Serif CJK TC"/>
                <a:cs typeface="Noto Serif CJK TC"/>
              </a:rPr>
              <a:t>Coach 同時收到 parent policy、逐場診斷、全域 evaluation metadata</a:t>
            </a:r>
          </a:p>
        </p:txBody>
      </p:sp>
      <p:sp>
        <p:nvSpPr>
          <p:cNvPr id="28" name="strategy-result-key-1">
            <a:extLst xmlns:a="http://schemas.openxmlformats.org/drawingml/2006/main">
              <a:ext uri="{FF2B5EF4-FFF2-40B4-BE49-F238E27FC236}">
                <a16:creationId xmlns:a16="http://schemas.microsoft.com/office/drawing/2014/main" id="{E543A921-CDDA-4EF3-8838-85722A3ACB6B}"/>
              </a:ext>
            </a:extLst>
          </p:cNvPr>
          <p:cNvSpPr>
            <a:spLocks xmlns:a="http://schemas.openxmlformats.org/drawingml/2006/main" noGrp="1"/>
          </p:cNvSpPr>
          <p:nvPr/>
        </p:nvSpPr>
        <p:spPr>
          <a:xfrm xmlns:a="http://schemas.openxmlformats.org/drawingml/2006/main">
            <a:off x="11639550" y="2305050"/>
            <a:ext cx="58102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Conditional Barracks construction when facing persistent enemy Worker threats</a:t>
            </a:r>
          </a:p>
          <a:p xmlns:a="http://schemas.openxmlformats.org/drawingml/2006/main">
            <a:pPr algn="l">
              <a:lnSpc>
                <a:spcPct val="108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Defensive Worker allocation to protect Base and resource nodes</a:t>
            </a:r>
          </a:p>
          <a:p xmlns:a="http://schemas.openxmlformats.org/drawingml/2006/main">
            <a:pPr algn="l">
              <a:lnSpc>
                <a:spcPct val="108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Adaptive threat mitigation: eliminate enemy Workers before advancing</a:t>
            </a:r>
          </a:p>
        </p:txBody>
      </p:sp>
      <p:sp>
        <p:nvSpPr>
          <p:cNvPr id="29" name="strategy-output-label-1">
            <a:extLst xmlns:a="http://schemas.openxmlformats.org/drawingml/2006/main">
              <a:ext uri="{FF2B5EF4-FFF2-40B4-BE49-F238E27FC236}">
                <a16:creationId xmlns:a16="http://schemas.microsoft.com/office/drawing/2014/main" id="{883CD799-F163-46A1-9B28-8C8663FEBD79}"/>
              </a:ext>
            </a:extLst>
          </p:cNvPr>
          <p:cNvSpPr>
            <a:spLocks xmlns:a="http://schemas.openxmlformats.org/drawingml/2006/main" noGrp="1"/>
          </p:cNvSpPr>
          <p:nvPr/>
        </p:nvSpPr>
        <p:spPr>
          <a:xfrm xmlns:a="http://schemas.openxmlformats.org/drawingml/2006/main">
            <a:off x="11639550" y="3962400"/>
            <a:ext cx="581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1" i="0">
                <a:solidFill>
                  <a:srgbClr val="BF872B"/>
                </a:solidFill>
                <a:latin typeface="Noto Serif CJK TC"/>
                <a:ea typeface="Noto Serif CJK TC"/>
                <a:cs typeface="Noto Serif CJK TC"/>
              </a:defRPr>
            </a:pPr>
            <a:r>
              <a:rPr sz="1725" b="1" i="0">
                <a:solidFill>
                  <a:srgbClr val="BF872B"/>
                </a:solidFill>
                <a:latin typeface="Noto Serif CJK TC"/>
                <a:ea typeface="Noto Serif CJK TC"/>
                <a:cs typeface="Noto Serif CJK TC"/>
              </a:rPr>
              <a:t>套用後 Policy（節錄）</a:t>
            </a:r>
          </a:p>
        </p:txBody>
      </p:sp>
      <p:sp>
        <p:nvSpPr>
          <p:cNvPr id="30" name="strategy-output-excerpt-1">
            <a:extLst xmlns:a="http://schemas.openxmlformats.org/drawingml/2006/main">
              <a:ext uri="{FF2B5EF4-FFF2-40B4-BE49-F238E27FC236}">
                <a16:creationId xmlns:a16="http://schemas.microsoft.com/office/drawing/2014/main" id="{079F5DB1-ACF1-4E6A-9FE1-60A25335711B}"/>
              </a:ext>
            </a:extLst>
          </p:cNvPr>
          <p:cNvSpPr>
            <a:spLocks xmlns:a="http://schemas.openxmlformats.org/drawingml/2006/main" noGrp="1"/>
          </p:cNvSpPr>
          <p:nvPr/>
        </p:nvSpPr>
        <p:spPr>
          <a:xfrm xmlns:a="http://schemas.openxmlformats.org/drawingml/2006/main">
            <a:off x="11639550" y="4362450"/>
            <a:ext cx="5810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Refined Worker-Rush with Adaptive Defense and Combat Transition</a:t>
            </a:r>
          </a:p>
          <a:p xmlns:a="http://schemas.openxmlformats.org/drawingml/2006/main">
            <a:pPr algn="l">
              <a:lnSpc>
                <a:spcPct val="110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  Core Principles:</a:t>
            </a:r>
          </a:p>
          <a:p xmlns:a="http://schemas.openxmlformats.org/drawingml/2006/main">
            <a:pPr algn="l">
              <a:lnSpc>
                <a:spcPct val="110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  Maintain continuous Worker production to sustain resource flow and offensive pressure. Prioritize immediate enemy Base targeting while preserving economic resilience through adaptive defensive measures.</a:t>
            </a:r>
          </a:p>
          <a:p xmlns:a="http://schemas.openxmlformats.org/drawingml/2006/main">
            <a:pPr algn="l">
              <a:lnSpc>
                <a:spcPct val="110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  Worker Allocation Rules:</a:t>
            </a:r>
          </a:p>
          <a:p xmlns:a="http://schemas.openxmlformats.org/drawingml/2006/main">
            <a:pPr algn="l">
              <a:lnSpc>
                <a:spcPct val="110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  1. Resource Collection:</a:t>
            </a:r>
          </a:p>
          <a:p xmlns:a="http://schemas.openxmlformats.org/drawingml/2006/main">
            <a:pPr algn="l">
              <a:lnSpc>
                <a:spcPct val="110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     - Every Base allocates one Worker to harvest the nearest resource node. …</a:t>
            </a:r>
          </a:p>
        </p:txBody>
      </p:sp>
      <p:sp>
        <p:nvSpPr>
          <p:cNvPr id="31" name="strategy-output-note-1">
            <a:extLst xmlns:a="http://schemas.openxmlformats.org/drawingml/2006/main">
              <a:ext uri="{FF2B5EF4-FFF2-40B4-BE49-F238E27FC236}">
                <a16:creationId xmlns:a16="http://schemas.microsoft.com/office/drawing/2014/main" id="{A8DBDE0F-C23A-442B-9208-AEAF3288744B}"/>
              </a:ext>
            </a:extLst>
          </p:cNvPr>
          <p:cNvSpPr>
            <a:spLocks xmlns:a="http://schemas.openxmlformats.org/drawingml/2006/main" noGrp="1"/>
          </p:cNvSpPr>
          <p:nvPr/>
        </p:nvSpPr>
        <p:spPr>
          <a:xfrm xmlns:a="http://schemas.openxmlformats.org/drawingml/2006/main">
            <a:off x="11639550" y="7791450"/>
            <a:ext cx="581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350" b="0" i="1">
                <a:solidFill>
                  <a:srgbClr val="62606A"/>
                </a:solidFill>
                <a:latin typeface="Noto Sans CJK TC"/>
                <a:ea typeface="Noto Sans CJK TC"/>
                <a:cs typeface="Noto Sans CJK TC"/>
              </a:defRPr>
            </a:pPr>
            <a:r>
              <a:rPr sz="1350" b="0" i="1">
                <a:solidFill>
                  <a:srgbClr val="62606A"/>
                </a:solidFill>
                <a:latin typeface="Noto Sans CJK TC"/>
                <a:ea typeface="Noto Sans CJK TC"/>
                <a:cs typeface="Noto Sans CJK TC"/>
              </a:rPr>
              <a:t>完整原文與原始 response：Speaker Notes</a:t>
            </a:r>
          </a:p>
        </p:txBody>
      </p:sp>
      <p:sp>
        <p:nvSpPr>
          <p:cNvPr id="32" name="audit-strip-1">
            <a:extLst xmlns:a="http://schemas.openxmlformats.org/drawingml/2006/main">
              <a:ext uri="{FF2B5EF4-FFF2-40B4-BE49-F238E27FC236}">
                <a16:creationId xmlns:a16="http://schemas.microsoft.com/office/drawing/2014/main" id="{9EB2700A-64A2-4EB8-B115-00E62CBDCC4F}"/>
              </a:ext>
            </a:extLst>
          </p:cNvPr>
          <p:cNvSpPr>
            <a:spLocks xmlns:a="http://schemas.openxmlformats.org/drawingml/2006/main" noGrp="1"/>
          </p:cNvSpPr>
          <p:nvPr/>
        </p:nvSpPr>
        <p:spPr>
          <a:xfrm xmlns:a="http://schemas.openxmlformats.org/drawingml/2006/main">
            <a:off x="857250" y="8477250"/>
            <a:ext cx="16573500" cy="1066800"/>
          </a:xfrm>
          <a:prstGeom xmlns:a="http://schemas.openxmlformats.org/drawingml/2006/main" prst="roundRect">
            <a:avLst>
              <a:gd name="adj" fmla="val 19643"/>
            </a:avLst>
          </a:prstGeom>
          <a:solidFill xmlns:a="http://schemas.openxmlformats.org/drawingml/2006/main">
            <a:srgbClr val="F7E7C8"/>
          </a:solidFill>
          <a:ln xmlns:a="http://schemas.openxmlformats.org/drawingml/2006/main" w="14288">
            <a:solidFill>
              <a:srgbClr val="BF872B"/>
            </a:solidFill>
            <a:prstDash val="solid"/>
          </a:ln>
        </p:spPr>
      </p:sp>
      <p:sp>
        <p:nvSpPr>
          <p:cNvPr id="33" name="audit-scope-label-1">
            <a:extLst xmlns:a="http://schemas.openxmlformats.org/drawingml/2006/main">
              <a:ext uri="{FF2B5EF4-FFF2-40B4-BE49-F238E27FC236}">
                <a16:creationId xmlns:a16="http://schemas.microsoft.com/office/drawing/2014/main" id="{B00927E4-E178-4F90-9170-946B02B08EEA}"/>
              </a:ext>
            </a:extLst>
          </p:cNvPr>
          <p:cNvSpPr>
            <a:spLocks xmlns:a="http://schemas.openxmlformats.org/drawingml/2006/main" noGrp="1"/>
          </p:cNvSpPr>
          <p:nvPr/>
        </p:nvSpPr>
        <p:spPr>
          <a:xfrm xmlns:a="http://schemas.openxmlformats.org/drawingml/2006/main">
            <a:off x="1162050" y="86868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i="0">
                <a:solidFill>
                  <a:srgbClr val="BF872B"/>
                </a:solidFill>
                <a:latin typeface="Noto Sans CJK TC"/>
                <a:ea typeface="Noto Sans CJK TC"/>
                <a:cs typeface="Noto Sans CJK TC"/>
              </a:defRPr>
            </a:pPr>
            <a:r>
              <a:rPr sz="1350" b="1" i="0">
                <a:solidFill>
                  <a:srgbClr val="BF872B"/>
                </a:solidFill>
                <a:latin typeface="Noto Sans CJK TC"/>
                <a:ea typeface="Noto Sans CJK TC"/>
                <a:cs typeface="Noto Sans CJK TC"/>
              </a:rPr>
              <a:t>GENE SCOPE</a:t>
            </a:r>
          </a:p>
        </p:txBody>
      </p:sp>
      <p:sp>
        <p:nvSpPr>
          <p:cNvPr id="34" name="audit-scope-1">
            <a:extLst xmlns:a="http://schemas.openxmlformats.org/drawingml/2006/main">
              <a:ext uri="{FF2B5EF4-FFF2-40B4-BE49-F238E27FC236}">
                <a16:creationId xmlns:a16="http://schemas.microsoft.com/office/drawing/2014/main" id="{66C75488-01DC-4805-9BDA-08CD08F6E40A}"/>
              </a:ext>
            </a:extLst>
          </p:cNvPr>
          <p:cNvSpPr>
            <a:spLocks xmlns:a="http://schemas.openxmlformats.org/drawingml/2006/main" noGrp="1"/>
          </p:cNvSpPr>
          <p:nvPr/>
        </p:nvSpPr>
        <p:spPr>
          <a:xfrm xmlns:a="http://schemas.openxmlformats.org/drawingml/2006/main">
            <a:off x="1162050" y="8991600"/>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650" b="1" i="0">
                <a:solidFill>
                  <a:srgbClr val="431218"/>
                </a:solidFill>
                <a:latin typeface="Noto Sans CJK TC"/>
                <a:ea typeface="Noto Sans CJK TC"/>
                <a:cs typeface="Noto Sans CJK TC"/>
              </a:defRPr>
            </a:pPr>
            <a:r>
              <a:rPr sz="1650" b="1" i="0">
                <a:solidFill>
                  <a:srgbClr val="431218"/>
                </a:solidFill>
                <a:latin typeface="Noto Sans CJK TC"/>
                <a:ea typeface="Noto Sans CJK TC"/>
                <a:cs typeface="Noto Sans CJK TC"/>
              </a:rPr>
              <a:t>strategy_prompt changed ｜ generation_prompt + inherited_java unchanged</a:t>
            </a:r>
          </a:p>
        </p:txBody>
      </p:sp>
      <p:sp>
        <p:nvSpPr>
          <p:cNvPr id="35" name="audit-divider-1">
            <a:extLst xmlns:a="http://schemas.openxmlformats.org/drawingml/2006/main">
              <a:ext uri="{FF2B5EF4-FFF2-40B4-BE49-F238E27FC236}">
                <a16:creationId xmlns:a16="http://schemas.microsoft.com/office/drawing/2014/main" id="{C4EBF4E3-9054-469B-A9CA-93EA25FE58ED}"/>
              </a:ext>
            </a:extLst>
          </p:cNvPr>
          <p:cNvSpPr>
            <a:spLocks xmlns:a="http://schemas.openxmlformats.org/drawingml/2006/main" noGrp="1"/>
          </p:cNvSpPr>
          <p:nvPr/>
        </p:nvSpPr>
        <p:spPr>
          <a:xfrm xmlns:a="http://schemas.openxmlformats.org/drawingml/2006/main">
            <a:off x="7286625" y="8667750"/>
            <a:ext cx="0" cy="685800"/>
          </a:xfrm>
          <a:prstGeom xmlns:a="http://schemas.openxmlformats.org/drawingml/2006/main" prst="line">
            <a:avLst/>
          </a:prstGeom>
          <a:noFill xmlns:a="http://schemas.openxmlformats.org/drawingml/2006/main"/>
          <a:ln xmlns:a="http://schemas.openxmlformats.org/drawingml/2006/main" w="11430">
            <a:solidFill>
              <a:srgbClr val="BF872B"/>
            </a:solidFill>
            <a:prstDash val="solid"/>
          </a:ln>
        </p:spPr>
      </p:sp>
      <p:sp>
        <p:nvSpPr>
          <p:cNvPr id="36" name="audit-review-label-1">
            <a:extLst xmlns:a="http://schemas.openxmlformats.org/drawingml/2006/main">
              <a:ext uri="{FF2B5EF4-FFF2-40B4-BE49-F238E27FC236}">
                <a16:creationId xmlns:a16="http://schemas.microsoft.com/office/drawing/2014/main" id="{F03CE32F-67EB-42B6-8DAD-0B65EAD87106}"/>
              </a:ext>
            </a:extLst>
          </p:cNvPr>
          <p:cNvSpPr>
            <a:spLocks xmlns:a="http://schemas.openxmlformats.org/drawingml/2006/main" noGrp="1"/>
          </p:cNvSpPr>
          <p:nvPr/>
        </p:nvSpPr>
        <p:spPr>
          <a:xfrm xmlns:a="http://schemas.openxmlformats.org/drawingml/2006/main">
            <a:off x="7620000" y="86868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i="0">
                <a:solidFill>
                  <a:srgbClr val="BF872B"/>
                </a:solidFill>
                <a:latin typeface="Noto Sans CJK TC"/>
                <a:ea typeface="Noto Sans CJK TC"/>
                <a:cs typeface="Noto Sans CJK TC"/>
              </a:defRPr>
            </a:pPr>
            <a:r>
              <a:rPr sz="1350" b="1" i="0">
                <a:solidFill>
                  <a:srgbClr val="BF872B"/>
                </a:solidFill>
                <a:latin typeface="Noto Sans CJK TC"/>
                <a:ea typeface="Noto Sans CJK TC"/>
                <a:cs typeface="Noto Sans CJK TC"/>
              </a:rPr>
              <a:t>人工確認重點</a:t>
            </a:r>
          </a:p>
        </p:txBody>
      </p:sp>
      <p:sp>
        <p:nvSpPr>
          <p:cNvPr id="37" name="audit-review-1">
            <a:extLst xmlns:a="http://schemas.openxmlformats.org/drawingml/2006/main">
              <a:ext uri="{FF2B5EF4-FFF2-40B4-BE49-F238E27FC236}">
                <a16:creationId xmlns:a16="http://schemas.microsoft.com/office/drawing/2014/main" id="{0EBED3DF-A13A-4788-8B26-4E688828535A}"/>
              </a:ext>
            </a:extLst>
          </p:cNvPr>
          <p:cNvSpPr>
            <a:spLocks xmlns:a="http://schemas.openxmlformats.org/drawingml/2006/main" noGrp="1"/>
          </p:cNvSpPr>
          <p:nvPr/>
        </p:nvSpPr>
        <p:spPr>
          <a:xfrm xmlns:a="http://schemas.openxmlformats.org/drawingml/2006/main">
            <a:off x="7620000" y="8991600"/>
            <a:ext cx="942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加入 Barracks、Heavy 與 repair；這是設計改寫，不只是修正文句。</a:t>
            </a:r>
          </a:p>
        </p:txBody>
      </p:sp>
    </p:spTree>
    <p:extLst>
      <p:ext uri="{BB962C8B-B14F-4D97-AF65-F5344CB8AC3E}">
        <p14:creationId xmlns:p14="http://schemas.microsoft.com/office/powerpoint/2010/main" val="2023702996"/>
      </p:ext>
    </p:extLst>
  </p:cSld>
</p:sld>
</file>

<file path=ppt/slides/slide2.xml><?xml version="1.0" encoding="utf-8"?>
<p:sld xmlns:p="http://schemas.openxmlformats.org/presentationml/2006/main">
  <p:cSld>
    <p:bg>
      <p:bgPr>
        <a:solidFill xmlns:a="http://schemas.openxmlformats.org/drawingml/2006/main">
          <a:srgbClr val="FFF9F3"/>
        </a:solidFill>
      </p:bgPr>
    </p:bg>
    <p:spTree>
      <p:nvGrpSpPr>
        <p:cNvPr id="1" name=""/>
        <p:cNvGrpSpPr/>
        <p:nvPr/>
      </p:nvGrpSpPr>
      <p:grpSpPr>
        <a:xfrm xmlns:a="http://schemas.openxmlformats.org/drawingml/2006/main"/>
      </p:grpSpPr>
      <p:sp>
        <p:nvSpPr>
          <p:cNvPr id="38" name="top-rule-2">
            <a:extLst xmlns:a="http://schemas.openxmlformats.org/drawingml/2006/main">
              <a:ext uri="{FF2B5EF4-FFF2-40B4-BE49-F238E27FC236}">
                <a16:creationId xmlns:a16="http://schemas.microsoft.com/office/drawing/2014/main" id="{71402469-05D4-42B0-8D4A-64A3ACCD2673}"/>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ule-right-2">
            <a:extLst xmlns:a="http://schemas.openxmlformats.org/drawingml/2006/main">
              <a:ext uri="{FF2B5EF4-FFF2-40B4-BE49-F238E27FC236}">
                <a16:creationId xmlns:a16="http://schemas.microsoft.com/office/drawing/2014/main" id="{0816E88B-D6DB-4B6B-BCA6-141D0AEE1D72}"/>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top-diamond-a-2">
            <a:extLst xmlns:a="http://schemas.openxmlformats.org/drawingml/2006/main">
              <a:ext uri="{FF2B5EF4-FFF2-40B4-BE49-F238E27FC236}">
                <a16:creationId xmlns:a16="http://schemas.microsoft.com/office/drawing/2014/main" id="{A76F63FA-7A21-4622-8824-98B724AF87C0}"/>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top-diamond-b-2">
            <a:extLst xmlns:a="http://schemas.openxmlformats.org/drawingml/2006/main">
              <a:ext uri="{FF2B5EF4-FFF2-40B4-BE49-F238E27FC236}">
                <a16:creationId xmlns:a16="http://schemas.microsoft.com/office/drawing/2014/main" id="{3B9E3B4C-7FBF-4B58-B5C7-3C5EC32CFD5F}"/>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top-diamond-c-2">
            <a:extLst xmlns:a="http://schemas.openxmlformats.org/drawingml/2006/main">
              <a:ext uri="{FF2B5EF4-FFF2-40B4-BE49-F238E27FC236}">
                <a16:creationId xmlns:a16="http://schemas.microsoft.com/office/drawing/2014/main" id="{DA7C5E1C-09D9-4B7F-8272-CEE87DC5E2F3}"/>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circle-2">
            <a:extLst xmlns:a="http://schemas.openxmlformats.org/drawingml/2006/main">
              <a:ext uri="{FF2B5EF4-FFF2-40B4-BE49-F238E27FC236}">
                <a16:creationId xmlns:a16="http://schemas.microsoft.com/office/drawing/2014/main" id="{44172015-C8D6-48A5-A794-E7EA1D246D66}"/>
              </a:ext>
            </a:extLst>
          </p:cNvPr>
          <p:cNvSpPr>
            <a:spLocks xmlns:a="http://schemas.openxmlformats.org/drawingml/2006/main" noGrp="1"/>
          </p:cNvSpPr>
          <p:nvPr/>
        </p:nvSpPr>
        <p:spPr>
          <a:xfrm xmlns:a="http://schemas.openxmlformats.org/drawingml/2006/main">
            <a:off x="742950" y="552450"/>
            <a:ext cx="685800" cy="6858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FFFDF9"/>
                </a:solidFill>
                <a:latin typeface="Noto Serif CJK TC"/>
                <a:ea typeface="Noto Serif CJK TC"/>
                <a:cs typeface="Noto Serif CJK TC"/>
              </a:defRPr>
            </a:pPr>
            <a:r>
              <a:rPr sz="2100" b="1">
                <a:solidFill>
                  <a:srgbClr val="FFFDF9"/>
                </a:solidFill>
                <a:latin typeface="Noto Serif CJK TC"/>
                <a:ea typeface="Noto Serif CJK TC"/>
                <a:cs typeface="Noto Serif CJK TC"/>
              </a:rPr>
              <a:t>S2</a:t>
            </a:r>
          </a:p>
        </p:txBody>
      </p:sp>
      <p:sp>
        <p:nvSpPr>
          <p:cNvPr id="7" name="status-2">
            <a:extLst xmlns:a="http://schemas.openxmlformats.org/drawingml/2006/main">
              <a:ext uri="{FF2B5EF4-FFF2-40B4-BE49-F238E27FC236}">
                <a16:creationId xmlns:a16="http://schemas.microsoft.com/office/drawing/2014/main" id="{6011C171-F713-4CAA-949D-EEF3C1334488}"/>
              </a:ext>
            </a:extLst>
          </p:cNvPr>
          <p:cNvSpPr>
            <a:spLocks xmlns:a="http://schemas.openxmlformats.org/drawingml/2006/main" noGrp="1"/>
          </p:cNvSpPr>
          <p:nvPr/>
        </p:nvSpPr>
        <p:spPr>
          <a:xfrm xmlns:a="http://schemas.openxmlformats.org/drawingml/2006/main">
            <a:off x="13811250" y="628650"/>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650" b="1" i="0">
                <a:solidFill>
                  <a:srgbClr val="47795C"/>
                </a:solidFill>
                <a:latin typeface="Noto Sans CJK TC"/>
                <a:ea typeface="Noto Sans CJK TC"/>
                <a:cs typeface="Noto Sans CJK TC"/>
              </a:defRPr>
            </a:pPr>
            <a:r>
              <a:rPr sz="1650" b="1" i="0">
                <a:solidFill>
                  <a:srgbClr val="47795C"/>
                </a:solidFill>
                <a:latin typeface="Noto Sans CJK TC"/>
                <a:ea typeface="Noto Sans CJK TC"/>
                <a:cs typeface="Noto Sans CJK TC"/>
              </a:rPr>
              <a:t>APPLIED · 11/11 responses</a:t>
            </a:r>
          </a:p>
        </p:txBody>
      </p:sp>
      <p:sp>
        <p:nvSpPr>
          <p:cNvPr id="8" name="col-rule-a-2">
            <a:extLst xmlns:a="http://schemas.openxmlformats.org/drawingml/2006/main">
              <a:ext uri="{FF2B5EF4-FFF2-40B4-BE49-F238E27FC236}">
                <a16:creationId xmlns:a16="http://schemas.microsoft.com/office/drawing/2014/main" id="{2B9EE86C-C612-4B5E-8CE0-5C34B6C49BF3}"/>
              </a:ext>
            </a:extLst>
          </p:cNvPr>
          <p:cNvSpPr>
            <a:spLocks xmlns:a="http://schemas.openxmlformats.org/drawingml/2006/main" noGrp="1"/>
          </p:cNvSpPr>
          <p:nvPr/>
        </p:nvSpPr>
        <p:spPr>
          <a:xfrm xmlns:a="http://schemas.openxmlformats.org/drawingml/2006/main">
            <a:off x="5638800" y="1943100"/>
            <a:ext cx="0" cy="619125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9" name="col-rule-b-2">
            <a:extLst xmlns:a="http://schemas.openxmlformats.org/drawingml/2006/main">
              <a:ext uri="{FF2B5EF4-FFF2-40B4-BE49-F238E27FC236}">
                <a16:creationId xmlns:a16="http://schemas.microsoft.com/office/drawing/2014/main" id="{7344646D-23C2-4B7E-90A9-6FC9B8A23EBF}"/>
              </a:ext>
            </a:extLst>
          </p:cNvPr>
          <p:cNvSpPr>
            <a:spLocks xmlns:a="http://schemas.openxmlformats.org/drawingml/2006/main" noGrp="1"/>
          </p:cNvSpPr>
          <p:nvPr/>
        </p:nvSpPr>
        <p:spPr>
          <a:xfrm xmlns:a="http://schemas.openxmlformats.org/drawingml/2006/main">
            <a:off x="11353800" y="1943100"/>
            <a:ext cx="0" cy="619125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10" name="flow-a-2">
            <a:extLst xmlns:a="http://schemas.openxmlformats.org/drawingml/2006/main">
              <a:ext uri="{FF2B5EF4-FFF2-40B4-BE49-F238E27FC236}">
                <a16:creationId xmlns:a16="http://schemas.microsoft.com/office/drawing/2014/main" id="{6C4195EA-EEE1-482B-95A0-31417FAF6921}"/>
              </a:ext>
            </a:extLst>
          </p:cNvPr>
          <p:cNvSpPr>
            <a:spLocks xmlns:a="http://schemas.openxmlformats.org/drawingml/2006/main" noGrp="1"/>
          </p:cNvSpPr>
          <p:nvPr/>
        </p:nvSpPr>
        <p:spPr>
          <a:xfrm xmlns:a="http://schemas.openxmlformats.org/drawingml/2006/main">
            <a:off x="5467350" y="1638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2175" b="1" i="0">
                <a:solidFill>
                  <a:srgbClr val="BF872B"/>
                </a:solidFill>
                <a:latin typeface="Noto Sans CJK TC"/>
                <a:ea typeface="Noto Sans CJK TC"/>
                <a:cs typeface="Noto Sans CJK TC"/>
              </a:defRPr>
            </a:pPr>
            <a:r>
              <a:rPr sz="2175" b="1" i="0">
                <a:solidFill>
                  <a:srgbClr val="BF872B"/>
                </a:solidFill>
                <a:latin typeface="Noto Sans CJK TC"/>
                <a:ea typeface="Noto Sans CJK TC"/>
                <a:cs typeface="Noto Sans CJK TC"/>
              </a:rPr>
              <a:t>→</a:t>
            </a:r>
          </a:p>
        </p:txBody>
      </p:sp>
      <p:sp>
        <p:nvSpPr>
          <p:cNvPr id="11" name="flow-b-2">
            <a:extLst xmlns:a="http://schemas.openxmlformats.org/drawingml/2006/main">
              <a:ext uri="{FF2B5EF4-FFF2-40B4-BE49-F238E27FC236}">
                <a16:creationId xmlns:a16="http://schemas.microsoft.com/office/drawing/2014/main" id="{D6D8033E-E193-4F0D-8C97-6FB7A7B2FFE3}"/>
              </a:ext>
            </a:extLst>
          </p:cNvPr>
          <p:cNvSpPr>
            <a:spLocks xmlns:a="http://schemas.openxmlformats.org/drawingml/2006/main" noGrp="1"/>
          </p:cNvSpPr>
          <p:nvPr/>
        </p:nvSpPr>
        <p:spPr>
          <a:xfrm xmlns:a="http://schemas.openxmlformats.org/drawingml/2006/main">
            <a:off x="11182350" y="1638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2175" b="1" i="0">
                <a:solidFill>
                  <a:srgbClr val="BF872B"/>
                </a:solidFill>
                <a:latin typeface="Noto Sans CJK TC"/>
                <a:ea typeface="Noto Sans CJK TC"/>
                <a:cs typeface="Noto Sans CJK TC"/>
              </a:defRPr>
            </a:pPr>
            <a:r>
              <a:rPr sz="2175" b="1" i="0">
                <a:solidFill>
                  <a:srgbClr val="BF872B"/>
                </a:solidFill>
                <a:latin typeface="Noto Sans CJK TC"/>
                <a:ea typeface="Noto Sans CJK TC"/>
                <a:cs typeface="Noto Sans CJK TC"/>
              </a:rPr>
              <a:t>→</a:t>
            </a:r>
          </a:p>
        </p:txBody>
      </p:sp>
      <p:sp>
        <p:nvSpPr>
          <p:cNvPr id="12" name="bottom-rule-2">
            <a:extLst xmlns:a="http://schemas.openxmlformats.org/drawingml/2006/main">
              <a:ext uri="{FF2B5EF4-FFF2-40B4-BE49-F238E27FC236}">
                <a16:creationId xmlns:a16="http://schemas.microsoft.com/office/drawing/2014/main" id="{16D38AB6-0495-4392-AB55-2312313697FA}"/>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13" name="page-2">
            <a:extLst xmlns:a="http://schemas.openxmlformats.org/drawingml/2006/main">
              <a:ext uri="{FF2B5EF4-FFF2-40B4-BE49-F238E27FC236}">
                <a16:creationId xmlns:a16="http://schemas.microsoft.com/office/drawing/2014/main" id="{FE672747-2A5A-42A8-8194-C8E3C80AA3D1}"/>
              </a:ext>
            </a:extLst>
          </p:cNvPr>
          <p:cNvSpPr>
            <a:spLocks xmlns:a="http://schemas.openxmlformats.org/drawingml/2006/main" noGrp="1"/>
          </p:cNvSpPr>
          <p:nvPr/>
        </p:nvSpPr>
        <p:spPr>
          <a:xfrm xmlns:a="http://schemas.openxmlformats.org/drawingml/2006/main">
            <a:off x="16383000" y="985837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02 / 09</a:t>
            </a:r>
          </a:p>
        </p:txBody>
      </p:sp>
      <p:sp>
        <p:nvSpPr>
          <p:cNvPr id="14" name="title-2">
            <a:extLst xmlns:a="http://schemas.openxmlformats.org/drawingml/2006/main">
              <a:ext uri="{FF2B5EF4-FFF2-40B4-BE49-F238E27FC236}">
                <a16:creationId xmlns:a16="http://schemas.microsoft.com/office/drawing/2014/main" id="{8B56DB78-2F72-4729-A120-9D95F919B094}"/>
              </a:ext>
            </a:extLst>
          </p:cNvPr>
          <p:cNvSpPr>
            <a:spLocks xmlns:a="http://schemas.openxmlformats.org/drawingml/2006/main" noGrp="1"/>
          </p:cNvSpPr>
          <p:nvPr/>
        </p:nvSpPr>
        <p:spPr>
          <a:xfrm xmlns:a="http://schemas.openxmlformats.org/drawingml/2006/main">
            <a:off x="1676400" y="476250"/>
            <a:ext cx="1162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4200" b="1" i="0">
                <a:solidFill>
                  <a:srgbClr val="431218"/>
                </a:solidFill>
                <a:latin typeface="Noto Serif CJK TC"/>
                <a:ea typeface="Noto Serif CJK TC"/>
                <a:cs typeface="Noto Serif CJK TC"/>
              </a:defRPr>
            </a:pPr>
            <a:r>
              <a:rPr sz="4200" b="1" i="0">
                <a:solidFill>
                  <a:srgbClr val="431218"/>
                </a:solidFill>
                <a:latin typeface="Noto Serif CJK TC"/>
                <a:ea typeface="Noto Serif CJK TC"/>
                <a:cs typeface="Noto Serif CJK TC"/>
              </a:rPr>
              <a:t>Strategy 2｜數值門檻＋Light 防禦</a:t>
            </a:r>
          </a:p>
        </p:txBody>
      </p:sp>
      <p:sp>
        <p:nvSpPr>
          <p:cNvPr id="15" name="subtitle-2">
            <a:extLst xmlns:a="http://schemas.openxmlformats.org/drawingml/2006/main">
              <a:ext uri="{FF2B5EF4-FFF2-40B4-BE49-F238E27FC236}">
                <a16:creationId xmlns:a16="http://schemas.microsoft.com/office/drawing/2014/main" id="{1D8FB53D-C0BE-4A02-B7DD-FD3E7A52735F}"/>
              </a:ext>
            </a:extLst>
          </p:cNvPr>
          <p:cNvSpPr>
            <a:spLocks xmlns:a="http://schemas.openxmlformats.org/drawingml/2006/main" noGrp="1"/>
          </p:cNvSpPr>
          <p:nvPr/>
        </p:nvSpPr>
        <p:spPr>
          <a:xfrm xmlns:a="http://schemas.openxmlformats.org/drawingml/2006/main">
            <a:off x="1695450" y="1123950"/>
            <a:ext cx="1428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i="1">
                <a:solidFill>
                  <a:srgbClr val="62606A"/>
                </a:solidFill>
                <a:latin typeface="Noto Serif CJK TC"/>
                <a:ea typeface="Noto Serif CJK TC"/>
                <a:cs typeface="Noto Serif CJK TC"/>
              </a:defRPr>
            </a:pPr>
            <a:r>
              <a:rPr sz="1725" b="0" i="1">
                <a:solidFill>
                  <a:srgbClr val="62606A"/>
                </a:solidFill>
                <a:latin typeface="Noto Serif CJK TC"/>
                <a:ea typeface="Noto Serif CJK TC"/>
                <a:cs typeface="Noto Serif CJK TC"/>
              </a:rPr>
              <a:t>同一份 evidence，生成 2-harvester、HP threshold 與 conditional Barracks 規則</a:t>
            </a:r>
          </a:p>
        </p:txBody>
      </p:sp>
      <p:sp>
        <p:nvSpPr>
          <p:cNvPr id="16" name="column-heading-2-0">
            <a:extLst xmlns:a="http://schemas.openxmlformats.org/drawingml/2006/main">
              <a:ext uri="{FF2B5EF4-FFF2-40B4-BE49-F238E27FC236}">
                <a16:creationId xmlns:a16="http://schemas.microsoft.com/office/drawing/2014/main" id="{D2F8BEC7-DFF5-486C-ADCC-04BC8291D176}"/>
              </a:ext>
            </a:extLst>
          </p:cNvPr>
          <p:cNvSpPr>
            <a:spLocks xmlns:a="http://schemas.openxmlformats.org/drawingml/2006/main" noGrp="1"/>
          </p:cNvSpPr>
          <p:nvPr/>
        </p:nvSpPr>
        <p:spPr>
          <a:xfrm xmlns:a="http://schemas.openxmlformats.org/drawingml/2006/main">
            <a:off x="857250" y="16573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原始 Policy</a:t>
            </a:r>
          </a:p>
        </p:txBody>
      </p:sp>
      <p:sp>
        <p:nvSpPr>
          <p:cNvPr id="17" name="column-rule-2-0">
            <a:extLst xmlns:a="http://schemas.openxmlformats.org/drawingml/2006/main">
              <a:ext uri="{FF2B5EF4-FFF2-40B4-BE49-F238E27FC236}">
                <a16:creationId xmlns:a16="http://schemas.microsoft.com/office/drawing/2014/main" id="{CF3CE247-BC7C-4BE0-9D82-141E9EA5D2BF}"/>
              </a:ext>
            </a:extLst>
          </p:cNvPr>
          <p:cNvSpPr>
            <a:spLocks xmlns:a="http://schemas.openxmlformats.org/drawingml/2006/main" noGrp="1"/>
          </p:cNvSpPr>
          <p:nvPr/>
        </p:nvSpPr>
        <p:spPr>
          <a:xfrm xmlns:a="http://schemas.openxmlformats.org/drawingml/2006/main">
            <a:off x="857250" y="2057400"/>
            <a:ext cx="447675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18" name="column-heading-2-1">
            <a:extLst xmlns:a="http://schemas.openxmlformats.org/drawingml/2006/main">
              <a:ext uri="{FF2B5EF4-FFF2-40B4-BE49-F238E27FC236}">
                <a16:creationId xmlns:a16="http://schemas.microsoft.com/office/drawing/2014/main" id="{D6121C86-526D-4234-9B33-73B24A4F6336}"/>
              </a:ext>
            </a:extLst>
          </p:cNvPr>
          <p:cNvSpPr>
            <a:spLocks xmlns:a="http://schemas.openxmlformats.org/drawingml/2006/main" noGrp="1"/>
          </p:cNvSpPr>
          <p:nvPr/>
        </p:nvSpPr>
        <p:spPr>
          <a:xfrm xmlns:a="http://schemas.openxmlformats.org/drawingml/2006/main">
            <a:off x="5924550" y="165735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送進 Reflection 的內容</a:t>
            </a:r>
          </a:p>
        </p:txBody>
      </p:sp>
      <p:sp>
        <p:nvSpPr>
          <p:cNvPr id="19" name="column-rule-2-1">
            <a:extLst xmlns:a="http://schemas.openxmlformats.org/drawingml/2006/main">
              <a:ext uri="{FF2B5EF4-FFF2-40B4-BE49-F238E27FC236}">
                <a16:creationId xmlns:a16="http://schemas.microsoft.com/office/drawing/2014/main" id="{0043994E-42BB-4585-AD18-3B4A0BDEF08C}"/>
              </a:ext>
            </a:extLst>
          </p:cNvPr>
          <p:cNvSpPr>
            <a:spLocks xmlns:a="http://schemas.openxmlformats.org/drawingml/2006/main" noGrp="1"/>
          </p:cNvSpPr>
          <p:nvPr/>
        </p:nvSpPr>
        <p:spPr>
          <a:xfrm xmlns:a="http://schemas.openxmlformats.org/drawingml/2006/main">
            <a:off x="5924550" y="2057400"/>
            <a:ext cx="514350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20" name="column-heading-2-2">
            <a:extLst xmlns:a="http://schemas.openxmlformats.org/drawingml/2006/main">
              <a:ext uri="{FF2B5EF4-FFF2-40B4-BE49-F238E27FC236}">
                <a16:creationId xmlns:a16="http://schemas.microsoft.com/office/drawing/2014/main" id="{2846207B-7603-44AA-9117-2C325DD39CA9}"/>
              </a:ext>
            </a:extLst>
          </p:cNvPr>
          <p:cNvSpPr>
            <a:spLocks xmlns:a="http://schemas.openxmlformats.org/drawingml/2006/main" noGrp="1"/>
          </p:cNvSpPr>
          <p:nvPr/>
        </p:nvSpPr>
        <p:spPr>
          <a:xfrm xmlns:a="http://schemas.openxmlformats.org/drawingml/2006/main">
            <a:off x="11639550" y="1657350"/>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Reflection 後／實際套用</a:t>
            </a:r>
          </a:p>
        </p:txBody>
      </p:sp>
      <p:sp>
        <p:nvSpPr>
          <p:cNvPr id="21" name="column-rule-2-2">
            <a:extLst xmlns:a="http://schemas.openxmlformats.org/drawingml/2006/main">
              <a:ext uri="{FF2B5EF4-FFF2-40B4-BE49-F238E27FC236}">
                <a16:creationId xmlns:a16="http://schemas.microsoft.com/office/drawing/2014/main" id="{2C940D83-D53C-4949-BF6D-FB9653E640D9}"/>
              </a:ext>
            </a:extLst>
          </p:cNvPr>
          <p:cNvSpPr>
            <a:spLocks xmlns:a="http://schemas.openxmlformats.org/drawingml/2006/main" noGrp="1"/>
          </p:cNvSpPr>
          <p:nvPr/>
        </p:nvSpPr>
        <p:spPr>
          <a:xfrm xmlns:a="http://schemas.openxmlformats.org/drawingml/2006/main">
            <a:off x="11639550" y="2057400"/>
            <a:ext cx="581025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22" name="original-policy-2">
            <a:extLst xmlns:a="http://schemas.openxmlformats.org/drawingml/2006/main">
              <a:ext uri="{FF2B5EF4-FFF2-40B4-BE49-F238E27FC236}">
                <a16:creationId xmlns:a16="http://schemas.microsoft.com/office/drawing/2014/main" id="{A09B50F3-F6C7-46DF-B235-C5741DD05939}"/>
              </a:ext>
            </a:extLst>
          </p:cNvPr>
          <p:cNvSpPr>
            <a:spLocks xmlns:a="http://schemas.openxmlformats.org/drawingml/2006/main" noGrp="1"/>
          </p:cNvSpPr>
          <p:nvPr/>
        </p:nvSpPr>
        <p:spPr>
          <a:xfrm xmlns:a="http://schemas.openxmlformats.org/drawingml/2006/main">
            <a:off x="857250" y="2305050"/>
            <a:ext cx="44767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i="0">
                <a:solidFill>
                  <a:srgbClr val="25252A"/>
                </a:solidFill>
                <a:latin typeface="Noto Serif CJK TC"/>
                <a:ea typeface="Noto Serif CJK TC"/>
                <a:cs typeface="Noto Serif CJK TC"/>
              </a:defRPr>
            </a:pPr>
            <a:r>
              <a:rPr sz="1650" b="0" i="0">
                <a:solidFill>
                  <a:srgbClr val="25252A"/>
                </a:solidFill>
                <a:latin typeface="Noto Serif CJK TC"/>
                <a:ea typeface="Noto Serif CJK TC"/>
                <a:cs typeface="Noto Serif CJK TC"/>
              </a:rPr>
              <a:t>Use a continuous Worker-rush policy.</a:t>
            </a:r>
          </a:p>
          <a:p xmlns:a="http://schemas.openxmlformats.org/drawingml/2006/main">
            <a:r>
              <a:t/>
            </a:r>
          </a:p>
          <a:p xmlns:a="http://schemas.openxmlformats.org/drawingml/2006/main">
            <a:pPr algn="l">
              <a:lnSpc>
                <a:spcPct val="116000"/>
              </a:lnSpc>
              <a:buNone/>
              <a:defRPr sz="1650" b="0" i="0">
                <a:solidFill>
                  <a:srgbClr val="25252A"/>
                </a:solidFill>
                <a:latin typeface="Noto Serif CJK TC"/>
                <a:ea typeface="Noto Serif CJK TC"/>
                <a:cs typeface="Noto Serif CJK TC"/>
              </a:defRPr>
            </a:pPr>
            <a:r>
              <a:rPr sz="1650" b="0" i="0">
                <a:solidFill>
                  <a:srgbClr val="25252A"/>
                </a:solidFill>
                <a:latin typeface="Noto Serif CJK TC"/>
                <a:ea typeface="Noto Serif CJK TC"/>
                <a:cs typeface="Noto Serif CJK TC"/>
              </a:rP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p:txBody>
      </p:sp>
      <p:sp>
        <p:nvSpPr>
          <p:cNvPr id="23" name="original-policy-fixed-2">
            <a:extLst xmlns:a="http://schemas.openxmlformats.org/drawingml/2006/main">
              <a:ext uri="{FF2B5EF4-FFF2-40B4-BE49-F238E27FC236}">
                <a16:creationId xmlns:a16="http://schemas.microsoft.com/office/drawing/2014/main" id="{5DF30EA2-7954-44A9-AD51-3026D312B142}"/>
              </a:ext>
            </a:extLst>
          </p:cNvPr>
          <p:cNvSpPr>
            <a:spLocks xmlns:a="http://schemas.openxmlformats.org/drawingml/2006/main" noGrp="1"/>
          </p:cNvSpPr>
          <p:nvPr/>
        </p:nvSpPr>
        <p:spPr>
          <a:xfrm xmlns:a="http://schemas.openxmlformats.org/drawingml/2006/main">
            <a:off x="857250" y="7239000"/>
            <a:ext cx="4476750" cy="438150"/>
          </a:xfrm>
          <a:prstGeom xmlns:a="http://schemas.openxmlformats.org/drawingml/2006/main" prst="roundRect">
            <a:avLst>
              <a:gd name="adj" fmla="val 39130"/>
            </a:avLst>
          </a:prstGeom>
          <a:solidFill xmlns:a="http://schemas.openxmlformats.org/drawingml/2006/main">
            <a:srgbClr val="F4E5C7"/>
          </a:solidFill>
          <a:ln xmlns:a="http://schemas.openxmlformats.org/drawingml/2006/main" w="9525">
            <a:solidFill>
              <a:srgbClr val="BF872B"/>
            </a:solidFill>
            <a:prstDash val="solid"/>
          </a:ln>
        </p:spPr>
        <p:txBody>
          <a:bodyPr xmlns:a="http://schemas.openxmlformats.org/drawingml/2006/main" wrap="square" lIns="95250" tIns="38100" rIns="95250" bIns="38100" anchor="ctr">
            <a:noAutofit/>
          </a:bodyPr>
          <a:lstStyle xmlns:a="http://schemas.openxmlformats.org/drawingml/2006/main"/>
          <a:p xmlns:a="http://schemas.openxmlformats.org/drawingml/2006/main">
            <a:pPr algn="ctr">
              <a:lnSpc>
                <a:spcPct val="110000"/>
              </a:lnSpc>
              <a:buNone/>
              <a:defRPr sz="1575" b="1" i="0">
                <a:solidFill>
                  <a:srgbClr val="BF872B"/>
                </a:solidFill>
                <a:latin typeface="Noto Sans CJK TC"/>
                <a:ea typeface="Noto Sans CJK TC"/>
                <a:cs typeface="Noto Sans CJK TC"/>
              </a:defRPr>
            </a:pPr>
            <a:r>
              <a:rPr sz="1575" b="1" i="0">
                <a:solidFill>
                  <a:srgbClr val="BF872B"/>
                </a:solidFill>
                <a:latin typeface="Noto Sans CJK TC"/>
                <a:ea typeface="Noto Sans CJK TC"/>
                <a:cs typeface="Noto Sans CJK TC"/>
              </a:rPr>
              <a:t>固定輸入｜9 次完全相同</a:t>
            </a:r>
          </a:p>
        </p:txBody>
      </p:sp>
      <p:sp>
        <p:nvSpPr>
          <p:cNvPr id="24" name="original-policy-sha-2">
            <a:extLst xmlns:a="http://schemas.openxmlformats.org/drawingml/2006/main">
              <a:ext uri="{FF2B5EF4-FFF2-40B4-BE49-F238E27FC236}">
                <a16:creationId xmlns:a16="http://schemas.microsoft.com/office/drawing/2014/main" id="{DCC77A6B-E9B2-44CF-9A98-1536B2291FE1}"/>
              </a:ext>
            </a:extLst>
          </p:cNvPr>
          <p:cNvSpPr>
            <a:spLocks xmlns:a="http://schemas.openxmlformats.org/drawingml/2006/main" noGrp="1"/>
          </p:cNvSpPr>
          <p:nvPr/>
        </p:nvSpPr>
        <p:spPr>
          <a:xfrm xmlns:a="http://schemas.openxmlformats.org/drawingml/2006/main">
            <a:off x="857250" y="78105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275" b="0" i="0">
                <a:solidFill>
                  <a:srgbClr val="62606A"/>
                </a:solidFill>
                <a:latin typeface="DejaVu Sans Mono"/>
                <a:ea typeface="DejaVu Sans Mono"/>
                <a:cs typeface="DejaVu Sans Mono"/>
              </a:defRPr>
            </a:pPr>
            <a:r>
              <a:rPr sz="1275" b="0" i="0">
                <a:solidFill>
                  <a:srgbClr val="62606A"/>
                </a:solidFill>
                <a:latin typeface="DejaVu Sans Mono"/>
                <a:ea typeface="DejaVu Sans Mono"/>
                <a:cs typeface="DejaVu Sans Mono"/>
              </a:rPr>
              <a:t>strategy_prompt SHA256  effc9103…9e88</a:t>
            </a:r>
          </a:p>
        </p:txBody>
      </p:sp>
      <p:sp>
        <p:nvSpPr>
          <p:cNvPr id="25" name="strategy-input-summary-2">
            <a:extLst xmlns:a="http://schemas.openxmlformats.org/drawingml/2006/main">
              <a:ext uri="{FF2B5EF4-FFF2-40B4-BE49-F238E27FC236}">
                <a16:creationId xmlns:a16="http://schemas.microsoft.com/office/drawing/2014/main" id="{9A89B5A0-9A01-475E-9078-C6A4607D9F22}"/>
              </a:ext>
            </a:extLst>
          </p:cNvPr>
          <p:cNvSpPr>
            <a:spLocks xmlns:a="http://schemas.openxmlformats.org/drawingml/2006/main" noGrp="1"/>
          </p:cNvSpPr>
          <p:nvPr/>
        </p:nvSpPr>
        <p:spPr>
          <a:xfrm xmlns:a="http://schemas.openxmlformats.org/drawingml/2006/main">
            <a:off x="5924550" y="2324100"/>
            <a:ext cx="514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1" i="0">
                <a:solidFill>
                  <a:srgbClr val="431218"/>
                </a:solidFill>
                <a:latin typeface="Noto Serif CJK TC"/>
                <a:ea typeface="Noto Serif CJK TC"/>
                <a:cs typeface="Noto Serif CJK TC"/>
              </a:defRPr>
            </a:pPr>
            <a:r>
              <a:rPr sz="1650" b="1" i="0">
                <a:solidFill>
                  <a:srgbClr val="431218"/>
                </a:solidFill>
                <a:latin typeface="Noto Serif CJK TC"/>
                <a:ea typeface="Noto Serif CJK TC"/>
                <a:cs typeface="Noto Serif CJK TC"/>
              </a:rPr>
              <a:t>固定 evidence：10 場 match traces ＋ 全部 180 場 W/D/L summary</a:t>
            </a:r>
          </a:p>
        </p:txBody>
      </p:sp>
      <p:sp>
        <p:nvSpPr>
          <p:cNvPr id="26" name="strategy-match-list-2">
            <a:extLst xmlns:a="http://schemas.openxmlformats.org/drawingml/2006/main">
              <a:ext uri="{FF2B5EF4-FFF2-40B4-BE49-F238E27FC236}">
                <a16:creationId xmlns:a16="http://schemas.microsoft.com/office/drawing/2014/main" id="{B86F1B9C-6D27-471D-BE77-95986E36D3A2}"/>
              </a:ext>
            </a:extLst>
          </p:cNvPr>
          <p:cNvSpPr>
            <a:spLocks xmlns:a="http://schemas.openxmlformats.org/drawingml/2006/main" noGrp="1"/>
          </p:cNvSpPr>
          <p:nvPr/>
        </p:nvSpPr>
        <p:spPr>
          <a:xfrm xmlns:a="http://schemas.openxmlformats.org/drawingml/2006/main">
            <a:off x="5981700" y="3105150"/>
            <a:ext cx="50101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M03  passive      map_1/p1  D</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M26  random       map_2/p0  D</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M41  randombias   map_1/p1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M67  lightrush    map_3/p1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M85  heavyrush    map_3/p1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M107  workerrush   map_3/p1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M108  allinbot     map_1/p0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M139  mayari       map_3/p1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M154  coac         map_2/p0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M170  tma          map_2/p0  L</a:t>
            </a:r>
          </a:p>
        </p:txBody>
      </p:sp>
      <p:sp>
        <p:nvSpPr>
          <p:cNvPr id="27" name="strategy-evidence-flow-2">
            <a:extLst xmlns:a="http://schemas.openxmlformats.org/drawingml/2006/main">
              <a:ext uri="{FF2B5EF4-FFF2-40B4-BE49-F238E27FC236}">
                <a16:creationId xmlns:a16="http://schemas.microsoft.com/office/drawing/2014/main" id="{E9326FE8-9916-4A81-8ADA-D18CA5DAB127}"/>
              </a:ext>
            </a:extLst>
          </p:cNvPr>
          <p:cNvSpPr>
            <a:spLocks xmlns:a="http://schemas.openxmlformats.org/drawingml/2006/main" noGrp="1"/>
          </p:cNvSpPr>
          <p:nvPr/>
        </p:nvSpPr>
        <p:spPr>
          <a:xfrm xmlns:a="http://schemas.openxmlformats.org/drawingml/2006/main">
            <a:off x="5924550" y="6477000"/>
            <a:ext cx="5143500" cy="1381125"/>
          </a:xfrm>
          <a:prstGeom xmlns:a="http://schemas.openxmlformats.org/drawingml/2006/main" prst="roundRect">
            <a:avLst>
              <a:gd name="adj" fmla="val 12414"/>
            </a:avLst>
          </a:prstGeom>
          <a:solidFill xmlns:a="http://schemas.openxmlformats.org/drawingml/2006/main">
            <a:srgbClr val="FFFDF9"/>
          </a:solidFill>
          <a:ln xmlns:a="http://schemas.openxmlformats.org/drawingml/2006/main" w="11430">
            <a:solidFill>
              <a:srgbClr val="E7B9B5"/>
            </a:solidFill>
            <a:prstDash val="solid"/>
          </a:ln>
        </p:spPr>
        <p:txBody>
          <a:bodyPr xmlns:a="http://schemas.openxmlformats.org/drawingml/2006/main" wrap="square" lIns="152400" tIns="95250" rIns="152400" bIns="95250" anchor="ctr">
            <a:noAutofit/>
          </a:bodyPr>
          <a:lstStyle xmlns:a="http://schemas.openxmlformats.org/drawingml/2006/main"/>
          <a:p xmlns:a="http://schemas.openxmlformats.org/drawingml/2006/main">
            <a:pPr algn="ctr">
              <a:lnSpc>
                <a:spcPct val="110000"/>
              </a:lnSpc>
              <a:buNone/>
              <a:defRPr sz="1575" b="0" i="0">
                <a:solidFill>
                  <a:srgbClr val="62606A"/>
                </a:solidFill>
                <a:latin typeface="Noto Serif CJK TC"/>
                <a:ea typeface="Noto Serif CJK TC"/>
                <a:cs typeface="Noto Serif CJK TC"/>
              </a:defRPr>
            </a:pPr>
            <a:r>
              <a:rPr sz="1575" b="0" i="0">
                <a:solidFill>
                  <a:srgbClr val="62606A"/>
                </a:solidFill>
                <a:latin typeface="Noto Serif CJK TC"/>
                <a:ea typeface="Noto Serif CJK TC"/>
                <a:cs typeface="Noto Serif CJK TC"/>
              </a:rPr>
              <a:t>10 × Commentator 診斷</a:t>
            </a:r>
          </a:p>
          <a:p xmlns:a="http://schemas.openxmlformats.org/drawingml/2006/main">
            <a:pPr algn="ctr">
              <a:lnSpc>
                <a:spcPct val="110000"/>
              </a:lnSpc>
              <a:buNone/>
              <a:defRPr sz="1575" b="0" i="0">
                <a:solidFill>
                  <a:srgbClr val="62606A"/>
                </a:solidFill>
                <a:latin typeface="Noto Serif CJK TC"/>
                <a:ea typeface="Noto Serif CJK TC"/>
                <a:cs typeface="Noto Serif CJK TC"/>
              </a:defRPr>
            </a:pPr>
            <a:r>
              <a:rPr sz="1575" b="0" i="0">
                <a:solidFill>
                  <a:srgbClr val="62606A"/>
                </a:solidFill>
                <a:latin typeface="Noto Serif CJK TC"/>
                <a:ea typeface="Noto Serif CJK TC"/>
                <a:cs typeface="Noto Serif CJK TC"/>
              </a:rPr>
              <a:t>↓</a:t>
            </a:r>
          </a:p>
          <a:p xmlns:a="http://schemas.openxmlformats.org/drawingml/2006/main">
            <a:pPr algn="ctr">
              <a:lnSpc>
                <a:spcPct val="110000"/>
              </a:lnSpc>
              <a:buNone/>
              <a:defRPr sz="1575" b="0" i="0">
                <a:solidFill>
                  <a:srgbClr val="62606A"/>
                </a:solidFill>
                <a:latin typeface="Noto Serif CJK TC"/>
                <a:ea typeface="Noto Serif CJK TC"/>
                <a:cs typeface="Noto Serif CJK TC"/>
              </a:defRPr>
            </a:pPr>
            <a:r>
              <a:rPr sz="1575" b="0" i="0">
                <a:solidFill>
                  <a:srgbClr val="62606A"/>
                </a:solidFill>
                <a:latin typeface="Noto Serif CJK TC"/>
                <a:ea typeface="Noto Serif CJK TC"/>
                <a:cs typeface="Noto Serif CJK TC"/>
              </a:rPr>
              <a:t>Coach 同時收到 parent policy、逐場診斷、全域 evaluation metadata</a:t>
            </a:r>
          </a:p>
        </p:txBody>
      </p:sp>
      <p:sp>
        <p:nvSpPr>
          <p:cNvPr id="28" name="strategy-result-key-2">
            <a:extLst xmlns:a="http://schemas.openxmlformats.org/drawingml/2006/main">
              <a:ext uri="{FF2B5EF4-FFF2-40B4-BE49-F238E27FC236}">
                <a16:creationId xmlns:a16="http://schemas.microsoft.com/office/drawing/2014/main" id="{679264F9-7B4F-4B9A-902B-D0F20584325C}"/>
              </a:ext>
            </a:extLst>
          </p:cNvPr>
          <p:cNvSpPr>
            <a:spLocks xmlns:a="http://schemas.openxmlformats.org/drawingml/2006/main" noGrp="1"/>
          </p:cNvSpPr>
          <p:nvPr/>
        </p:nvSpPr>
        <p:spPr>
          <a:xfrm xmlns:a="http://schemas.openxmlformats.org/drawingml/2006/main">
            <a:off x="11639550" y="2305050"/>
            <a:ext cx="58102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Dynamic resource allocation: At least 2 Workers per Base must harvest resources within 3 tiles of the Base.…</a:t>
            </a:r>
          </a:p>
          <a:p xmlns:a="http://schemas.openxmlformats.org/drawingml/2006/main">
            <a:pPr algn="l">
              <a:lnSpc>
                <a:spcPct val="108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Defensive Worker allocation: 1 Worker per Base must remain in defensive stance near Base or resource nodes if…</a:t>
            </a:r>
          </a:p>
          <a:p xmlns:a="http://schemas.openxmlformats.org/drawingml/2006/main">
            <a:pPr algn="l">
              <a:lnSpc>
                <a:spcPct val="108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Targeted aggression: Workers must prioritize attacking enemy Workers or structures before advancing blindly…</a:t>
            </a:r>
          </a:p>
        </p:txBody>
      </p:sp>
      <p:sp>
        <p:nvSpPr>
          <p:cNvPr id="29" name="strategy-output-label-2">
            <a:extLst xmlns:a="http://schemas.openxmlformats.org/drawingml/2006/main">
              <a:ext uri="{FF2B5EF4-FFF2-40B4-BE49-F238E27FC236}">
                <a16:creationId xmlns:a16="http://schemas.microsoft.com/office/drawing/2014/main" id="{E8A8ADB6-DFCF-41F9-BBF8-BFA81A280471}"/>
              </a:ext>
            </a:extLst>
          </p:cNvPr>
          <p:cNvSpPr>
            <a:spLocks xmlns:a="http://schemas.openxmlformats.org/drawingml/2006/main" noGrp="1"/>
          </p:cNvSpPr>
          <p:nvPr/>
        </p:nvSpPr>
        <p:spPr>
          <a:xfrm xmlns:a="http://schemas.openxmlformats.org/drawingml/2006/main">
            <a:off x="11639550" y="3962400"/>
            <a:ext cx="581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1" i="0">
                <a:solidFill>
                  <a:srgbClr val="BF872B"/>
                </a:solidFill>
                <a:latin typeface="Noto Serif CJK TC"/>
                <a:ea typeface="Noto Serif CJK TC"/>
                <a:cs typeface="Noto Serif CJK TC"/>
              </a:defRPr>
            </a:pPr>
            <a:r>
              <a:rPr sz="1725" b="1" i="0">
                <a:solidFill>
                  <a:srgbClr val="BF872B"/>
                </a:solidFill>
                <a:latin typeface="Noto Serif CJK TC"/>
                <a:ea typeface="Noto Serif CJK TC"/>
                <a:cs typeface="Noto Serif CJK TC"/>
              </a:rPr>
              <a:t>套用後 Policy（節錄）</a:t>
            </a:r>
          </a:p>
        </p:txBody>
      </p:sp>
      <p:sp>
        <p:nvSpPr>
          <p:cNvPr id="30" name="strategy-output-excerpt-2">
            <a:extLst xmlns:a="http://schemas.openxmlformats.org/drawingml/2006/main">
              <a:ext uri="{FF2B5EF4-FFF2-40B4-BE49-F238E27FC236}">
                <a16:creationId xmlns:a16="http://schemas.microsoft.com/office/drawing/2014/main" id="{5E941084-9F2B-4734-9F18-32E8888F5753}"/>
              </a:ext>
            </a:extLst>
          </p:cNvPr>
          <p:cNvSpPr>
            <a:spLocks xmlns:a="http://schemas.openxmlformats.org/drawingml/2006/main" noGrp="1"/>
          </p:cNvSpPr>
          <p:nvPr/>
        </p:nvSpPr>
        <p:spPr>
          <a:xfrm xmlns:a="http://schemas.openxmlformats.org/drawingml/2006/main">
            <a:off x="11639550" y="4362450"/>
            <a:ext cx="5810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Core Policy: Adaptive Worker-Rush with Defensive Efficiency</a:t>
            </a:r>
          </a:p>
          <a:p xmlns:a="http://schemas.openxmlformats.org/drawingml/2006/main">
            <a:pPr algn="l">
              <a:lnSpc>
                <a:spcPct val="110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  Every Base must prioritize three simultaneous objectives:</a:t>
            </a:r>
          </a:p>
          <a:p xmlns:a="http://schemas.openxmlformats.org/drawingml/2006/main">
            <a:pPr algn="l">
              <a:lnSpc>
                <a:spcPct val="110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  1. Resource Collection: At least 2 Workers per Base must harvest resources within 3 tiles of the Base. If fewer than 2 Workers are harvesting, immediately allocate idle Workers to untapped resource nodes. Workers carrying 0 resources must harvest immediately; Workers carrying &lt;5 resources must return to Base to unload.</a:t>
            </a:r>
          </a:p>
          <a:p xmlns:a="http://schemas.openxmlformats.org/drawingml/2006/main">
            <a:pPr algn="l">
              <a:lnSpc>
                <a:spcPct val="110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  2. …</a:t>
            </a:r>
          </a:p>
        </p:txBody>
      </p:sp>
      <p:sp>
        <p:nvSpPr>
          <p:cNvPr id="31" name="strategy-output-note-2">
            <a:extLst xmlns:a="http://schemas.openxmlformats.org/drawingml/2006/main">
              <a:ext uri="{FF2B5EF4-FFF2-40B4-BE49-F238E27FC236}">
                <a16:creationId xmlns:a16="http://schemas.microsoft.com/office/drawing/2014/main" id="{C1037647-EB45-4646-9B57-B2AA83A6D4A9}"/>
              </a:ext>
            </a:extLst>
          </p:cNvPr>
          <p:cNvSpPr>
            <a:spLocks xmlns:a="http://schemas.openxmlformats.org/drawingml/2006/main" noGrp="1"/>
          </p:cNvSpPr>
          <p:nvPr/>
        </p:nvSpPr>
        <p:spPr>
          <a:xfrm xmlns:a="http://schemas.openxmlformats.org/drawingml/2006/main">
            <a:off x="11639550" y="7791450"/>
            <a:ext cx="581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350" b="0" i="1">
                <a:solidFill>
                  <a:srgbClr val="62606A"/>
                </a:solidFill>
                <a:latin typeface="Noto Sans CJK TC"/>
                <a:ea typeface="Noto Sans CJK TC"/>
                <a:cs typeface="Noto Sans CJK TC"/>
              </a:defRPr>
            </a:pPr>
            <a:r>
              <a:rPr sz="1350" b="0" i="1">
                <a:solidFill>
                  <a:srgbClr val="62606A"/>
                </a:solidFill>
                <a:latin typeface="Noto Sans CJK TC"/>
                <a:ea typeface="Noto Sans CJK TC"/>
                <a:cs typeface="Noto Sans CJK TC"/>
              </a:rPr>
              <a:t>完整原文與原始 response：Speaker Notes</a:t>
            </a:r>
          </a:p>
        </p:txBody>
      </p:sp>
      <p:sp>
        <p:nvSpPr>
          <p:cNvPr id="32" name="audit-strip-2">
            <a:extLst xmlns:a="http://schemas.openxmlformats.org/drawingml/2006/main">
              <a:ext uri="{FF2B5EF4-FFF2-40B4-BE49-F238E27FC236}">
                <a16:creationId xmlns:a16="http://schemas.microsoft.com/office/drawing/2014/main" id="{F1B66F90-ED82-4D0C-B7C4-AC0B03EB0488}"/>
              </a:ext>
            </a:extLst>
          </p:cNvPr>
          <p:cNvSpPr>
            <a:spLocks xmlns:a="http://schemas.openxmlformats.org/drawingml/2006/main" noGrp="1"/>
          </p:cNvSpPr>
          <p:nvPr/>
        </p:nvSpPr>
        <p:spPr>
          <a:xfrm xmlns:a="http://schemas.openxmlformats.org/drawingml/2006/main">
            <a:off x="857250" y="8477250"/>
            <a:ext cx="16573500" cy="1066800"/>
          </a:xfrm>
          <a:prstGeom xmlns:a="http://schemas.openxmlformats.org/drawingml/2006/main" prst="roundRect">
            <a:avLst>
              <a:gd name="adj" fmla="val 19643"/>
            </a:avLst>
          </a:prstGeom>
          <a:solidFill xmlns:a="http://schemas.openxmlformats.org/drawingml/2006/main">
            <a:srgbClr val="F7E7C8"/>
          </a:solidFill>
          <a:ln xmlns:a="http://schemas.openxmlformats.org/drawingml/2006/main" w="14288">
            <a:solidFill>
              <a:srgbClr val="BF872B"/>
            </a:solidFill>
            <a:prstDash val="solid"/>
          </a:ln>
        </p:spPr>
      </p:sp>
      <p:sp>
        <p:nvSpPr>
          <p:cNvPr id="33" name="audit-scope-label-2">
            <a:extLst xmlns:a="http://schemas.openxmlformats.org/drawingml/2006/main">
              <a:ext uri="{FF2B5EF4-FFF2-40B4-BE49-F238E27FC236}">
                <a16:creationId xmlns:a16="http://schemas.microsoft.com/office/drawing/2014/main" id="{CD73B641-9B9E-4CA0-B8D2-112DE823EE3C}"/>
              </a:ext>
            </a:extLst>
          </p:cNvPr>
          <p:cNvSpPr>
            <a:spLocks xmlns:a="http://schemas.openxmlformats.org/drawingml/2006/main" noGrp="1"/>
          </p:cNvSpPr>
          <p:nvPr/>
        </p:nvSpPr>
        <p:spPr>
          <a:xfrm xmlns:a="http://schemas.openxmlformats.org/drawingml/2006/main">
            <a:off x="1162050" y="86868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i="0">
                <a:solidFill>
                  <a:srgbClr val="BF872B"/>
                </a:solidFill>
                <a:latin typeface="Noto Sans CJK TC"/>
                <a:ea typeface="Noto Sans CJK TC"/>
                <a:cs typeface="Noto Sans CJK TC"/>
              </a:defRPr>
            </a:pPr>
            <a:r>
              <a:rPr sz="1350" b="1" i="0">
                <a:solidFill>
                  <a:srgbClr val="BF872B"/>
                </a:solidFill>
                <a:latin typeface="Noto Sans CJK TC"/>
                <a:ea typeface="Noto Sans CJK TC"/>
                <a:cs typeface="Noto Sans CJK TC"/>
              </a:rPr>
              <a:t>GENE SCOPE</a:t>
            </a:r>
          </a:p>
        </p:txBody>
      </p:sp>
      <p:sp>
        <p:nvSpPr>
          <p:cNvPr id="34" name="audit-scope-2">
            <a:extLst xmlns:a="http://schemas.openxmlformats.org/drawingml/2006/main">
              <a:ext uri="{FF2B5EF4-FFF2-40B4-BE49-F238E27FC236}">
                <a16:creationId xmlns:a16="http://schemas.microsoft.com/office/drawing/2014/main" id="{7B6CC6F6-87DE-4D05-BF90-577CBB695A1A}"/>
              </a:ext>
            </a:extLst>
          </p:cNvPr>
          <p:cNvSpPr>
            <a:spLocks xmlns:a="http://schemas.openxmlformats.org/drawingml/2006/main" noGrp="1"/>
          </p:cNvSpPr>
          <p:nvPr/>
        </p:nvSpPr>
        <p:spPr>
          <a:xfrm xmlns:a="http://schemas.openxmlformats.org/drawingml/2006/main">
            <a:off x="1162050" y="8991600"/>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650" b="1" i="0">
                <a:solidFill>
                  <a:srgbClr val="431218"/>
                </a:solidFill>
                <a:latin typeface="Noto Sans CJK TC"/>
                <a:ea typeface="Noto Sans CJK TC"/>
                <a:cs typeface="Noto Sans CJK TC"/>
              </a:defRPr>
            </a:pPr>
            <a:r>
              <a:rPr sz="1650" b="1" i="0">
                <a:solidFill>
                  <a:srgbClr val="431218"/>
                </a:solidFill>
                <a:latin typeface="Noto Sans CJK TC"/>
                <a:ea typeface="Noto Sans CJK TC"/>
                <a:cs typeface="Noto Sans CJK TC"/>
              </a:rPr>
              <a:t>strategy_prompt changed ｜ generation_prompt + inherited_java unchanged</a:t>
            </a:r>
          </a:p>
        </p:txBody>
      </p:sp>
      <p:sp>
        <p:nvSpPr>
          <p:cNvPr id="35" name="audit-divider-2">
            <a:extLst xmlns:a="http://schemas.openxmlformats.org/drawingml/2006/main">
              <a:ext uri="{FF2B5EF4-FFF2-40B4-BE49-F238E27FC236}">
                <a16:creationId xmlns:a16="http://schemas.microsoft.com/office/drawing/2014/main" id="{E20566D6-6F91-4F14-BA90-E1D790BE1B64}"/>
              </a:ext>
            </a:extLst>
          </p:cNvPr>
          <p:cNvSpPr>
            <a:spLocks xmlns:a="http://schemas.openxmlformats.org/drawingml/2006/main" noGrp="1"/>
          </p:cNvSpPr>
          <p:nvPr/>
        </p:nvSpPr>
        <p:spPr>
          <a:xfrm xmlns:a="http://schemas.openxmlformats.org/drawingml/2006/main">
            <a:off x="7286625" y="8667750"/>
            <a:ext cx="0" cy="685800"/>
          </a:xfrm>
          <a:prstGeom xmlns:a="http://schemas.openxmlformats.org/drawingml/2006/main" prst="line">
            <a:avLst/>
          </a:prstGeom>
          <a:noFill xmlns:a="http://schemas.openxmlformats.org/drawingml/2006/main"/>
          <a:ln xmlns:a="http://schemas.openxmlformats.org/drawingml/2006/main" w="11430">
            <a:solidFill>
              <a:srgbClr val="BF872B"/>
            </a:solidFill>
            <a:prstDash val="solid"/>
          </a:ln>
        </p:spPr>
      </p:sp>
      <p:sp>
        <p:nvSpPr>
          <p:cNvPr id="36" name="audit-review-label-2">
            <a:extLst xmlns:a="http://schemas.openxmlformats.org/drawingml/2006/main">
              <a:ext uri="{FF2B5EF4-FFF2-40B4-BE49-F238E27FC236}">
                <a16:creationId xmlns:a16="http://schemas.microsoft.com/office/drawing/2014/main" id="{57E09836-D1E7-4A52-A337-0731F353B3D1}"/>
              </a:ext>
            </a:extLst>
          </p:cNvPr>
          <p:cNvSpPr>
            <a:spLocks xmlns:a="http://schemas.openxmlformats.org/drawingml/2006/main" noGrp="1"/>
          </p:cNvSpPr>
          <p:nvPr/>
        </p:nvSpPr>
        <p:spPr>
          <a:xfrm xmlns:a="http://schemas.openxmlformats.org/drawingml/2006/main">
            <a:off x="7620000" y="86868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i="0">
                <a:solidFill>
                  <a:srgbClr val="BF872B"/>
                </a:solidFill>
                <a:latin typeface="Noto Sans CJK TC"/>
                <a:ea typeface="Noto Sans CJK TC"/>
                <a:cs typeface="Noto Sans CJK TC"/>
              </a:defRPr>
            </a:pPr>
            <a:r>
              <a:rPr sz="1350" b="1" i="0">
                <a:solidFill>
                  <a:srgbClr val="BF872B"/>
                </a:solidFill>
                <a:latin typeface="Noto Sans CJK TC"/>
                <a:ea typeface="Noto Sans CJK TC"/>
                <a:cs typeface="Noto Sans CJK TC"/>
              </a:rPr>
              <a:t>人工確認重點</a:t>
            </a:r>
          </a:p>
        </p:txBody>
      </p:sp>
      <p:sp>
        <p:nvSpPr>
          <p:cNvPr id="37" name="audit-review-2">
            <a:extLst xmlns:a="http://schemas.openxmlformats.org/drawingml/2006/main">
              <a:ext uri="{FF2B5EF4-FFF2-40B4-BE49-F238E27FC236}">
                <a16:creationId xmlns:a16="http://schemas.microsoft.com/office/drawing/2014/main" id="{CA0E3D83-99C1-4243-97B0-A7FFAF9DCFB5}"/>
              </a:ext>
            </a:extLst>
          </p:cNvPr>
          <p:cNvSpPr>
            <a:spLocks xmlns:a="http://schemas.openxmlformats.org/drawingml/2006/main" noGrp="1"/>
          </p:cNvSpPr>
          <p:nvPr/>
        </p:nvSpPr>
        <p:spPr>
          <a:xfrm xmlns:a="http://schemas.openxmlformats.org/drawingml/2006/main">
            <a:off x="7620000" y="8991600"/>
            <a:ext cx="942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引入 HP／距離／Worker 數門檻，且「carry 0」與「carry &lt;5 回基地」語意互相衝突。</a:t>
            </a:r>
          </a:p>
        </p:txBody>
      </p:sp>
    </p:spTree>
    <p:extLst>
      <p:ext uri="{BB962C8B-B14F-4D97-AF65-F5344CB8AC3E}">
        <p14:creationId xmlns:p14="http://schemas.microsoft.com/office/powerpoint/2010/main" val="1295968199"/>
      </p:ext>
    </p:extLst>
  </p:cSld>
</p:sld>
</file>

<file path=ppt/slides/slide3.xml><?xml version="1.0" encoding="utf-8"?>
<p:sld xmlns:p="http://schemas.openxmlformats.org/presentationml/2006/main">
  <p:cSld>
    <p:bg>
      <p:bgPr>
        <a:solidFill xmlns:a="http://schemas.openxmlformats.org/drawingml/2006/main">
          <a:srgbClr val="FFF9F3"/>
        </a:solidFill>
      </p:bgPr>
    </p:bg>
    <p:spTree>
      <p:nvGrpSpPr>
        <p:cNvPr id="1" name=""/>
        <p:cNvGrpSpPr/>
        <p:nvPr/>
      </p:nvGrpSpPr>
      <p:grpSpPr>
        <a:xfrm xmlns:a="http://schemas.openxmlformats.org/drawingml/2006/main"/>
      </p:grpSpPr>
      <p:sp>
        <p:nvSpPr>
          <p:cNvPr id="38" name="top-rule-3">
            <a:extLst xmlns:a="http://schemas.openxmlformats.org/drawingml/2006/main">
              <a:ext uri="{FF2B5EF4-FFF2-40B4-BE49-F238E27FC236}">
                <a16:creationId xmlns:a16="http://schemas.microsoft.com/office/drawing/2014/main" id="{D4270C39-9B56-4A3A-A368-B324169F3E7C}"/>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ule-right-3">
            <a:extLst xmlns:a="http://schemas.openxmlformats.org/drawingml/2006/main">
              <a:ext uri="{FF2B5EF4-FFF2-40B4-BE49-F238E27FC236}">
                <a16:creationId xmlns:a16="http://schemas.microsoft.com/office/drawing/2014/main" id="{587DA39B-940D-45A9-BFB0-8C81808D7CA1}"/>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top-diamond-a-3">
            <a:extLst xmlns:a="http://schemas.openxmlformats.org/drawingml/2006/main">
              <a:ext uri="{FF2B5EF4-FFF2-40B4-BE49-F238E27FC236}">
                <a16:creationId xmlns:a16="http://schemas.microsoft.com/office/drawing/2014/main" id="{04D3DF12-3B07-481F-984E-7AF1CAE6EBBA}"/>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top-diamond-b-3">
            <a:extLst xmlns:a="http://schemas.openxmlformats.org/drawingml/2006/main">
              <a:ext uri="{FF2B5EF4-FFF2-40B4-BE49-F238E27FC236}">
                <a16:creationId xmlns:a16="http://schemas.microsoft.com/office/drawing/2014/main" id="{16C7D582-258D-4DE8-8FE7-F67FD163C929}"/>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top-diamond-c-3">
            <a:extLst xmlns:a="http://schemas.openxmlformats.org/drawingml/2006/main">
              <a:ext uri="{FF2B5EF4-FFF2-40B4-BE49-F238E27FC236}">
                <a16:creationId xmlns:a16="http://schemas.microsoft.com/office/drawing/2014/main" id="{1B82BB3A-B86F-40A3-BF0C-36EB7859F687}"/>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circle-3">
            <a:extLst xmlns:a="http://schemas.openxmlformats.org/drawingml/2006/main">
              <a:ext uri="{FF2B5EF4-FFF2-40B4-BE49-F238E27FC236}">
                <a16:creationId xmlns:a16="http://schemas.microsoft.com/office/drawing/2014/main" id="{504E3C47-EC5B-47BE-A4B3-4033CA726883}"/>
              </a:ext>
            </a:extLst>
          </p:cNvPr>
          <p:cNvSpPr>
            <a:spLocks xmlns:a="http://schemas.openxmlformats.org/drawingml/2006/main" noGrp="1"/>
          </p:cNvSpPr>
          <p:nvPr/>
        </p:nvSpPr>
        <p:spPr>
          <a:xfrm xmlns:a="http://schemas.openxmlformats.org/drawingml/2006/main">
            <a:off x="742950" y="552450"/>
            <a:ext cx="685800" cy="6858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FFFDF9"/>
                </a:solidFill>
                <a:latin typeface="Noto Serif CJK TC"/>
                <a:ea typeface="Noto Serif CJK TC"/>
                <a:cs typeface="Noto Serif CJK TC"/>
              </a:defRPr>
            </a:pPr>
            <a:r>
              <a:rPr sz="2100" b="1">
                <a:solidFill>
                  <a:srgbClr val="FFFDF9"/>
                </a:solidFill>
                <a:latin typeface="Noto Serif CJK TC"/>
                <a:ea typeface="Noto Serif CJK TC"/>
                <a:cs typeface="Noto Serif CJK TC"/>
              </a:rPr>
              <a:t>S3</a:t>
            </a:r>
          </a:p>
        </p:txBody>
      </p:sp>
      <p:sp>
        <p:nvSpPr>
          <p:cNvPr id="7" name="status-3">
            <a:extLst xmlns:a="http://schemas.openxmlformats.org/drawingml/2006/main">
              <a:ext uri="{FF2B5EF4-FFF2-40B4-BE49-F238E27FC236}">
                <a16:creationId xmlns:a16="http://schemas.microsoft.com/office/drawing/2014/main" id="{11121422-A792-418D-B88A-430B344EAD60}"/>
              </a:ext>
            </a:extLst>
          </p:cNvPr>
          <p:cNvSpPr>
            <a:spLocks xmlns:a="http://schemas.openxmlformats.org/drawingml/2006/main" noGrp="1"/>
          </p:cNvSpPr>
          <p:nvPr/>
        </p:nvSpPr>
        <p:spPr>
          <a:xfrm xmlns:a="http://schemas.openxmlformats.org/drawingml/2006/main">
            <a:off x="13811250" y="628650"/>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650" b="1" i="0">
                <a:solidFill>
                  <a:srgbClr val="47795C"/>
                </a:solidFill>
                <a:latin typeface="Noto Sans CJK TC"/>
                <a:ea typeface="Noto Sans CJK TC"/>
                <a:cs typeface="Noto Sans CJK TC"/>
              </a:defRPr>
            </a:pPr>
            <a:r>
              <a:rPr sz="1650" b="1" i="0">
                <a:solidFill>
                  <a:srgbClr val="47795C"/>
                </a:solidFill>
                <a:latin typeface="Noto Sans CJK TC"/>
                <a:ea typeface="Noto Sans CJK TC"/>
                <a:cs typeface="Noto Sans CJK TC"/>
              </a:rPr>
              <a:t>APPLIED · 11/11 responses</a:t>
            </a:r>
          </a:p>
        </p:txBody>
      </p:sp>
      <p:sp>
        <p:nvSpPr>
          <p:cNvPr id="8" name="col-rule-a-3">
            <a:extLst xmlns:a="http://schemas.openxmlformats.org/drawingml/2006/main">
              <a:ext uri="{FF2B5EF4-FFF2-40B4-BE49-F238E27FC236}">
                <a16:creationId xmlns:a16="http://schemas.microsoft.com/office/drawing/2014/main" id="{20E12210-49B6-476F-A388-559B1FA139DC}"/>
              </a:ext>
            </a:extLst>
          </p:cNvPr>
          <p:cNvSpPr>
            <a:spLocks xmlns:a="http://schemas.openxmlformats.org/drawingml/2006/main" noGrp="1"/>
          </p:cNvSpPr>
          <p:nvPr/>
        </p:nvSpPr>
        <p:spPr>
          <a:xfrm xmlns:a="http://schemas.openxmlformats.org/drawingml/2006/main">
            <a:off x="5638800" y="1943100"/>
            <a:ext cx="0" cy="619125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9" name="col-rule-b-3">
            <a:extLst xmlns:a="http://schemas.openxmlformats.org/drawingml/2006/main">
              <a:ext uri="{FF2B5EF4-FFF2-40B4-BE49-F238E27FC236}">
                <a16:creationId xmlns:a16="http://schemas.microsoft.com/office/drawing/2014/main" id="{0B9035F6-3AA7-433C-880D-A59D2F052E0D}"/>
              </a:ext>
            </a:extLst>
          </p:cNvPr>
          <p:cNvSpPr>
            <a:spLocks xmlns:a="http://schemas.openxmlformats.org/drawingml/2006/main" noGrp="1"/>
          </p:cNvSpPr>
          <p:nvPr/>
        </p:nvSpPr>
        <p:spPr>
          <a:xfrm xmlns:a="http://schemas.openxmlformats.org/drawingml/2006/main">
            <a:off x="11353800" y="1943100"/>
            <a:ext cx="0" cy="619125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10" name="flow-a-3">
            <a:extLst xmlns:a="http://schemas.openxmlformats.org/drawingml/2006/main">
              <a:ext uri="{FF2B5EF4-FFF2-40B4-BE49-F238E27FC236}">
                <a16:creationId xmlns:a16="http://schemas.microsoft.com/office/drawing/2014/main" id="{687B0A90-B0B9-4971-8159-F984126C2105}"/>
              </a:ext>
            </a:extLst>
          </p:cNvPr>
          <p:cNvSpPr>
            <a:spLocks xmlns:a="http://schemas.openxmlformats.org/drawingml/2006/main" noGrp="1"/>
          </p:cNvSpPr>
          <p:nvPr/>
        </p:nvSpPr>
        <p:spPr>
          <a:xfrm xmlns:a="http://schemas.openxmlformats.org/drawingml/2006/main">
            <a:off x="5467350" y="1638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2175" b="1" i="0">
                <a:solidFill>
                  <a:srgbClr val="BF872B"/>
                </a:solidFill>
                <a:latin typeface="Noto Sans CJK TC"/>
                <a:ea typeface="Noto Sans CJK TC"/>
                <a:cs typeface="Noto Sans CJK TC"/>
              </a:defRPr>
            </a:pPr>
            <a:r>
              <a:rPr sz="2175" b="1" i="0">
                <a:solidFill>
                  <a:srgbClr val="BF872B"/>
                </a:solidFill>
                <a:latin typeface="Noto Sans CJK TC"/>
                <a:ea typeface="Noto Sans CJK TC"/>
                <a:cs typeface="Noto Sans CJK TC"/>
              </a:rPr>
              <a:t>→</a:t>
            </a:r>
          </a:p>
        </p:txBody>
      </p:sp>
      <p:sp>
        <p:nvSpPr>
          <p:cNvPr id="11" name="flow-b-3">
            <a:extLst xmlns:a="http://schemas.openxmlformats.org/drawingml/2006/main">
              <a:ext uri="{FF2B5EF4-FFF2-40B4-BE49-F238E27FC236}">
                <a16:creationId xmlns:a16="http://schemas.microsoft.com/office/drawing/2014/main" id="{9BD5A0B7-3242-4FAF-80D6-83BE3ADF0762}"/>
              </a:ext>
            </a:extLst>
          </p:cNvPr>
          <p:cNvSpPr>
            <a:spLocks xmlns:a="http://schemas.openxmlformats.org/drawingml/2006/main" noGrp="1"/>
          </p:cNvSpPr>
          <p:nvPr/>
        </p:nvSpPr>
        <p:spPr>
          <a:xfrm xmlns:a="http://schemas.openxmlformats.org/drawingml/2006/main">
            <a:off x="11182350" y="1638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2175" b="1" i="0">
                <a:solidFill>
                  <a:srgbClr val="BF872B"/>
                </a:solidFill>
                <a:latin typeface="Noto Sans CJK TC"/>
                <a:ea typeface="Noto Sans CJK TC"/>
                <a:cs typeface="Noto Sans CJK TC"/>
              </a:defRPr>
            </a:pPr>
            <a:r>
              <a:rPr sz="2175" b="1" i="0">
                <a:solidFill>
                  <a:srgbClr val="BF872B"/>
                </a:solidFill>
                <a:latin typeface="Noto Sans CJK TC"/>
                <a:ea typeface="Noto Sans CJK TC"/>
                <a:cs typeface="Noto Sans CJK TC"/>
              </a:rPr>
              <a:t>→</a:t>
            </a:r>
          </a:p>
        </p:txBody>
      </p:sp>
      <p:sp>
        <p:nvSpPr>
          <p:cNvPr id="12" name="bottom-rule-3">
            <a:extLst xmlns:a="http://schemas.openxmlformats.org/drawingml/2006/main">
              <a:ext uri="{FF2B5EF4-FFF2-40B4-BE49-F238E27FC236}">
                <a16:creationId xmlns:a16="http://schemas.microsoft.com/office/drawing/2014/main" id="{AB4B4E0B-8CD5-498F-A888-73CA8745060D}"/>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13" name="page-3">
            <a:extLst xmlns:a="http://schemas.openxmlformats.org/drawingml/2006/main">
              <a:ext uri="{FF2B5EF4-FFF2-40B4-BE49-F238E27FC236}">
                <a16:creationId xmlns:a16="http://schemas.microsoft.com/office/drawing/2014/main" id="{3C6A062B-B85B-454F-BA81-DBB6F99DD549}"/>
              </a:ext>
            </a:extLst>
          </p:cNvPr>
          <p:cNvSpPr>
            <a:spLocks xmlns:a="http://schemas.openxmlformats.org/drawingml/2006/main" noGrp="1"/>
          </p:cNvSpPr>
          <p:nvPr/>
        </p:nvSpPr>
        <p:spPr>
          <a:xfrm xmlns:a="http://schemas.openxmlformats.org/drawingml/2006/main">
            <a:off x="16383000" y="985837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03 / 09</a:t>
            </a:r>
          </a:p>
        </p:txBody>
      </p:sp>
      <p:sp>
        <p:nvSpPr>
          <p:cNvPr id="14" name="title-3">
            <a:extLst xmlns:a="http://schemas.openxmlformats.org/drawingml/2006/main">
              <a:ext uri="{FF2B5EF4-FFF2-40B4-BE49-F238E27FC236}">
                <a16:creationId xmlns:a16="http://schemas.microsoft.com/office/drawing/2014/main" id="{4B701C98-DEE2-4467-AF64-15B680E586C0}"/>
              </a:ext>
            </a:extLst>
          </p:cNvPr>
          <p:cNvSpPr>
            <a:spLocks xmlns:a="http://schemas.openxmlformats.org/drawingml/2006/main" noGrp="1"/>
          </p:cNvSpPr>
          <p:nvPr/>
        </p:nvSpPr>
        <p:spPr>
          <a:xfrm xmlns:a="http://schemas.openxmlformats.org/drawingml/2006/main">
            <a:off x="1676400" y="476250"/>
            <a:ext cx="1162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4200" b="1" i="0">
                <a:solidFill>
                  <a:srgbClr val="431218"/>
                </a:solidFill>
                <a:latin typeface="Noto Serif CJK TC"/>
                <a:ea typeface="Noto Serif CJK TC"/>
                <a:cs typeface="Noto Serif CJK TC"/>
              </a:defRPr>
            </a:pPr>
            <a:r>
              <a:rPr sz="4200" b="1" i="0">
                <a:solidFill>
                  <a:srgbClr val="431218"/>
                </a:solidFill>
                <a:latin typeface="Noto Serif CJK TC"/>
                <a:ea typeface="Noto Serif CJK TC"/>
                <a:cs typeface="Noto Serif CJK TC"/>
              </a:rPr>
              <a:t>Strategy 3｜條件式混合兵種的語義錯置</a:t>
            </a:r>
          </a:p>
        </p:txBody>
      </p:sp>
      <p:sp>
        <p:nvSpPr>
          <p:cNvPr id="15" name="subtitle-3">
            <a:extLst xmlns:a="http://schemas.openxmlformats.org/drawingml/2006/main">
              <a:ext uri="{FF2B5EF4-FFF2-40B4-BE49-F238E27FC236}">
                <a16:creationId xmlns:a16="http://schemas.microsoft.com/office/drawing/2014/main" id="{2F98D3C6-2D9A-4000-ABA5-EBF3A9ECFD60}"/>
              </a:ext>
            </a:extLst>
          </p:cNvPr>
          <p:cNvSpPr>
            <a:spLocks xmlns:a="http://schemas.openxmlformats.org/drawingml/2006/main" noGrp="1"/>
          </p:cNvSpPr>
          <p:nvPr/>
        </p:nvSpPr>
        <p:spPr>
          <a:xfrm xmlns:a="http://schemas.openxmlformats.org/drawingml/2006/main">
            <a:off x="1695450" y="1123950"/>
            <a:ext cx="1428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i="1">
                <a:solidFill>
                  <a:srgbClr val="62606A"/>
                </a:solidFill>
                <a:latin typeface="Noto Serif CJK TC"/>
                <a:ea typeface="Noto Serif CJK TC"/>
                <a:cs typeface="Noto Serif CJK TC"/>
              </a:defRPr>
            </a:pPr>
            <a:r>
              <a:rPr sz="1725" b="0" i="1">
                <a:solidFill>
                  <a:srgbClr val="62606A"/>
                </a:solidFill>
                <a:latin typeface="Noto Serif CJK TC"/>
                <a:ea typeface="Noto Serif CJK TC"/>
                <a:cs typeface="Noto Serif CJK TC"/>
              </a:rPr>
              <a:t>同一份 evidence，第三次改成 50/30/20 配比與 threat-triggered Barracks</a:t>
            </a:r>
          </a:p>
        </p:txBody>
      </p:sp>
      <p:sp>
        <p:nvSpPr>
          <p:cNvPr id="16" name="column-heading-3-0">
            <a:extLst xmlns:a="http://schemas.openxmlformats.org/drawingml/2006/main">
              <a:ext uri="{FF2B5EF4-FFF2-40B4-BE49-F238E27FC236}">
                <a16:creationId xmlns:a16="http://schemas.microsoft.com/office/drawing/2014/main" id="{57D43DA5-F9D7-48F3-B397-3494C0C804B4}"/>
              </a:ext>
            </a:extLst>
          </p:cNvPr>
          <p:cNvSpPr>
            <a:spLocks xmlns:a="http://schemas.openxmlformats.org/drawingml/2006/main" noGrp="1"/>
          </p:cNvSpPr>
          <p:nvPr/>
        </p:nvSpPr>
        <p:spPr>
          <a:xfrm xmlns:a="http://schemas.openxmlformats.org/drawingml/2006/main">
            <a:off x="857250" y="16573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原始 Policy</a:t>
            </a:r>
          </a:p>
        </p:txBody>
      </p:sp>
      <p:sp>
        <p:nvSpPr>
          <p:cNvPr id="17" name="column-rule-3-0">
            <a:extLst xmlns:a="http://schemas.openxmlformats.org/drawingml/2006/main">
              <a:ext uri="{FF2B5EF4-FFF2-40B4-BE49-F238E27FC236}">
                <a16:creationId xmlns:a16="http://schemas.microsoft.com/office/drawing/2014/main" id="{01AC3CF3-8EAD-4159-8201-A133DDE2649D}"/>
              </a:ext>
            </a:extLst>
          </p:cNvPr>
          <p:cNvSpPr>
            <a:spLocks xmlns:a="http://schemas.openxmlformats.org/drawingml/2006/main" noGrp="1"/>
          </p:cNvSpPr>
          <p:nvPr/>
        </p:nvSpPr>
        <p:spPr>
          <a:xfrm xmlns:a="http://schemas.openxmlformats.org/drawingml/2006/main">
            <a:off x="857250" y="2057400"/>
            <a:ext cx="447675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18" name="column-heading-3-1">
            <a:extLst xmlns:a="http://schemas.openxmlformats.org/drawingml/2006/main">
              <a:ext uri="{FF2B5EF4-FFF2-40B4-BE49-F238E27FC236}">
                <a16:creationId xmlns:a16="http://schemas.microsoft.com/office/drawing/2014/main" id="{11AE175E-7DF6-4280-B186-5EC98E480877}"/>
              </a:ext>
            </a:extLst>
          </p:cNvPr>
          <p:cNvSpPr>
            <a:spLocks xmlns:a="http://schemas.openxmlformats.org/drawingml/2006/main" noGrp="1"/>
          </p:cNvSpPr>
          <p:nvPr/>
        </p:nvSpPr>
        <p:spPr>
          <a:xfrm xmlns:a="http://schemas.openxmlformats.org/drawingml/2006/main">
            <a:off x="5924550" y="165735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送進 Reflection 的內容</a:t>
            </a:r>
          </a:p>
        </p:txBody>
      </p:sp>
      <p:sp>
        <p:nvSpPr>
          <p:cNvPr id="19" name="column-rule-3-1">
            <a:extLst xmlns:a="http://schemas.openxmlformats.org/drawingml/2006/main">
              <a:ext uri="{FF2B5EF4-FFF2-40B4-BE49-F238E27FC236}">
                <a16:creationId xmlns:a16="http://schemas.microsoft.com/office/drawing/2014/main" id="{A833102E-4687-4BC6-B148-0B27B0990ADF}"/>
              </a:ext>
            </a:extLst>
          </p:cNvPr>
          <p:cNvSpPr>
            <a:spLocks xmlns:a="http://schemas.openxmlformats.org/drawingml/2006/main" noGrp="1"/>
          </p:cNvSpPr>
          <p:nvPr/>
        </p:nvSpPr>
        <p:spPr>
          <a:xfrm xmlns:a="http://schemas.openxmlformats.org/drawingml/2006/main">
            <a:off x="5924550" y="2057400"/>
            <a:ext cx="514350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20" name="column-heading-3-2">
            <a:extLst xmlns:a="http://schemas.openxmlformats.org/drawingml/2006/main">
              <a:ext uri="{FF2B5EF4-FFF2-40B4-BE49-F238E27FC236}">
                <a16:creationId xmlns:a16="http://schemas.microsoft.com/office/drawing/2014/main" id="{9D9ADC5E-9FEA-44A3-A2C6-F7CB9D55FB44}"/>
              </a:ext>
            </a:extLst>
          </p:cNvPr>
          <p:cNvSpPr>
            <a:spLocks xmlns:a="http://schemas.openxmlformats.org/drawingml/2006/main" noGrp="1"/>
          </p:cNvSpPr>
          <p:nvPr/>
        </p:nvSpPr>
        <p:spPr>
          <a:xfrm xmlns:a="http://schemas.openxmlformats.org/drawingml/2006/main">
            <a:off x="11639550" y="1657350"/>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Reflection 後／實際套用</a:t>
            </a:r>
          </a:p>
        </p:txBody>
      </p:sp>
      <p:sp>
        <p:nvSpPr>
          <p:cNvPr id="21" name="column-rule-3-2">
            <a:extLst xmlns:a="http://schemas.openxmlformats.org/drawingml/2006/main">
              <a:ext uri="{FF2B5EF4-FFF2-40B4-BE49-F238E27FC236}">
                <a16:creationId xmlns:a16="http://schemas.microsoft.com/office/drawing/2014/main" id="{CE2DA0F8-BCAE-4902-A161-1B0351BE10D6}"/>
              </a:ext>
            </a:extLst>
          </p:cNvPr>
          <p:cNvSpPr>
            <a:spLocks xmlns:a="http://schemas.openxmlformats.org/drawingml/2006/main" noGrp="1"/>
          </p:cNvSpPr>
          <p:nvPr/>
        </p:nvSpPr>
        <p:spPr>
          <a:xfrm xmlns:a="http://schemas.openxmlformats.org/drawingml/2006/main">
            <a:off x="11639550" y="2057400"/>
            <a:ext cx="581025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22" name="original-policy-3">
            <a:extLst xmlns:a="http://schemas.openxmlformats.org/drawingml/2006/main">
              <a:ext uri="{FF2B5EF4-FFF2-40B4-BE49-F238E27FC236}">
                <a16:creationId xmlns:a16="http://schemas.microsoft.com/office/drawing/2014/main" id="{4792B299-FDA7-43DA-944C-B37B6B2A1C2C}"/>
              </a:ext>
            </a:extLst>
          </p:cNvPr>
          <p:cNvSpPr>
            <a:spLocks xmlns:a="http://schemas.openxmlformats.org/drawingml/2006/main" noGrp="1"/>
          </p:cNvSpPr>
          <p:nvPr/>
        </p:nvSpPr>
        <p:spPr>
          <a:xfrm xmlns:a="http://schemas.openxmlformats.org/drawingml/2006/main">
            <a:off x="857250" y="2305050"/>
            <a:ext cx="44767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i="0">
                <a:solidFill>
                  <a:srgbClr val="25252A"/>
                </a:solidFill>
                <a:latin typeface="Noto Serif CJK TC"/>
                <a:ea typeface="Noto Serif CJK TC"/>
                <a:cs typeface="Noto Serif CJK TC"/>
              </a:defRPr>
            </a:pPr>
            <a:r>
              <a:rPr sz="1650" b="0" i="0">
                <a:solidFill>
                  <a:srgbClr val="25252A"/>
                </a:solidFill>
                <a:latin typeface="Noto Serif CJK TC"/>
                <a:ea typeface="Noto Serif CJK TC"/>
                <a:cs typeface="Noto Serif CJK TC"/>
              </a:rPr>
              <a:t>Use a continuous Worker-rush policy.</a:t>
            </a:r>
          </a:p>
          <a:p xmlns:a="http://schemas.openxmlformats.org/drawingml/2006/main">
            <a:r>
              <a:t/>
            </a:r>
          </a:p>
          <a:p xmlns:a="http://schemas.openxmlformats.org/drawingml/2006/main">
            <a:pPr algn="l">
              <a:lnSpc>
                <a:spcPct val="116000"/>
              </a:lnSpc>
              <a:buNone/>
              <a:defRPr sz="1650" b="0" i="0">
                <a:solidFill>
                  <a:srgbClr val="25252A"/>
                </a:solidFill>
                <a:latin typeface="Noto Serif CJK TC"/>
                <a:ea typeface="Noto Serif CJK TC"/>
                <a:cs typeface="Noto Serif CJK TC"/>
              </a:defRPr>
            </a:pPr>
            <a:r>
              <a:rPr sz="1650" b="0" i="0">
                <a:solidFill>
                  <a:srgbClr val="25252A"/>
                </a:solidFill>
                <a:latin typeface="Noto Serif CJK TC"/>
                <a:ea typeface="Noto Serif CJK TC"/>
                <a:cs typeface="Noto Serif CJK TC"/>
              </a:rP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p:txBody>
      </p:sp>
      <p:sp>
        <p:nvSpPr>
          <p:cNvPr id="23" name="original-policy-fixed-3">
            <a:extLst xmlns:a="http://schemas.openxmlformats.org/drawingml/2006/main">
              <a:ext uri="{FF2B5EF4-FFF2-40B4-BE49-F238E27FC236}">
                <a16:creationId xmlns:a16="http://schemas.microsoft.com/office/drawing/2014/main" id="{2FFD8AB1-13EF-4E27-9B95-3AE3052BC93F}"/>
              </a:ext>
            </a:extLst>
          </p:cNvPr>
          <p:cNvSpPr>
            <a:spLocks xmlns:a="http://schemas.openxmlformats.org/drawingml/2006/main" noGrp="1"/>
          </p:cNvSpPr>
          <p:nvPr/>
        </p:nvSpPr>
        <p:spPr>
          <a:xfrm xmlns:a="http://schemas.openxmlformats.org/drawingml/2006/main">
            <a:off x="857250" y="7239000"/>
            <a:ext cx="4476750" cy="438150"/>
          </a:xfrm>
          <a:prstGeom xmlns:a="http://schemas.openxmlformats.org/drawingml/2006/main" prst="roundRect">
            <a:avLst>
              <a:gd name="adj" fmla="val 39130"/>
            </a:avLst>
          </a:prstGeom>
          <a:solidFill xmlns:a="http://schemas.openxmlformats.org/drawingml/2006/main">
            <a:srgbClr val="F4E5C7"/>
          </a:solidFill>
          <a:ln xmlns:a="http://schemas.openxmlformats.org/drawingml/2006/main" w="9525">
            <a:solidFill>
              <a:srgbClr val="BF872B"/>
            </a:solidFill>
            <a:prstDash val="solid"/>
          </a:ln>
        </p:spPr>
        <p:txBody>
          <a:bodyPr xmlns:a="http://schemas.openxmlformats.org/drawingml/2006/main" wrap="square" lIns="95250" tIns="38100" rIns="95250" bIns="38100" anchor="ctr">
            <a:noAutofit/>
          </a:bodyPr>
          <a:lstStyle xmlns:a="http://schemas.openxmlformats.org/drawingml/2006/main"/>
          <a:p xmlns:a="http://schemas.openxmlformats.org/drawingml/2006/main">
            <a:pPr algn="ctr">
              <a:lnSpc>
                <a:spcPct val="110000"/>
              </a:lnSpc>
              <a:buNone/>
              <a:defRPr sz="1575" b="1" i="0">
                <a:solidFill>
                  <a:srgbClr val="BF872B"/>
                </a:solidFill>
                <a:latin typeface="Noto Sans CJK TC"/>
                <a:ea typeface="Noto Sans CJK TC"/>
                <a:cs typeface="Noto Sans CJK TC"/>
              </a:defRPr>
            </a:pPr>
            <a:r>
              <a:rPr sz="1575" b="1" i="0">
                <a:solidFill>
                  <a:srgbClr val="BF872B"/>
                </a:solidFill>
                <a:latin typeface="Noto Sans CJK TC"/>
                <a:ea typeface="Noto Sans CJK TC"/>
                <a:cs typeface="Noto Sans CJK TC"/>
              </a:rPr>
              <a:t>固定輸入｜9 次完全相同</a:t>
            </a:r>
          </a:p>
        </p:txBody>
      </p:sp>
      <p:sp>
        <p:nvSpPr>
          <p:cNvPr id="24" name="original-policy-sha-3">
            <a:extLst xmlns:a="http://schemas.openxmlformats.org/drawingml/2006/main">
              <a:ext uri="{FF2B5EF4-FFF2-40B4-BE49-F238E27FC236}">
                <a16:creationId xmlns:a16="http://schemas.microsoft.com/office/drawing/2014/main" id="{D171AF51-9119-46E9-96D4-7E590BD9EFC0}"/>
              </a:ext>
            </a:extLst>
          </p:cNvPr>
          <p:cNvSpPr>
            <a:spLocks xmlns:a="http://schemas.openxmlformats.org/drawingml/2006/main" noGrp="1"/>
          </p:cNvSpPr>
          <p:nvPr/>
        </p:nvSpPr>
        <p:spPr>
          <a:xfrm xmlns:a="http://schemas.openxmlformats.org/drawingml/2006/main">
            <a:off x="857250" y="78105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275" b="0" i="0">
                <a:solidFill>
                  <a:srgbClr val="62606A"/>
                </a:solidFill>
                <a:latin typeface="DejaVu Sans Mono"/>
                <a:ea typeface="DejaVu Sans Mono"/>
                <a:cs typeface="DejaVu Sans Mono"/>
              </a:defRPr>
            </a:pPr>
            <a:r>
              <a:rPr sz="1275" b="0" i="0">
                <a:solidFill>
                  <a:srgbClr val="62606A"/>
                </a:solidFill>
                <a:latin typeface="DejaVu Sans Mono"/>
                <a:ea typeface="DejaVu Sans Mono"/>
                <a:cs typeface="DejaVu Sans Mono"/>
              </a:rPr>
              <a:t>strategy_prompt SHA256  effc9103…9e88</a:t>
            </a:r>
          </a:p>
        </p:txBody>
      </p:sp>
      <p:sp>
        <p:nvSpPr>
          <p:cNvPr id="25" name="strategy-input-summary-3">
            <a:extLst xmlns:a="http://schemas.openxmlformats.org/drawingml/2006/main">
              <a:ext uri="{FF2B5EF4-FFF2-40B4-BE49-F238E27FC236}">
                <a16:creationId xmlns:a16="http://schemas.microsoft.com/office/drawing/2014/main" id="{9BDD6A00-C5B1-4B9A-849C-B7EAC5B4CBD7}"/>
              </a:ext>
            </a:extLst>
          </p:cNvPr>
          <p:cNvSpPr>
            <a:spLocks xmlns:a="http://schemas.openxmlformats.org/drawingml/2006/main" noGrp="1"/>
          </p:cNvSpPr>
          <p:nvPr/>
        </p:nvSpPr>
        <p:spPr>
          <a:xfrm xmlns:a="http://schemas.openxmlformats.org/drawingml/2006/main">
            <a:off x="5924550" y="2324100"/>
            <a:ext cx="514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1" i="0">
                <a:solidFill>
                  <a:srgbClr val="431218"/>
                </a:solidFill>
                <a:latin typeface="Noto Serif CJK TC"/>
                <a:ea typeface="Noto Serif CJK TC"/>
                <a:cs typeface="Noto Serif CJK TC"/>
              </a:defRPr>
            </a:pPr>
            <a:r>
              <a:rPr sz="1650" b="1" i="0">
                <a:solidFill>
                  <a:srgbClr val="431218"/>
                </a:solidFill>
                <a:latin typeface="Noto Serif CJK TC"/>
                <a:ea typeface="Noto Serif CJK TC"/>
                <a:cs typeface="Noto Serif CJK TC"/>
              </a:rPr>
              <a:t>固定 evidence：10 場 match traces ＋ 全部 180 場 W/D/L summary</a:t>
            </a:r>
          </a:p>
        </p:txBody>
      </p:sp>
      <p:sp>
        <p:nvSpPr>
          <p:cNvPr id="26" name="strategy-match-list-3">
            <a:extLst xmlns:a="http://schemas.openxmlformats.org/drawingml/2006/main">
              <a:ext uri="{FF2B5EF4-FFF2-40B4-BE49-F238E27FC236}">
                <a16:creationId xmlns:a16="http://schemas.microsoft.com/office/drawing/2014/main" id="{2E45A3BB-8C93-4558-8939-5F18D40BB0E9}"/>
              </a:ext>
            </a:extLst>
          </p:cNvPr>
          <p:cNvSpPr>
            <a:spLocks xmlns:a="http://schemas.openxmlformats.org/drawingml/2006/main" noGrp="1"/>
          </p:cNvSpPr>
          <p:nvPr/>
        </p:nvSpPr>
        <p:spPr>
          <a:xfrm xmlns:a="http://schemas.openxmlformats.org/drawingml/2006/main">
            <a:off x="5981700" y="3105150"/>
            <a:ext cx="501015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M03  passive      map_1/p1  D</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M26  random       map_2/p0  D</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M41  randombias   map_1/p1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M67  lightrush    map_3/p1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M85  heavyrush    map_3/p1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M107  workerrush   map_3/p1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M108  allinbot     map_1/p0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M139  mayari       map_3/p1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M154  coac         map_2/p0  L</a:t>
            </a:r>
          </a:p>
          <a:p xmlns:a="http://schemas.openxmlformats.org/drawingml/2006/main">
            <a:pPr algn="l">
              <a:lnSpc>
                <a:spcPct val="123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M170  tma          map_2/p0  L</a:t>
            </a:r>
          </a:p>
        </p:txBody>
      </p:sp>
      <p:sp>
        <p:nvSpPr>
          <p:cNvPr id="27" name="strategy-evidence-flow-3">
            <a:extLst xmlns:a="http://schemas.openxmlformats.org/drawingml/2006/main">
              <a:ext uri="{FF2B5EF4-FFF2-40B4-BE49-F238E27FC236}">
                <a16:creationId xmlns:a16="http://schemas.microsoft.com/office/drawing/2014/main" id="{2262AD51-3D27-4DAE-B834-8203C6B5685D}"/>
              </a:ext>
            </a:extLst>
          </p:cNvPr>
          <p:cNvSpPr>
            <a:spLocks xmlns:a="http://schemas.openxmlformats.org/drawingml/2006/main" noGrp="1"/>
          </p:cNvSpPr>
          <p:nvPr/>
        </p:nvSpPr>
        <p:spPr>
          <a:xfrm xmlns:a="http://schemas.openxmlformats.org/drawingml/2006/main">
            <a:off x="5924550" y="6477000"/>
            <a:ext cx="5143500" cy="1381125"/>
          </a:xfrm>
          <a:prstGeom xmlns:a="http://schemas.openxmlformats.org/drawingml/2006/main" prst="roundRect">
            <a:avLst>
              <a:gd name="adj" fmla="val 12414"/>
            </a:avLst>
          </a:prstGeom>
          <a:solidFill xmlns:a="http://schemas.openxmlformats.org/drawingml/2006/main">
            <a:srgbClr val="FFFDF9"/>
          </a:solidFill>
          <a:ln xmlns:a="http://schemas.openxmlformats.org/drawingml/2006/main" w="11430">
            <a:solidFill>
              <a:srgbClr val="E7B9B5"/>
            </a:solidFill>
            <a:prstDash val="solid"/>
          </a:ln>
        </p:spPr>
        <p:txBody>
          <a:bodyPr xmlns:a="http://schemas.openxmlformats.org/drawingml/2006/main" wrap="square" lIns="152400" tIns="95250" rIns="152400" bIns="95250" anchor="ctr">
            <a:noAutofit/>
          </a:bodyPr>
          <a:lstStyle xmlns:a="http://schemas.openxmlformats.org/drawingml/2006/main"/>
          <a:p xmlns:a="http://schemas.openxmlformats.org/drawingml/2006/main">
            <a:pPr algn="ctr">
              <a:lnSpc>
                <a:spcPct val="110000"/>
              </a:lnSpc>
              <a:buNone/>
              <a:defRPr sz="1575" b="0" i="0">
                <a:solidFill>
                  <a:srgbClr val="62606A"/>
                </a:solidFill>
                <a:latin typeface="Noto Serif CJK TC"/>
                <a:ea typeface="Noto Serif CJK TC"/>
                <a:cs typeface="Noto Serif CJK TC"/>
              </a:defRPr>
            </a:pPr>
            <a:r>
              <a:rPr sz="1575" b="0" i="0">
                <a:solidFill>
                  <a:srgbClr val="62606A"/>
                </a:solidFill>
                <a:latin typeface="Noto Serif CJK TC"/>
                <a:ea typeface="Noto Serif CJK TC"/>
                <a:cs typeface="Noto Serif CJK TC"/>
              </a:rPr>
              <a:t>10 × Commentator 診斷</a:t>
            </a:r>
          </a:p>
          <a:p xmlns:a="http://schemas.openxmlformats.org/drawingml/2006/main">
            <a:pPr algn="ctr">
              <a:lnSpc>
                <a:spcPct val="110000"/>
              </a:lnSpc>
              <a:buNone/>
              <a:defRPr sz="1575" b="0" i="0">
                <a:solidFill>
                  <a:srgbClr val="62606A"/>
                </a:solidFill>
                <a:latin typeface="Noto Serif CJK TC"/>
                <a:ea typeface="Noto Serif CJK TC"/>
                <a:cs typeface="Noto Serif CJK TC"/>
              </a:defRPr>
            </a:pPr>
            <a:r>
              <a:rPr sz="1575" b="0" i="0">
                <a:solidFill>
                  <a:srgbClr val="62606A"/>
                </a:solidFill>
                <a:latin typeface="Noto Serif CJK TC"/>
                <a:ea typeface="Noto Serif CJK TC"/>
                <a:cs typeface="Noto Serif CJK TC"/>
              </a:rPr>
              <a:t>↓</a:t>
            </a:r>
          </a:p>
          <a:p xmlns:a="http://schemas.openxmlformats.org/drawingml/2006/main">
            <a:pPr algn="ctr">
              <a:lnSpc>
                <a:spcPct val="110000"/>
              </a:lnSpc>
              <a:buNone/>
              <a:defRPr sz="1575" b="0" i="0">
                <a:solidFill>
                  <a:srgbClr val="62606A"/>
                </a:solidFill>
                <a:latin typeface="Noto Serif CJK TC"/>
                <a:ea typeface="Noto Serif CJK TC"/>
                <a:cs typeface="Noto Serif CJK TC"/>
              </a:defRPr>
            </a:pPr>
            <a:r>
              <a:rPr sz="1575" b="0" i="0">
                <a:solidFill>
                  <a:srgbClr val="62606A"/>
                </a:solidFill>
                <a:latin typeface="Noto Serif CJK TC"/>
                <a:ea typeface="Noto Serif CJK TC"/>
                <a:cs typeface="Noto Serif CJK TC"/>
              </a:rPr>
              <a:t>Coach 同時收到 parent policy、逐場診斷、全域 evaluation metadata</a:t>
            </a:r>
          </a:p>
        </p:txBody>
      </p:sp>
      <p:sp>
        <p:nvSpPr>
          <p:cNvPr id="28" name="strategy-result-key-3">
            <a:extLst xmlns:a="http://schemas.openxmlformats.org/drawingml/2006/main">
              <a:ext uri="{FF2B5EF4-FFF2-40B4-BE49-F238E27FC236}">
                <a16:creationId xmlns:a16="http://schemas.microsoft.com/office/drawing/2014/main" id="{087A265D-336C-4752-B3AF-632607DE19BA}"/>
              </a:ext>
            </a:extLst>
          </p:cNvPr>
          <p:cNvSpPr>
            <a:spLocks xmlns:a="http://schemas.openxmlformats.org/drawingml/2006/main" noGrp="1"/>
          </p:cNvSpPr>
          <p:nvPr/>
        </p:nvSpPr>
        <p:spPr>
          <a:xfrm xmlns:a="http://schemas.openxmlformats.org/drawingml/2006/main">
            <a:off x="11639550" y="2305050"/>
            <a:ext cx="5810250" cy="1466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Immediate Barracks construction if any enemy unit (Worker, Light, Heavy, Ranged) is detected within 3 tiles of…</a:t>
            </a:r>
          </a:p>
          <a:p xmlns:a="http://schemas.openxmlformats.org/drawingml/2006/main">
            <a:pPr algn="l">
              <a:lnSpc>
                <a:spcPct val="108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If Barracks is constructed, produce 2 combat units (Lights or Heavies, prioritizing Lights for early-game)…</a:t>
            </a:r>
          </a:p>
          <a:p xmlns:a="http://schemas.openxmlformats.org/drawingml/2006/main">
            <a:pPr algn="l">
              <a:lnSpc>
                <a:spcPct val="108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If enemy Base is under attack or Base HP is below 50%, redirect all non-harvesting Workers to defend the Base.…</a:t>
            </a:r>
          </a:p>
        </p:txBody>
      </p:sp>
      <p:sp>
        <p:nvSpPr>
          <p:cNvPr id="29" name="strategy-output-label-3">
            <a:extLst xmlns:a="http://schemas.openxmlformats.org/drawingml/2006/main">
              <a:ext uri="{FF2B5EF4-FFF2-40B4-BE49-F238E27FC236}">
                <a16:creationId xmlns:a16="http://schemas.microsoft.com/office/drawing/2014/main" id="{191D0B85-2890-4FAF-BB1E-C63EBF8BB8EB}"/>
              </a:ext>
            </a:extLst>
          </p:cNvPr>
          <p:cNvSpPr>
            <a:spLocks xmlns:a="http://schemas.openxmlformats.org/drawingml/2006/main" noGrp="1"/>
          </p:cNvSpPr>
          <p:nvPr/>
        </p:nvSpPr>
        <p:spPr>
          <a:xfrm xmlns:a="http://schemas.openxmlformats.org/drawingml/2006/main">
            <a:off x="11639550" y="3962400"/>
            <a:ext cx="581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1" i="0">
                <a:solidFill>
                  <a:srgbClr val="BF872B"/>
                </a:solidFill>
                <a:latin typeface="Noto Serif CJK TC"/>
                <a:ea typeface="Noto Serif CJK TC"/>
                <a:cs typeface="Noto Serif CJK TC"/>
              </a:defRPr>
            </a:pPr>
            <a:r>
              <a:rPr sz="1725" b="1" i="0">
                <a:solidFill>
                  <a:srgbClr val="BF872B"/>
                </a:solidFill>
                <a:latin typeface="Noto Serif CJK TC"/>
                <a:ea typeface="Noto Serif CJK TC"/>
                <a:cs typeface="Noto Serif CJK TC"/>
              </a:rPr>
              <a:t>套用後 Policy（節錄）</a:t>
            </a:r>
          </a:p>
        </p:txBody>
      </p:sp>
      <p:sp>
        <p:nvSpPr>
          <p:cNvPr id="30" name="strategy-output-excerpt-3">
            <a:extLst xmlns:a="http://schemas.openxmlformats.org/drawingml/2006/main">
              <a:ext uri="{FF2B5EF4-FFF2-40B4-BE49-F238E27FC236}">
                <a16:creationId xmlns:a16="http://schemas.microsoft.com/office/drawing/2014/main" id="{56C3F146-F970-45E6-9590-38D04DDAB1B7}"/>
              </a:ext>
            </a:extLst>
          </p:cNvPr>
          <p:cNvSpPr>
            <a:spLocks xmlns:a="http://schemas.openxmlformats.org/drawingml/2006/main" noGrp="1"/>
          </p:cNvSpPr>
          <p:nvPr/>
        </p:nvSpPr>
        <p:spPr>
          <a:xfrm xmlns:a="http://schemas.openxmlformats.org/drawingml/2006/main">
            <a:off x="11639550" y="4362450"/>
            <a:ext cx="581025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Core Strategy: Adaptive Worker-Rush with Conditional Hybrid Production</a:t>
            </a:r>
          </a:p>
          <a:p xmlns:a="http://schemas.openxmlformats.org/drawingml/2006/main">
            <a:pPr algn="l">
              <a:lnSpc>
                <a:spcPct val="110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  Every Base continuously produces Workers whenever resources allow. Maintain one Worker per Base to harvest the nearest reachable resource and return it to the Base to sustain production. All additional Workers advance toward the enemy Base or nearest enemy unit/structure.</a:t>
            </a:r>
          </a:p>
          <a:p xmlns:a="http://schemas.openxmlformats.org/drawingml/2006/main">
            <a:pPr algn="l">
              <a:lnSpc>
                <a:spcPct val="110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  Defensive Adaptation Rules: …</a:t>
            </a:r>
          </a:p>
        </p:txBody>
      </p:sp>
      <p:sp>
        <p:nvSpPr>
          <p:cNvPr id="31" name="strategy-output-note-3">
            <a:extLst xmlns:a="http://schemas.openxmlformats.org/drawingml/2006/main">
              <a:ext uri="{FF2B5EF4-FFF2-40B4-BE49-F238E27FC236}">
                <a16:creationId xmlns:a16="http://schemas.microsoft.com/office/drawing/2014/main" id="{4563065B-FC54-48FE-92A1-57271479271D}"/>
              </a:ext>
            </a:extLst>
          </p:cNvPr>
          <p:cNvSpPr>
            <a:spLocks xmlns:a="http://schemas.openxmlformats.org/drawingml/2006/main" noGrp="1"/>
          </p:cNvSpPr>
          <p:nvPr/>
        </p:nvSpPr>
        <p:spPr>
          <a:xfrm xmlns:a="http://schemas.openxmlformats.org/drawingml/2006/main">
            <a:off x="11639550" y="7791450"/>
            <a:ext cx="581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350" b="0" i="1">
                <a:solidFill>
                  <a:srgbClr val="62606A"/>
                </a:solidFill>
                <a:latin typeface="Noto Sans CJK TC"/>
                <a:ea typeface="Noto Sans CJK TC"/>
                <a:cs typeface="Noto Sans CJK TC"/>
              </a:defRPr>
            </a:pPr>
            <a:r>
              <a:rPr sz="1350" b="0" i="1">
                <a:solidFill>
                  <a:srgbClr val="62606A"/>
                </a:solidFill>
                <a:latin typeface="Noto Sans CJK TC"/>
                <a:ea typeface="Noto Sans CJK TC"/>
                <a:cs typeface="Noto Sans CJK TC"/>
              </a:rPr>
              <a:t>完整原文與原始 response：Speaker Notes</a:t>
            </a:r>
          </a:p>
        </p:txBody>
      </p:sp>
      <p:sp>
        <p:nvSpPr>
          <p:cNvPr id="32" name="audit-strip-3">
            <a:extLst xmlns:a="http://schemas.openxmlformats.org/drawingml/2006/main">
              <a:ext uri="{FF2B5EF4-FFF2-40B4-BE49-F238E27FC236}">
                <a16:creationId xmlns:a16="http://schemas.microsoft.com/office/drawing/2014/main" id="{502A21E7-D892-4DB0-9578-59D5E5252745}"/>
              </a:ext>
            </a:extLst>
          </p:cNvPr>
          <p:cNvSpPr>
            <a:spLocks xmlns:a="http://schemas.openxmlformats.org/drawingml/2006/main" noGrp="1"/>
          </p:cNvSpPr>
          <p:nvPr/>
        </p:nvSpPr>
        <p:spPr>
          <a:xfrm xmlns:a="http://schemas.openxmlformats.org/drawingml/2006/main">
            <a:off x="857250" y="8477250"/>
            <a:ext cx="16573500" cy="1066800"/>
          </a:xfrm>
          <a:prstGeom xmlns:a="http://schemas.openxmlformats.org/drawingml/2006/main" prst="roundRect">
            <a:avLst>
              <a:gd name="adj" fmla="val 19643"/>
            </a:avLst>
          </a:prstGeom>
          <a:solidFill xmlns:a="http://schemas.openxmlformats.org/drawingml/2006/main">
            <a:srgbClr val="F7E7C8"/>
          </a:solidFill>
          <a:ln xmlns:a="http://schemas.openxmlformats.org/drawingml/2006/main" w="14288">
            <a:solidFill>
              <a:srgbClr val="BF872B"/>
            </a:solidFill>
            <a:prstDash val="solid"/>
          </a:ln>
        </p:spPr>
      </p:sp>
      <p:sp>
        <p:nvSpPr>
          <p:cNvPr id="33" name="audit-scope-label-3">
            <a:extLst xmlns:a="http://schemas.openxmlformats.org/drawingml/2006/main">
              <a:ext uri="{FF2B5EF4-FFF2-40B4-BE49-F238E27FC236}">
                <a16:creationId xmlns:a16="http://schemas.microsoft.com/office/drawing/2014/main" id="{5B102B81-752B-4E29-A591-A14CDB99B064}"/>
              </a:ext>
            </a:extLst>
          </p:cNvPr>
          <p:cNvSpPr>
            <a:spLocks xmlns:a="http://schemas.openxmlformats.org/drawingml/2006/main" noGrp="1"/>
          </p:cNvSpPr>
          <p:nvPr/>
        </p:nvSpPr>
        <p:spPr>
          <a:xfrm xmlns:a="http://schemas.openxmlformats.org/drawingml/2006/main">
            <a:off x="1162050" y="86868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i="0">
                <a:solidFill>
                  <a:srgbClr val="BF872B"/>
                </a:solidFill>
                <a:latin typeface="Noto Sans CJK TC"/>
                <a:ea typeface="Noto Sans CJK TC"/>
                <a:cs typeface="Noto Sans CJK TC"/>
              </a:defRPr>
            </a:pPr>
            <a:r>
              <a:rPr sz="1350" b="1" i="0">
                <a:solidFill>
                  <a:srgbClr val="BF872B"/>
                </a:solidFill>
                <a:latin typeface="Noto Sans CJK TC"/>
                <a:ea typeface="Noto Sans CJK TC"/>
                <a:cs typeface="Noto Sans CJK TC"/>
              </a:rPr>
              <a:t>GENE SCOPE</a:t>
            </a:r>
          </a:p>
        </p:txBody>
      </p:sp>
      <p:sp>
        <p:nvSpPr>
          <p:cNvPr id="34" name="audit-scope-3">
            <a:extLst xmlns:a="http://schemas.openxmlformats.org/drawingml/2006/main">
              <a:ext uri="{FF2B5EF4-FFF2-40B4-BE49-F238E27FC236}">
                <a16:creationId xmlns:a16="http://schemas.microsoft.com/office/drawing/2014/main" id="{7D359BE2-7D72-41DC-A5B0-68EF5A189F4E}"/>
              </a:ext>
            </a:extLst>
          </p:cNvPr>
          <p:cNvSpPr>
            <a:spLocks xmlns:a="http://schemas.openxmlformats.org/drawingml/2006/main" noGrp="1"/>
          </p:cNvSpPr>
          <p:nvPr/>
        </p:nvSpPr>
        <p:spPr>
          <a:xfrm xmlns:a="http://schemas.openxmlformats.org/drawingml/2006/main">
            <a:off x="1162050" y="8991600"/>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650" b="1" i="0">
                <a:solidFill>
                  <a:srgbClr val="431218"/>
                </a:solidFill>
                <a:latin typeface="Noto Sans CJK TC"/>
                <a:ea typeface="Noto Sans CJK TC"/>
                <a:cs typeface="Noto Sans CJK TC"/>
              </a:defRPr>
            </a:pPr>
            <a:r>
              <a:rPr sz="1650" b="1" i="0">
                <a:solidFill>
                  <a:srgbClr val="431218"/>
                </a:solidFill>
                <a:latin typeface="Noto Sans CJK TC"/>
                <a:ea typeface="Noto Sans CJK TC"/>
                <a:cs typeface="Noto Sans CJK TC"/>
              </a:rPr>
              <a:t>strategy_prompt changed ｜ generation_prompt + inherited_java unchanged</a:t>
            </a:r>
          </a:p>
        </p:txBody>
      </p:sp>
      <p:sp>
        <p:nvSpPr>
          <p:cNvPr id="35" name="audit-divider-3">
            <a:extLst xmlns:a="http://schemas.openxmlformats.org/drawingml/2006/main">
              <a:ext uri="{FF2B5EF4-FFF2-40B4-BE49-F238E27FC236}">
                <a16:creationId xmlns:a16="http://schemas.microsoft.com/office/drawing/2014/main" id="{DB702C3E-CA9C-400C-99AC-BDF0325A0679}"/>
              </a:ext>
            </a:extLst>
          </p:cNvPr>
          <p:cNvSpPr>
            <a:spLocks xmlns:a="http://schemas.openxmlformats.org/drawingml/2006/main" noGrp="1"/>
          </p:cNvSpPr>
          <p:nvPr/>
        </p:nvSpPr>
        <p:spPr>
          <a:xfrm xmlns:a="http://schemas.openxmlformats.org/drawingml/2006/main">
            <a:off x="7286625" y="8667750"/>
            <a:ext cx="0" cy="685800"/>
          </a:xfrm>
          <a:prstGeom xmlns:a="http://schemas.openxmlformats.org/drawingml/2006/main" prst="line">
            <a:avLst/>
          </a:prstGeom>
          <a:noFill xmlns:a="http://schemas.openxmlformats.org/drawingml/2006/main"/>
          <a:ln xmlns:a="http://schemas.openxmlformats.org/drawingml/2006/main" w="11430">
            <a:solidFill>
              <a:srgbClr val="BF872B"/>
            </a:solidFill>
            <a:prstDash val="solid"/>
          </a:ln>
        </p:spPr>
      </p:sp>
      <p:sp>
        <p:nvSpPr>
          <p:cNvPr id="36" name="audit-review-label-3">
            <a:extLst xmlns:a="http://schemas.openxmlformats.org/drawingml/2006/main">
              <a:ext uri="{FF2B5EF4-FFF2-40B4-BE49-F238E27FC236}">
                <a16:creationId xmlns:a16="http://schemas.microsoft.com/office/drawing/2014/main" id="{3CDE2653-262F-4E7F-BE65-40133D9454FC}"/>
              </a:ext>
            </a:extLst>
          </p:cNvPr>
          <p:cNvSpPr>
            <a:spLocks xmlns:a="http://schemas.openxmlformats.org/drawingml/2006/main" noGrp="1"/>
          </p:cNvSpPr>
          <p:nvPr/>
        </p:nvSpPr>
        <p:spPr>
          <a:xfrm xmlns:a="http://schemas.openxmlformats.org/drawingml/2006/main">
            <a:off x="7620000" y="86868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i="0">
                <a:solidFill>
                  <a:srgbClr val="BF872B"/>
                </a:solidFill>
                <a:latin typeface="Noto Sans CJK TC"/>
                <a:ea typeface="Noto Sans CJK TC"/>
                <a:cs typeface="Noto Sans CJK TC"/>
              </a:defRPr>
            </a:pPr>
            <a:r>
              <a:rPr sz="1350" b="1" i="0">
                <a:solidFill>
                  <a:srgbClr val="BF872B"/>
                </a:solidFill>
                <a:latin typeface="Noto Sans CJK TC"/>
                <a:ea typeface="Noto Sans CJK TC"/>
                <a:cs typeface="Noto Sans CJK TC"/>
              </a:rPr>
              <a:t>人工確認重點</a:t>
            </a:r>
          </a:p>
        </p:txBody>
      </p:sp>
      <p:sp>
        <p:nvSpPr>
          <p:cNvPr id="37" name="audit-review-3">
            <a:extLst xmlns:a="http://schemas.openxmlformats.org/drawingml/2006/main">
              <a:ext uri="{FF2B5EF4-FFF2-40B4-BE49-F238E27FC236}">
                <a16:creationId xmlns:a16="http://schemas.microsoft.com/office/drawing/2014/main" id="{C7CACD7E-5513-4106-B7EF-4E01C78265B8}"/>
              </a:ext>
            </a:extLst>
          </p:cNvPr>
          <p:cNvSpPr>
            <a:spLocks xmlns:a="http://schemas.openxmlformats.org/drawingml/2006/main" noGrp="1"/>
          </p:cNvSpPr>
          <p:nvPr/>
        </p:nvSpPr>
        <p:spPr>
          <a:xfrm xmlns:a="http://schemas.openxmlformats.org/drawingml/2006/main">
            <a:off x="7620000" y="8991600"/>
            <a:ext cx="942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把 Base HP 說成 resource storage，並要求恢復 full HP；需人工判定不可執行語義。</a:t>
            </a:r>
          </a:p>
        </p:txBody>
      </p:sp>
    </p:spTree>
    <p:extLst>
      <p:ext uri="{BB962C8B-B14F-4D97-AF65-F5344CB8AC3E}">
        <p14:creationId xmlns:p14="http://schemas.microsoft.com/office/powerpoint/2010/main" val="281573450"/>
      </p:ext>
    </p:extLst>
  </p:cSld>
</p:sld>
</file>

<file path=ppt/slides/slide4.xml><?xml version="1.0" encoding="utf-8"?>
<p:sld xmlns:p="http://schemas.openxmlformats.org/presentationml/2006/main">
  <p:cSld>
    <p:bg>
      <p:bgPr>
        <a:solidFill xmlns:a="http://schemas.openxmlformats.org/drawingml/2006/main">
          <a:srgbClr val="FFF9F3"/>
        </a:solidFill>
      </p:bgPr>
    </p:bg>
    <p:spTree>
      <p:nvGrpSpPr>
        <p:cNvPr id="1" name=""/>
        <p:cNvGrpSpPr/>
        <p:nvPr/>
      </p:nvGrpSpPr>
      <p:grpSpPr>
        <a:xfrm xmlns:a="http://schemas.openxmlformats.org/drawingml/2006/main"/>
      </p:grpSpPr>
      <p:sp>
        <p:nvSpPr>
          <p:cNvPr id="39" name="top-rule-4">
            <a:extLst xmlns:a="http://schemas.openxmlformats.org/drawingml/2006/main">
              <a:ext uri="{FF2B5EF4-FFF2-40B4-BE49-F238E27FC236}">
                <a16:creationId xmlns:a16="http://schemas.microsoft.com/office/drawing/2014/main" id="{099D54C8-525F-4CA6-A701-2A2B42CB29DC}"/>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ule-right-4">
            <a:extLst xmlns:a="http://schemas.openxmlformats.org/drawingml/2006/main">
              <a:ext uri="{FF2B5EF4-FFF2-40B4-BE49-F238E27FC236}">
                <a16:creationId xmlns:a16="http://schemas.microsoft.com/office/drawing/2014/main" id="{1C0A4A90-3836-459A-81E6-2C229D5B3770}"/>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top-diamond-a-4">
            <a:extLst xmlns:a="http://schemas.openxmlformats.org/drawingml/2006/main">
              <a:ext uri="{FF2B5EF4-FFF2-40B4-BE49-F238E27FC236}">
                <a16:creationId xmlns:a16="http://schemas.microsoft.com/office/drawing/2014/main" id="{24BAC94F-7E91-4C73-9F34-0F6161B50DC5}"/>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top-diamond-b-4">
            <a:extLst xmlns:a="http://schemas.openxmlformats.org/drawingml/2006/main">
              <a:ext uri="{FF2B5EF4-FFF2-40B4-BE49-F238E27FC236}">
                <a16:creationId xmlns:a16="http://schemas.microsoft.com/office/drawing/2014/main" id="{30BEAA0D-CC55-41EF-8ED1-FF2174588F02}"/>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top-diamond-c-4">
            <a:extLst xmlns:a="http://schemas.openxmlformats.org/drawingml/2006/main">
              <a:ext uri="{FF2B5EF4-FFF2-40B4-BE49-F238E27FC236}">
                <a16:creationId xmlns:a16="http://schemas.microsoft.com/office/drawing/2014/main" id="{3B5D128C-B4E9-4410-A11E-E615E53DCE7D}"/>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circle-4">
            <a:extLst xmlns:a="http://schemas.openxmlformats.org/drawingml/2006/main">
              <a:ext uri="{FF2B5EF4-FFF2-40B4-BE49-F238E27FC236}">
                <a16:creationId xmlns:a16="http://schemas.microsoft.com/office/drawing/2014/main" id="{98BC303B-0876-48A0-9B38-5A3C05A43949}"/>
              </a:ext>
            </a:extLst>
          </p:cNvPr>
          <p:cNvSpPr>
            <a:spLocks xmlns:a="http://schemas.openxmlformats.org/drawingml/2006/main" noGrp="1"/>
          </p:cNvSpPr>
          <p:nvPr/>
        </p:nvSpPr>
        <p:spPr>
          <a:xfrm xmlns:a="http://schemas.openxmlformats.org/drawingml/2006/main">
            <a:off x="742950" y="552450"/>
            <a:ext cx="685800" cy="6858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FFFDF9"/>
                </a:solidFill>
                <a:latin typeface="Noto Serif CJK TC"/>
                <a:ea typeface="Noto Serif CJK TC"/>
                <a:cs typeface="Noto Serif CJK TC"/>
              </a:defRPr>
            </a:pPr>
            <a:r>
              <a:rPr sz="2100" b="1">
                <a:solidFill>
                  <a:srgbClr val="FFFDF9"/>
                </a:solidFill>
                <a:latin typeface="Noto Serif CJK TC"/>
                <a:ea typeface="Noto Serif CJK TC"/>
                <a:cs typeface="Noto Serif CJK TC"/>
              </a:rPr>
              <a:t>C1</a:t>
            </a:r>
          </a:p>
        </p:txBody>
      </p:sp>
      <p:sp>
        <p:nvSpPr>
          <p:cNvPr id="7" name="status-4">
            <a:extLst xmlns:a="http://schemas.openxmlformats.org/drawingml/2006/main">
              <a:ext uri="{FF2B5EF4-FFF2-40B4-BE49-F238E27FC236}">
                <a16:creationId xmlns:a16="http://schemas.microsoft.com/office/drawing/2014/main" id="{B8D79D6C-46D2-411E-9C99-1327861F3FE1}"/>
              </a:ext>
            </a:extLst>
          </p:cNvPr>
          <p:cNvSpPr>
            <a:spLocks xmlns:a="http://schemas.openxmlformats.org/drawingml/2006/main" noGrp="1"/>
          </p:cNvSpPr>
          <p:nvPr/>
        </p:nvSpPr>
        <p:spPr>
          <a:xfrm xmlns:a="http://schemas.openxmlformats.org/drawingml/2006/main">
            <a:off x="13811250" y="628650"/>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650" b="1" i="0">
                <a:solidFill>
                  <a:srgbClr val="47795C"/>
                </a:solidFill>
                <a:latin typeface="Noto Sans CJK TC"/>
                <a:ea typeface="Noto Sans CJK TC"/>
                <a:cs typeface="Noto Sans CJK TC"/>
              </a:defRPr>
            </a:pPr>
            <a:r>
              <a:rPr sz="1650" b="1" i="0">
                <a:solidFill>
                  <a:srgbClr val="47795C"/>
                </a:solidFill>
                <a:latin typeface="Noto Sans CJK TC"/>
                <a:ea typeface="Noto Sans CJK TC"/>
                <a:cs typeface="Noto Sans CJK TC"/>
              </a:rPr>
              <a:t>APPLIED · reflection 1 / rewrite 2</a:t>
            </a:r>
          </a:p>
        </p:txBody>
      </p:sp>
      <p:sp>
        <p:nvSpPr>
          <p:cNvPr id="8" name="col-rule-a-4">
            <a:extLst xmlns:a="http://schemas.openxmlformats.org/drawingml/2006/main">
              <a:ext uri="{FF2B5EF4-FFF2-40B4-BE49-F238E27FC236}">
                <a16:creationId xmlns:a16="http://schemas.microsoft.com/office/drawing/2014/main" id="{C6954E15-7A1C-4634-A967-AA85F6BAB1C9}"/>
              </a:ext>
            </a:extLst>
          </p:cNvPr>
          <p:cNvSpPr>
            <a:spLocks xmlns:a="http://schemas.openxmlformats.org/drawingml/2006/main" noGrp="1"/>
          </p:cNvSpPr>
          <p:nvPr/>
        </p:nvSpPr>
        <p:spPr>
          <a:xfrm xmlns:a="http://schemas.openxmlformats.org/drawingml/2006/main">
            <a:off x="5638800" y="1943100"/>
            <a:ext cx="0" cy="619125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9" name="col-rule-b-4">
            <a:extLst xmlns:a="http://schemas.openxmlformats.org/drawingml/2006/main">
              <a:ext uri="{FF2B5EF4-FFF2-40B4-BE49-F238E27FC236}">
                <a16:creationId xmlns:a16="http://schemas.microsoft.com/office/drawing/2014/main" id="{7C37286F-AB99-46CB-AED9-52AE01A4C9DB}"/>
              </a:ext>
            </a:extLst>
          </p:cNvPr>
          <p:cNvSpPr>
            <a:spLocks xmlns:a="http://schemas.openxmlformats.org/drawingml/2006/main" noGrp="1"/>
          </p:cNvSpPr>
          <p:nvPr/>
        </p:nvSpPr>
        <p:spPr>
          <a:xfrm xmlns:a="http://schemas.openxmlformats.org/drawingml/2006/main">
            <a:off x="11353800" y="1943100"/>
            <a:ext cx="0" cy="619125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10" name="flow-a-4">
            <a:extLst xmlns:a="http://schemas.openxmlformats.org/drawingml/2006/main">
              <a:ext uri="{FF2B5EF4-FFF2-40B4-BE49-F238E27FC236}">
                <a16:creationId xmlns:a16="http://schemas.microsoft.com/office/drawing/2014/main" id="{8A025600-2667-4307-BD01-D4D30DD26832}"/>
              </a:ext>
            </a:extLst>
          </p:cNvPr>
          <p:cNvSpPr>
            <a:spLocks xmlns:a="http://schemas.openxmlformats.org/drawingml/2006/main" noGrp="1"/>
          </p:cNvSpPr>
          <p:nvPr/>
        </p:nvSpPr>
        <p:spPr>
          <a:xfrm xmlns:a="http://schemas.openxmlformats.org/drawingml/2006/main">
            <a:off x="5467350" y="1638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2175" b="1" i="0">
                <a:solidFill>
                  <a:srgbClr val="BF872B"/>
                </a:solidFill>
                <a:latin typeface="Noto Sans CJK TC"/>
                <a:ea typeface="Noto Sans CJK TC"/>
                <a:cs typeface="Noto Sans CJK TC"/>
              </a:defRPr>
            </a:pPr>
            <a:r>
              <a:rPr sz="2175" b="1" i="0">
                <a:solidFill>
                  <a:srgbClr val="BF872B"/>
                </a:solidFill>
                <a:latin typeface="Noto Sans CJK TC"/>
                <a:ea typeface="Noto Sans CJK TC"/>
                <a:cs typeface="Noto Sans CJK TC"/>
              </a:rPr>
              <a:t>→</a:t>
            </a:r>
          </a:p>
        </p:txBody>
      </p:sp>
      <p:sp>
        <p:nvSpPr>
          <p:cNvPr id="11" name="flow-b-4">
            <a:extLst xmlns:a="http://schemas.openxmlformats.org/drawingml/2006/main">
              <a:ext uri="{FF2B5EF4-FFF2-40B4-BE49-F238E27FC236}">
                <a16:creationId xmlns:a16="http://schemas.microsoft.com/office/drawing/2014/main" id="{F0F94947-5C79-4003-80C0-9681E2BCF76A}"/>
              </a:ext>
            </a:extLst>
          </p:cNvPr>
          <p:cNvSpPr>
            <a:spLocks xmlns:a="http://schemas.openxmlformats.org/drawingml/2006/main" noGrp="1"/>
          </p:cNvSpPr>
          <p:nvPr/>
        </p:nvSpPr>
        <p:spPr>
          <a:xfrm xmlns:a="http://schemas.openxmlformats.org/drawingml/2006/main">
            <a:off x="11182350" y="1638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2175" b="1" i="0">
                <a:solidFill>
                  <a:srgbClr val="BF872B"/>
                </a:solidFill>
                <a:latin typeface="Noto Sans CJK TC"/>
                <a:ea typeface="Noto Sans CJK TC"/>
                <a:cs typeface="Noto Sans CJK TC"/>
              </a:defRPr>
            </a:pPr>
            <a:r>
              <a:rPr sz="2175" b="1" i="0">
                <a:solidFill>
                  <a:srgbClr val="BF872B"/>
                </a:solidFill>
                <a:latin typeface="Noto Sans CJK TC"/>
                <a:ea typeface="Noto Sans CJK TC"/>
                <a:cs typeface="Noto Sans CJK TC"/>
              </a:rPr>
              <a:t>→</a:t>
            </a:r>
          </a:p>
        </p:txBody>
      </p:sp>
      <p:sp>
        <p:nvSpPr>
          <p:cNvPr id="12" name="bottom-rule-4">
            <a:extLst xmlns:a="http://schemas.openxmlformats.org/drawingml/2006/main">
              <a:ext uri="{FF2B5EF4-FFF2-40B4-BE49-F238E27FC236}">
                <a16:creationId xmlns:a16="http://schemas.microsoft.com/office/drawing/2014/main" id="{B210A346-A792-466E-8F36-F62415BEA17A}"/>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13" name="page-4">
            <a:extLst xmlns:a="http://schemas.openxmlformats.org/drawingml/2006/main">
              <a:ext uri="{FF2B5EF4-FFF2-40B4-BE49-F238E27FC236}">
                <a16:creationId xmlns:a16="http://schemas.microsoft.com/office/drawing/2014/main" id="{210534FD-D322-42BA-8740-35F9A1A61F59}"/>
              </a:ext>
            </a:extLst>
          </p:cNvPr>
          <p:cNvSpPr>
            <a:spLocks xmlns:a="http://schemas.openxmlformats.org/drawingml/2006/main" noGrp="1"/>
          </p:cNvSpPr>
          <p:nvPr/>
        </p:nvSpPr>
        <p:spPr>
          <a:xfrm xmlns:a="http://schemas.openxmlformats.org/drawingml/2006/main">
            <a:off x="16383000" y="985837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04 / 09</a:t>
            </a:r>
          </a:p>
        </p:txBody>
      </p:sp>
      <p:sp>
        <p:nvSpPr>
          <p:cNvPr id="14" name="title-4">
            <a:extLst xmlns:a="http://schemas.openxmlformats.org/drawingml/2006/main">
              <a:ext uri="{FF2B5EF4-FFF2-40B4-BE49-F238E27FC236}">
                <a16:creationId xmlns:a16="http://schemas.microsoft.com/office/drawing/2014/main" id="{E8E43167-5225-4754-A181-28AF35038886}"/>
              </a:ext>
            </a:extLst>
          </p:cNvPr>
          <p:cNvSpPr>
            <a:spLocks xmlns:a="http://schemas.openxmlformats.org/drawingml/2006/main" noGrp="1"/>
          </p:cNvSpPr>
          <p:nvPr/>
        </p:nvSpPr>
        <p:spPr>
          <a:xfrm xmlns:a="http://schemas.openxmlformats.org/drawingml/2006/main">
            <a:off x="1676400" y="476250"/>
            <a:ext cx="1162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4200" b="1" i="0">
                <a:solidFill>
                  <a:srgbClr val="431218"/>
                </a:solidFill>
                <a:latin typeface="Noto Serif CJK TC"/>
                <a:ea typeface="Noto Serif CJK TC"/>
                <a:cs typeface="Noto Serif CJK TC"/>
              </a:defRPr>
            </a:pPr>
            <a:r>
              <a:rPr sz="4200" b="1" i="0">
                <a:solidFill>
                  <a:srgbClr val="431218"/>
                </a:solidFill>
                <a:latin typeface="Noto Serif CJK TC"/>
                <a:ea typeface="Noto Serif CJK TC"/>
                <a:cs typeface="Noto Serif CJK TC"/>
              </a:rPr>
              <a:t>Code 1｜Policy 不變；新增 targeting rule</a:t>
            </a:r>
          </a:p>
        </p:txBody>
      </p:sp>
      <p:sp>
        <p:nvSpPr>
          <p:cNvPr id="15" name="subtitle-4">
            <a:extLst xmlns:a="http://schemas.openxmlformats.org/drawingml/2006/main">
              <a:ext uri="{FF2B5EF4-FFF2-40B4-BE49-F238E27FC236}">
                <a16:creationId xmlns:a16="http://schemas.microsoft.com/office/drawing/2014/main" id="{24B25868-6C09-4D8A-8A32-2FE196ECC11B}"/>
              </a:ext>
            </a:extLst>
          </p:cNvPr>
          <p:cNvSpPr>
            <a:spLocks xmlns:a="http://schemas.openxmlformats.org/drawingml/2006/main" noGrp="1"/>
          </p:cNvSpPr>
          <p:nvPr/>
        </p:nvSpPr>
        <p:spPr>
          <a:xfrm xmlns:a="http://schemas.openxmlformats.org/drawingml/2006/main">
            <a:off x="1695450" y="1123950"/>
            <a:ext cx="1428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i="1">
                <a:solidFill>
                  <a:srgbClr val="62606A"/>
                </a:solidFill>
                <a:latin typeface="Noto Serif CJK TC"/>
                <a:ea typeface="Noto Serif CJK TC"/>
                <a:cs typeface="Noto Serif CJK TC"/>
              </a:defRPr>
            </a:pPr>
            <a:r>
              <a:rPr sz="1725" b="0" i="1">
                <a:solidFill>
                  <a:srgbClr val="62606A"/>
                </a:solidFill>
                <a:latin typeface="Noto Serif CJK TC"/>
                <a:ea typeface="Noto Serif CJK TC"/>
                <a:cs typeface="Noto Serif CJK TC"/>
              </a:rPr>
              <a:t>Reviewer 判定 Java 與 Policy 不一致；rewrite 第一次因 resource 被拒，第二次成功</a:t>
            </a:r>
          </a:p>
        </p:txBody>
      </p:sp>
      <p:sp>
        <p:nvSpPr>
          <p:cNvPr id="16" name="column-heading-4-0">
            <a:extLst xmlns:a="http://schemas.openxmlformats.org/drawingml/2006/main">
              <a:ext uri="{FF2B5EF4-FFF2-40B4-BE49-F238E27FC236}">
                <a16:creationId xmlns:a16="http://schemas.microsoft.com/office/drawing/2014/main" id="{0B1B6522-C523-457A-ADB1-6863E500B193}"/>
              </a:ext>
            </a:extLst>
          </p:cNvPr>
          <p:cNvSpPr>
            <a:spLocks xmlns:a="http://schemas.openxmlformats.org/drawingml/2006/main" noGrp="1"/>
          </p:cNvSpPr>
          <p:nvPr/>
        </p:nvSpPr>
        <p:spPr>
          <a:xfrm xmlns:a="http://schemas.openxmlformats.org/drawingml/2006/main">
            <a:off x="857250" y="16573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原始 Policy</a:t>
            </a:r>
          </a:p>
        </p:txBody>
      </p:sp>
      <p:sp>
        <p:nvSpPr>
          <p:cNvPr id="17" name="column-rule-4-0">
            <a:extLst xmlns:a="http://schemas.openxmlformats.org/drawingml/2006/main">
              <a:ext uri="{FF2B5EF4-FFF2-40B4-BE49-F238E27FC236}">
                <a16:creationId xmlns:a16="http://schemas.microsoft.com/office/drawing/2014/main" id="{BAC6CBD2-6427-4A74-9A18-1733F7980824}"/>
              </a:ext>
            </a:extLst>
          </p:cNvPr>
          <p:cNvSpPr>
            <a:spLocks xmlns:a="http://schemas.openxmlformats.org/drawingml/2006/main" noGrp="1"/>
          </p:cNvSpPr>
          <p:nvPr/>
        </p:nvSpPr>
        <p:spPr>
          <a:xfrm xmlns:a="http://schemas.openxmlformats.org/drawingml/2006/main">
            <a:off x="857250" y="2057400"/>
            <a:ext cx="447675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18" name="column-heading-4-1">
            <a:extLst xmlns:a="http://schemas.openxmlformats.org/drawingml/2006/main">
              <a:ext uri="{FF2B5EF4-FFF2-40B4-BE49-F238E27FC236}">
                <a16:creationId xmlns:a16="http://schemas.microsoft.com/office/drawing/2014/main" id="{AD2C7EB5-BBEA-415F-97FA-ADB895B71FB4}"/>
              </a:ext>
            </a:extLst>
          </p:cNvPr>
          <p:cNvSpPr>
            <a:spLocks xmlns:a="http://schemas.openxmlformats.org/drawingml/2006/main" noGrp="1"/>
          </p:cNvSpPr>
          <p:nvPr/>
        </p:nvSpPr>
        <p:spPr>
          <a:xfrm xmlns:a="http://schemas.openxmlformats.org/drawingml/2006/main">
            <a:off x="5924550" y="165735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送進 Reflection 的內容</a:t>
            </a:r>
          </a:p>
        </p:txBody>
      </p:sp>
      <p:sp>
        <p:nvSpPr>
          <p:cNvPr id="19" name="column-rule-4-1">
            <a:extLst xmlns:a="http://schemas.openxmlformats.org/drawingml/2006/main">
              <a:ext uri="{FF2B5EF4-FFF2-40B4-BE49-F238E27FC236}">
                <a16:creationId xmlns:a16="http://schemas.microsoft.com/office/drawing/2014/main" id="{B12F00E7-72E9-46FC-9EB0-6FA0718C992E}"/>
              </a:ext>
            </a:extLst>
          </p:cNvPr>
          <p:cNvSpPr>
            <a:spLocks xmlns:a="http://schemas.openxmlformats.org/drawingml/2006/main" noGrp="1"/>
          </p:cNvSpPr>
          <p:nvPr/>
        </p:nvSpPr>
        <p:spPr>
          <a:xfrm xmlns:a="http://schemas.openxmlformats.org/drawingml/2006/main">
            <a:off x="5924550" y="2057400"/>
            <a:ext cx="514350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20" name="column-heading-4-2">
            <a:extLst xmlns:a="http://schemas.openxmlformats.org/drawingml/2006/main">
              <a:ext uri="{FF2B5EF4-FFF2-40B4-BE49-F238E27FC236}">
                <a16:creationId xmlns:a16="http://schemas.microsoft.com/office/drawing/2014/main" id="{3910BB64-DA5F-4796-A173-B81A22D5BEF6}"/>
              </a:ext>
            </a:extLst>
          </p:cNvPr>
          <p:cNvSpPr>
            <a:spLocks xmlns:a="http://schemas.openxmlformats.org/drawingml/2006/main" noGrp="1"/>
          </p:cNvSpPr>
          <p:nvPr/>
        </p:nvSpPr>
        <p:spPr>
          <a:xfrm xmlns:a="http://schemas.openxmlformats.org/drawingml/2006/main">
            <a:off x="11639550" y="1657350"/>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Reflection 後／實際套用</a:t>
            </a:r>
          </a:p>
        </p:txBody>
      </p:sp>
      <p:sp>
        <p:nvSpPr>
          <p:cNvPr id="21" name="column-rule-4-2">
            <a:extLst xmlns:a="http://schemas.openxmlformats.org/drawingml/2006/main">
              <a:ext uri="{FF2B5EF4-FFF2-40B4-BE49-F238E27FC236}">
                <a16:creationId xmlns:a16="http://schemas.microsoft.com/office/drawing/2014/main" id="{D742497E-9F80-4FA1-8041-B8486B5CF92D}"/>
              </a:ext>
            </a:extLst>
          </p:cNvPr>
          <p:cNvSpPr>
            <a:spLocks xmlns:a="http://schemas.openxmlformats.org/drawingml/2006/main" noGrp="1"/>
          </p:cNvSpPr>
          <p:nvPr/>
        </p:nvSpPr>
        <p:spPr>
          <a:xfrm xmlns:a="http://schemas.openxmlformats.org/drawingml/2006/main">
            <a:off x="11639550" y="2057400"/>
            <a:ext cx="581025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22" name="original-policy-4">
            <a:extLst xmlns:a="http://schemas.openxmlformats.org/drawingml/2006/main">
              <a:ext uri="{FF2B5EF4-FFF2-40B4-BE49-F238E27FC236}">
                <a16:creationId xmlns:a16="http://schemas.microsoft.com/office/drawing/2014/main" id="{FD82A4D6-8F49-4BD2-94F8-C4CCA0BA6259}"/>
              </a:ext>
            </a:extLst>
          </p:cNvPr>
          <p:cNvSpPr>
            <a:spLocks xmlns:a="http://schemas.openxmlformats.org/drawingml/2006/main" noGrp="1"/>
          </p:cNvSpPr>
          <p:nvPr/>
        </p:nvSpPr>
        <p:spPr>
          <a:xfrm xmlns:a="http://schemas.openxmlformats.org/drawingml/2006/main">
            <a:off x="857250" y="2305050"/>
            <a:ext cx="44767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i="0">
                <a:solidFill>
                  <a:srgbClr val="25252A"/>
                </a:solidFill>
                <a:latin typeface="Noto Serif CJK TC"/>
                <a:ea typeface="Noto Serif CJK TC"/>
                <a:cs typeface="Noto Serif CJK TC"/>
              </a:defRPr>
            </a:pPr>
            <a:r>
              <a:rPr sz="1650" b="0" i="0">
                <a:solidFill>
                  <a:srgbClr val="25252A"/>
                </a:solidFill>
                <a:latin typeface="Noto Serif CJK TC"/>
                <a:ea typeface="Noto Serif CJK TC"/>
                <a:cs typeface="Noto Serif CJK TC"/>
              </a:rPr>
              <a:t>Use a continuous Worker-rush policy.</a:t>
            </a:r>
          </a:p>
          <a:p xmlns:a="http://schemas.openxmlformats.org/drawingml/2006/main">
            <a:r>
              <a:t/>
            </a:r>
          </a:p>
          <a:p xmlns:a="http://schemas.openxmlformats.org/drawingml/2006/main">
            <a:pPr algn="l">
              <a:lnSpc>
                <a:spcPct val="116000"/>
              </a:lnSpc>
              <a:buNone/>
              <a:defRPr sz="1650" b="0" i="0">
                <a:solidFill>
                  <a:srgbClr val="25252A"/>
                </a:solidFill>
                <a:latin typeface="Noto Serif CJK TC"/>
                <a:ea typeface="Noto Serif CJK TC"/>
                <a:cs typeface="Noto Serif CJK TC"/>
              </a:defRPr>
            </a:pPr>
            <a:r>
              <a:rPr sz="1650" b="0" i="0">
                <a:solidFill>
                  <a:srgbClr val="25252A"/>
                </a:solidFill>
                <a:latin typeface="Noto Serif CJK TC"/>
                <a:ea typeface="Noto Serif CJK TC"/>
                <a:cs typeface="Noto Serif CJK TC"/>
              </a:rP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p:txBody>
      </p:sp>
      <p:sp>
        <p:nvSpPr>
          <p:cNvPr id="23" name="original-policy-fixed-4">
            <a:extLst xmlns:a="http://schemas.openxmlformats.org/drawingml/2006/main">
              <a:ext uri="{FF2B5EF4-FFF2-40B4-BE49-F238E27FC236}">
                <a16:creationId xmlns:a16="http://schemas.microsoft.com/office/drawing/2014/main" id="{8BE85943-0FBF-43D8-A6BA-012E53B3B7DA}"/>
              </a:ext>
            </a:extLst>
          </p:cNvPr>
          <p:cNvSpPr>
            <a:spLocks xmlns:a="http://schemas.openxmlformats.org/drawingml/2006/main" noGrp="1"/>
          </p:cNvSpPr>
          <p:nvPr/>
        </p:nvSpPr>
        <p:spPr>
          <a:xfrm xmlns:a="http://schemas.openxmlformats.org/drawingml/2006/main">
            <a:off x="857250" y="7239000"/>
            <a:ext cx="4476750" cy="438150"/>
          </a:xfrm>
          <a:prstGeom xmlns:a="http://schemas.openxmlformats.org/drawingml/2006/main" prst="roundRect">
            <a:avLst>
              <a:gd name="adj" fmla="val 39130"/>
            </a:avLst>
          </a:prstGeom>
          <a:solidFill xmlns:a="http://schemas.openxmlformats.org/drawingml/2006/main">
            <a:srgbClr val="F4E5C7"/>
          </a:solidFill>
          <a:ln xmlns:a="http://schemas.openxmlformats.org/drawingml/2006/main" w="9525">
            <a:solidFill>
              <a:srgbClr val="BF872B"/>
            </a:solidFill>
            <a:prstDash val="solid"/>
          </a:ln>
        </p:spPr>
        <p:txBody>
          <a:bodyPr xmlns:a="http://schemas.openxmlformats.org/drawingml/2006/main" wrap="square" lIns="95250" tIns="38100" rIns="95250" bIns="38100" anchor="ctr">
            <a:noAutofit/>
          </a:bodyPr>
          <a:lstStyle xmlns:a="http://schemas.openxmlformats.org/drawingml/2006/main"/>
          <a:p xmlns:a="http://schemas.openxmlformats.org/drawingml/2006/main">
            <a:pPr algn="ctr">
              <a:lnSpc>
                <a:spcPct val="110000"/>
              </a:lnSpc>
              <a:buNone/>
              <a:defRPr sz="1575" b="1" i="0">
                <a:solidFill>
                  <a:srgbClr val="BF872B"/>
                </a:solidFill>
                <a:latin typeface="Noto Sans CJK TC"/>
                <a:ea typeface="Noto Sans CJK TC"/>
                <a:cs typeface="Noto Sans CJK TC"/>
              </a:defRPr>
            </a:pPr>
            <a:r>
              <a:rPr sz="1575" b="1" i="0">
                <a:solidFill>
                  <a:srgbClr val="BF872B"/>
                </a:solidFill>
                <a:latin typeface="Noto Sans CJK TC"/>
                <a:ea typeface="Noto Sans CJK TC"/>
                <a:cs typeface="Noto Sans CJK TC"/>
              </a:rPr>
              <a:t>固定輸入｜9 次完全相同</a:t>
            </a:r>
          </a:p>
        </p:txBody>
      </p:sp>
      <p:sp>
        <p:nvSpPr>
          <p:cNvPr id="24" name="original-policy-sha-4">
            <a:extLst xmlns:a="http://schemas.openxmlformats.org/drawingml/2006/main">
              <a:ext uri="{FF2B5EF4-FFF2-40B4-BE49-F238E27FC236}">
                <a16:creationId xmlns:a16="http://schemas.microsoft.com/office/drawing/2014/main" id="{879349FA-5B72-4759-9DF0-FE15C418BE4B}"/>
              </a:ext>
            </a:extLst>
          </p:cNvPr>
          <p:cNvSpPr>
            <a:spLocks xmlns:a="http://schemas.openxmlformats.org/drawingml/2006/main" noGrp="1"/>
          </p:cNvSpPr>
          <p:nvPr/>
        </p:nvSpPr>
        <p:spPr>
          <a:xfrm xmlns:a="http://schemas.openxmlformats.org/drawingml/2006/main">
            <a:off x="857250" y="78105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275" b="0" i="0">
                <a:solidFill>
                  <a:srgbClr val="62606A"/>
                </a:solidFill>
                <a:latin typeface="DejaVu Sans Mono"/>
                <a:ea typeface="DejaVu Sans Mono"/>
                <a:cs typeface="DejaVu Sans Mono"/>
              </a:defRPr>
            </a:pPr>
            <a:r>
              <a:rPr sz="1275" b="0" i="0">
                <a:solidFill>
                  <a:srgbClr val="62606A"/>
                </a:solidFill>
                <a:latin typeface="DejaVu Sans Mono"/>
                <a:ea typeface="DejaVu Sans Mono"/>
                <a:cs typeface="DejaVu Sans Mono"/>
              </a:rPr>
              <a:t>strategy_prompt SHA256  effc9103…9e88</a:t>
            </a:r>
          </a:p>
        </p:txBody>
      </p:sp>
      <p:sp>
        <p:nvSpPr>
          <p:cNvPr id="25" name="code-input-summary-4">
            <a:extLst xmlns:a="http://schemas.openxmlformats.org/drawingml/2006/main">
              <a:ext uri="{FF2B5EF4-FFF2-40B4-BE49-F238E27FC236}">
                <a16:creationId xmlns:a16="http://schemas.microsoft.com/office/drawing/2014/main" id="{5662CCB9-C5F2-482D-85F5-B8BF02802DAF}"/>
              </a:ext>
            </a:extLst>
          </p:cNvPr>
          <p:cNvSpPr>
            <a:spLocks xmlns:a="http://schemas.openxmlformats.org/drawingml/2006/main" noGrp="1"/>
          </p:cNvSpPr>
          <p:nvPr/>
        </p:nvSpPr>
        <p:spPr>
          <a:xfrm xmlns:a="http://schemas.openxmlformats.org/drawingml/2006/main">
            <a:off x="5924550" y="2305050"/>
            <a:ext cx="514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1" i="0">
                <a:solidFill>
                  <a:srgbClr val="431218"/>
                </a:solidFill>
                <a:latin typeface="Noto Serif CJK TC"/>
                <a:ea typeface="Noto Serif CJK TC"/>
                <a:cs typeface="Noto Serif CJK TC"/>
              </a:defRPr>
            </a:pPr>
            <a:r>
              <a:rPr sz="1650" b="1" i="0">
                <a:solidFill>
                  <a:srgbClr val="431218"/>
                </a:solidFill>
                <a:latin typeface="Noto Serif CJK TC"/>
                <a:ea typeface="Noto Serif CJK TC"/>
                <a:cs typeface="Noto Serif CJK TC"/>
              </a:rPr>
              <a:t>Reviewer 收到 Policy ＋ inherited Java 的 editable strategy region</a:t>
            </a:r>
          </a:p>
        </p:txBody>
      </p:sp>
      <p:sp>
        <p:nvSpPr>
          <p:cNvPr id="26" name="code-input-sizes-4">
            <a:extLst xmlns:a="http://schemas.openxmlformats.org/drawingml/2006/main">
              <a:ext uri="{FF2B5EF4-FFF2-40B4-BE49-F238E27FC236}">
                <a16:creationId xmlns:a16="http://schemas.microsoft.com/office/drawing/2014/main" id="{FE03ACAC-6539-4F8E-84F0-B2212B1E5BFF}"/>
              </a:ext>
            </a:extLst>
          </p:cNvPr>
          <p:cNvSpPr>
            <a:spLocks xmlns:a="http://schemas.openxmlformats.org/drawingml/2006/main" noGrp="1"/>
          </p:cNvSpPr>
          <p:nvPr/>
        </p:nvSpPr>
        <p:spPr>
          <a:xfrm xmlns:a="http://schemas.openxmlformats.org/drawingml/2006/main">
            <a:off x="5981700" y="3143250"/>
            <a:ext cx="50101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4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Policy prompt                    581 chars</a:t>
            </a:r>
          </a:p>
          <a:p xmlns:a="http://schemas.openxmlformats.org/drawingml/2006/main">
            <a:pPr algn="l">
              <a:lnSpc>
                <a:spcPct val="124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Editable strategy Java         4401 chars</a:t>
            </a:r>
          </a:p>
          <a:p xmlns:a="http://schemas.openxmlformats.org/drawingml/2006/main">
            <a:pPr algn="l">
              <a:lnSpc>
                <a:spcPct val="124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Structural evidence              24 chars</a:t>
            </a:r>
          </a:p>
          <a:p xmlns:a="http://schemas.openxmlformats.org/drawingml/2006/main">
            <a:pPr algn="l">
              <a:lnSpc>
                <a:spcPct val="124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Action API guide               4091 chars</a:t>
            </a:r>
          </a:p>
          <a:p xmlns:a="http://schemas.openxmlformats.org/drawingml/2006/main">
            <a:pPr algn="l">
              <a:lnSpc>
                <a:spcPct val="124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a:t>
            </a:r>
          </a:p>
          <a:p xmlns:a="http://schemas.openxmlformats.org/drawingml/2006/main">
            <a:pPr algn="l">
              <a:lnSpc>
                <a:spcPct val="124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Estimated prompt total        11201 chars</a:t>
            </a:r>
          </a:p>
        </p:txBody>
      </p:sp>
      <p:sp>
        <p:nvSpPr>
          <p:cNvPr id="27" name="code-input-java-4">
            <a:extLst xmlns:a="http://schemas.openxmlformats.org/drawingml/2006/main">
              <a:ext uri="{FF2B5EF4-FFF2-40B4-BE49-F238E27FC236}">
                <a16:creationId xmlns:a16="http://schemas.microsoft.com/office/drawing/2014/main" id="{493AECEB-9B68-4AAF-A572-95F8A35F6AD2}"/>
              </a:ext>
            </a:extLst>
          </p:cNvPr>
          <p:cNvSpPr>
            <a:spLocks xmlns:a="http://schemas.openxmlformats.org/drawingml/2006/main" noGrp="1"/>
          </p:cNvSpPr>
          <p:nvPr/>
        </p:nvSpPr>
        <p:spPr>
          <a:xfrm xmlns:a="http://schemas.openxmlformats.org/drawingml/2006/main">
            <a:off x="5924550" y="5524500"/>
            <a:ext cx="5143500" cy="2238375"/>
          </a:xfrm>
          <a:prstGeom xmlns:a="http://schemas.openxmlformats.org/drawingml/2006/main" prst="roundRect">
            <a:avLst>
              <a:gd name="adj" fmla="val 7660"/>
            </a:avLst>
          </a:prstGeom>
          <a:solidFill xmlns:a="http://schemas.openxmlformats.org/drawingml/2006/main">
            <a:srgbClr val="FFFDF9"/>
          </a:solidFill>
          <a:ln xmlns:a="http://schemas.openxmlformats.org/drawingml/2006/main" w="11430">
            <a:solidFill>
              <a:srgbClr val="E7B9B5"/>
            </a:solidFill>
            <a:prstDash val="solid"/>
          </a:ln>
        </p:spPr>
        <p:txBody>
          <a:bodyPr xmlns:a="http://schemas.openxmlformats.org/drawingml/2006/main" wrap="square" lIns="171450" tIns="152400" rIns="171450" bIns="152400" anchor="t">
            <a:noAutofit/>
          </a:bodyPr>
          <a:lstStyle xmlns:a="http://schemas.openxmlformats.org/drawingml/2006/main"/>
          <a:p xmlns:a="http://schemas.openxmlformats.org/drawingml/2006/main">
            <a:pPr algn="l">
              <a:lnSpc>
                <a:spcPct val="116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Java evidence</a:t>
            </a:r>
          </a:p>
          <a:p xmlns:a="http://schemas.openxmlformats.org/drawingml/2006/main">
            <a:pPr algn="l">
              <a:lnSpc>
                <a:spcPct val="116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compile_success = true</a:t>
            </a:r>
          </a:p>
          <a:p xmlns:a="http://schemas.openxmlformats.org/drawingml/2006/main">
            <a:pPr algn="l">
              <a:lnSpc>
                <a:spcPct val="116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reviewed_java_input = inherited_java</a:t>
            </a:r>
          </a:p>
          <a:p xmlns:a="http://schemas.openxmlformats.org/drawingml/2006/main">
            <a:pPr algn="l">
              <a:lnSpc>
                <a:spcPct val="116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key methods: trainWorkers → runWorkerRush → attackNearestEnemy</a:t>
            </a:r>
          </a:p>
          <a:p xmlns:a="http://schemas.openxmlformats.org/drawingml/2006/main">
            <a:pPr algn="l">
              <a:lnSpc>
                <a:spcPct val="116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immutable scaffold / API contract 保持優先</a:t>
            </a:r>
          </a:p>
        </p:txBody>
      </p:sp>
      <p:sp>
        <p:nvSpPr>
          <p:cNvPr id="28" name="code-assessment-4">
            <a:extLst xmlns:a="http://schemas.openxmlformats.org/drawingml/2006/main">
              <a:ext uri="{FF2B5EF4-FFF2-40B4-BE49-F238E27FC236}">
                <a16:creationId xmlns:a16="http://schemas.microsoft.com/office/drawing/2014/main" id="{71CA1BDC-0525-48E8-8B2B-1E3E77AC715C}"/>
              </a:ext>
            </a:extLst>
          </p:cNvPr>
          <p:cNvSpPr>
            <a:spLocks xmlns:a="http://schemas.openxmlformats.org/drawingml/2006/main" noGrp="1"/>
          </p:cNvSpPr>
          <p:nvPr/>
        </p:nvSpPr>
        <p:spPr>
          <a:xfrm xmlns:a="http://schemas.openxmlformats.org/drawingml/2006/main">
            <a:off x="11639550" y="2305050"/>
            <a:ext cx="5810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1" i="0">
                <a:solidFill>
                  <a:srgbClr val="431218"/>
                </a:solidFill>
                <a:latin typeface="Noto Serif CJK TC"/>
                <a:ea typeface="Noto Serif CJK TC"/>
                <a:cs typeface="Noto Serif CJK TC"/>
              </a:defRPr>
            </a:pPr>
            <a:r>
              <a:rPr sz="1650" b="1" i="0">
                <a:solidFill>
                  <a:srgbClr val="431218"/>
                </a:solidFill>
                <a:latin typeface="Noto Serif CJK TC"/>
                <a:ea typeface="Noto Serif CJK TC"/>
                <a:cs typeface="Noto Serif CJK TC"/>
              </a:rPr>
              <a:t>Reviewer assessment</a:t>
            </a:r>
          </a:p>
          <a:p xmlns:a="http://schemas.openxmlformats.org/drawingml/2006/main">
            <a:pPr algn="l">
              <a:lnSpc>
                <a:spcPct val="110000"/>
              </a:lnSpc>
              <a:buNone/>
              <a:defRPr sz="1650" b="1" i="0">
                <a:solidFill>
                  <a:srgbClr val="431218"/>
                </a:solidFill>
                <a:latin typeface="Noto Serif CJK TC"/>
                <a:ea typeface="Noto Serif CJK TC"/>
                <a:cs typeface="Noto Serif CJK TC"/>
              </a:defRPr>
            </a:pPr>
            <a:r>
              <a:rPr sz="1650" b="1" i="0">
                <a:solidFill>
                  <a:srgbClr val="431218"/>
                </a:solidFill>
                <a:latin typeface="Noto Serif CJK TC"/>
                <a:ea typeface="Noto Serif CJK TC"/>
                <a:cs typeface="Noto Serif CJK TC"/>
              </a:rPr>
              <a:t>policy_clear_but_java_violates</a:t>
            </a:r>
          </a:p>
        </p:txBody>
      </p:sp>
      <p:sp>
        <p:nvSpPr>
          <p:cNvPr id="29" name="code-required-4">
            <a:extLst xmlns:a="http://schemas.openxmlformats.org/drawingml/2006/main">
              <a:ext uri="{FF2B5EF4-FFF2-40B4-BE49-F238E27FC236}">
                <a16:creationId xmlns:a16="http://schemas.microsoft.com/office/drawing/2014/main" id="{F6A242DF-C122-4A9E-8049-FFA46A674149}"/>
              </a:ext>
            </a:extLst>
          </p:cNvPr>
          <p:cNvSpPr>
            <a:spLocks xmlns:a="http://schemas.openxmlformats.org/drawingml/2006/main" noGrp="1"/>
          </p:cNvSpPr>
          <p:nvPr/>
        </p:nvSpPr>
        <p:spPr>
          <a:xfrm xmlns:a="http://schemas.openxmlformats.org/drawingml/2006/main">
            <a:off x="11639550" y="3276600"/>
            <a:ext cx="5810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Remove Base reconstruction logic in `runWorkerRush`; only allow Workers to harvest and attack.</a:t>
            </a:r>
          </a:p>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Enforce continuous Worker production in `trainWorkers` by prioritizing Worker training in every tick…</a:t>
            </a:r>
          </a:p>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Dedicate exactly one Worker to harvesting and return it to the Base; prevent other Workers from…</a:t>
            </a:r>
          </a:p>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Modify `attackNearestEnemy` to strictly target the enemy Base first; only attack enemy units/structures…</a:t>
            </a:r>
          </a:p>
        </p:txBody>
      </p:sp>
      <p:sp>
        <p:nvSpPr>
          <p:cNvPr id="30" name="code-policy-state-4">
            <a:extLst xmlns:a="http://schemas.openxmlformats.org/drawingml/2006/main">
              <a:ext uri="{FF2B5EF4-FFF2-40B4-BE49-F238E27FC236}">
                <a16:creationId xmlns:a16="http://schemas.microsoft.com/office/drawing/2014/main" id="{52D21A1A-DB27-48ED-B6A3-2F803B4FDDCC}"/>
              </a:ext>
            </a:extLst>
          </p:cNvPr>
          <p:cNvSpPr>
            <a:spLocks xmlns:a="http://schemas.openxmlformats.org/drawingml/2006/main" noGrp="1"/>
          </p:cNvSpPr>
          <p:nvPr/>
        </p:nvSpPr>
        <p:spPr>
          <a:xfrm xmlns:a="http://schemas.openxmlformats.org/drawingml/2006/main">
            <a:off x="11639550" y="5391150"/>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025" b="1" i="0">
                <a:solidFill>
                  <a:srgbClr val="47795C"/>
                </a:solidFill>
                <a:latin typeface="Noto Serif CJK TC"/>
                <a:ea typeface="Noto Serif CJK TC"/>
                <a:cs typeface="Noto Serif CJK TC"/>
              </a:defRPr>
            </a:pPr>
            <a:r>
              <a:rPr sz="2025" b="1" i="0">
                <a:solidFill>
                  <a:srgbClr val="47795C"/>
                </a:solidFill>
                <a:latin typeface="Noto Serif CJK TC"/>
                <a:ea typeface="Noto Serif CJK TC"/>
                <a:cs typeface="Noto Serif CJK TC"/>
              </a:rPr>
              <a:t>Policy：完全不變</a:t>
            </a:r>
          </a:p>
        </p:txBody>
      </p:sp>
      <p:sp>
        <p:nvSpPr>
          <p:cNvPr id="31" name="code-delta-4">
            <a:extLst xmlns:a="http://schemas.openxmlformats.org/drawingml/2006/main">
              <a:ext uri="{FF2B5EF4-FFF2-40B4-BE49-F238E27FC236}">
                <a16:creationId xmlns:a16="http://schemas.microsoft.com/office/drawing/2014/main" id="{6A065CEC-4659-448C-BBB5-A7F73D671D56}"/>
              </a:ext>
            </a:extLst>
          </p:cNvPr>
          <p:cNvSpPr>
            <a:spLocks xmlns:a="http://schemas.openxmlformats.org/drawingml/2006/main" noGrp="1"/>
          </p:cNvSpPr>
          <p:nvPr/>
        </p:nvSpPr>
        <p:spPr>
          <a:xfrm xmlns:a="http://schemas.openxmlformats.org/drawingml/2006/main">
            <a:off x="11639550" y="5943600"/>
            <a:ext cx="58102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BF872B"/>
                </a:solidFill>
                <a:latin typeface="DejaVu Sans Mono"/>
                <a:ea typeface="DejaVu Sans Mono"/>
                <a:cs typeface="DejaVu Sans Mono"/>
              </a:defRPr>
            </a:pPr>
            <a:r>
              <a:rPr sz="1425" b="0" i="0">
                <a:solidFill>
                  <a:srgbClr val="BF872B"/>
                </a:solidFill>
                <a:latin typeface="DejaVu Sans Mono"/>
                <a:ea typeface="DejaVu Sans Mono"/>
                <a:cs typeface="DejaVu Sans Mono"/>
              </a:rPr>
              <a:t>新增 reusable rule：</a:t>
            </a:r>
          </a:p>
          <a:p xmlns:a="http://schemas.openxmlformats.org/drawingml/2006/main">
            <a:pPr algn="l">
              <a:lnSpc>
                <a:spcPct val="108000"/>
              </a:lnSpc>
              <a:buNone/>
              <a:defRPr sz="1425" b="0" i="0">
                <a:solidFill>
                  <a:srgbClr val="BF872B"/>
                </a:solidFill>
                <a:latin typeface="DejaVu Sans Mono"/>
                <a:ea typeface="DejaVu Sans Mono"/>
                <a:cs typeface="DejaVu Sans Mono"/>
              </a:defRPr>
            </a:pPr>
            <a:r>
              <a:rPr sz="1425" b="0" i="0">
                <a:solidFill>
                  <a:srgbClr val="BF872B"/>
                </a:solidFill>
                <a:latin typeface="DejaVu Sans Mono"/>
                <a:ea typeface="DejaVu Sans Mono"/>
                <a:cs typeface="DejaVu Sans Mono"/>
              </a:rPr>
              <a:t>[rule-23e2e394413e] targeting_fallback | Explicitly validate all targeting decisions against the immutable API’s allowed unit types and player checks before execution.</a:t>
            </a:r>
          </a:p>
        </p:txBody>
      </p:sp>
      <p:sp>
        <p:nvSpPr>
          <p:cNvPr id="32" name="code-result-note-4">
            <a:extLst xmlns:a="http://schemas.openxmlformats.org/drawingml/2006/main">
              <a:ext uri="{FF2B5EF4-FFF2-40B4-BE49-F238E27FC236}">
                <a16:creationId xmlns:a16="http://schemas.microsoft.com/office/drawing/2014/main" id="{80211D50-2784-40CD-9524-A260279517A6}"/>
              </a:ext>
            </a:extLst>
          </p:cNvPr>
          <p:cNvSpPr>
            <a:spLocks xmlns:a="http://schemas.openxmlformats.org/drawingml/2006/main" noGrp="1"/>
          </p:cNvSpPr>
          <p:nvPr/>
        </p:nvSpPr>
        <p:spPr>
          <a:xfrm xmlns:a="http://schemas.openxmlformats.org/drawingml/2006/main">
            <a:off x="11639550" y="7791450"/>
            <a:ext cx="581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350" b="0" i="0">
                <a:solidFill>
                  <a:srgbClr val="62606A"/>
                </a:solidFill>
                <a:latin typeface="Noto Sans CJK TC"/>
                <a:ea typeface="Noto Sans CJK TC"/>
                <a:cs typeface="Noto Sans CJK TC"/>
              </a:defRPr>
            </a:pPr>
            <a:r>
              <a:rPr sz="1350" b="0" i="0">
                <a:solidFill>
                  <a:srgbClr val="62606A"/>
                </a:solidFill>
                <a:latin typeface="Noto Sans CJK TC"/>
                <a:ea typeface="Noto Sans CJK TC"/>
                <a:cs typeface="Noto Sans CJK TC"/>
              </a:rPr>
              <a:t>reflection 1 attempt(s) ｜ rewrite 2 attempt(s) ｜ Java unchanged</a:t>
            </a:r>
          </a:p>
        </p:txBody>
      </p:sp>
      <p:sp>
        <p:nvSpPr>
          <p:cNvPr id="33" name="audit-strip-4">
            <a:extLst xmlns:a="http://schemas.openxmlformats.org/drawingml/2006/main">
              <a:ext uri="{FF2B5EF4-FFF2-40B4-BE49-F238E27FC236}">
                <a16:creationId xmlns:a16="http://schemas.microsoft.com/office/drawing/2014/main" id="{62F04386-BA67-4304-A22D-70A4E7D43C36}"/>
              </a:ext>
            </a:extLst>
          </p:cNvPr>
          <p:cNvSpPr>
            <a:spLocks xmlns:a="http://schemas.openxmlformats.org/drawingml/2006/main" noGrp="1"/>
          </p:cNvSpPr>
          <p:nvPr/>
        </p:nvSpPr>
        <p:spPr>
          <a:xfrm xmlns:a="http://schemas.openxmlformats.org/drawingml/2006/main">
            <a:off x="857250" y="8477250"/>
            <a:ext cx="16573500" cy="1066800"/>
          </a:xfrm>
          <a:prstGeom xmlns:a="http://schemas.openxmlformats.org/drawingml/2006/main" prst="roundRect">
            <a:avLst>
              <a:gd name="adj" fmla="val 19643"/>
            </a:avLst>
          </a:prstGeom>
          <a:solidFill xmlns:a="http://schemas.openxmlformats.org/drawingml/2006/main">
            <a:srgbClr val="E2EFE6"/>
          </a:solidFill>
          <a:ln xmlns:a="http://schemas.openxmlformats.org/drawingml/2006/main" w="14288">
            <a:solidFill>
              <a:srgbClr val="47795C"/>
            </a:solidFill>
            <a:prstDash val="solid"/>
          </a:ln>
        </p:spPr>
      </p:sp>
      <p:sp>
        <p:nvSpPr>
          <p:cNvPr id="34" name="audit-scope-label-4">
            <a:extLst xmlns:a="http://schemas.openxmlformats.org/drawingml/2006/main">
              <a:ext uri="{FF2B5EF4-FFF2-40B4-BE49-F238E27FC236}">
                <a16:creationId xmlns:a16="http://schemas.microsoft.com/office/drawing/2014/main" id="{58FB38BA-FA13-48E0-8123-6EC3DB713FB7}"/>
              </a:ext>
            </a:extLst>
          </p:cNvPr>
          <p:cNvSpPr>
            <a:spLocks xmlns:a="http://schemas.openxmlformats.org/drawingml/2006/main" noGrp="1"/>
          </p:cNvSpPr>
          <p:nvPr/>
        </p:nvSpPr>
        <p:spPr>
          <a:xfrm xmlns:a="http://schemas.openxmlformats.org/drawingml/2006/main">
            <a:off x="1162050" y="86868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i="0">
                <a:solidFill>
                  <a:srgbClr val="47795C"/>
                </a:solidFill>
                <a:latin typeface="Noto Sans CJK TC"/>
                <a:ea typeface="Noto Sans CJK TC"/>
                <a:cs typeface="Noto Sans CJK TC"/>
              </a:defRPr>
            </a:pPr>
            <a:r>
              <a:rPr sz="1350" b="1" i="0">
                <a:solidFill>
                  <a:srgbClr val="47795C"/>
                </a:solidFill>
                <a:latin typeface="Noto Sans CJK TC"/>
                <a:ea typeface="Noto Sans CJK TC"/>
                <a:cs typeface="Noto Sans CJK TC"/>
              </a:rPr>
              <a:t>GENE SCOPE</a:t>
            </a:r>
          </a:p>
        </p:txBody>
      </p:sp>
      <p:sp>
        <p:nvSpPr>
          <p:cNvPr id="35" name="audit-scope-4">
            <a:extLst xmlns:a="http://schemas.openxmlformats.org/drawingml/2006/main">
              <a:ext uri="{FF2B5EF4-FFF2-40B4-BE49-F238E27FC236}">
                <a16:creationId xmlns:a16="http://schemas.microsoft.com/office/drawing/2014/main" id="{BFE56275-9234-443D-BD67-1D3AE8681116}"/>
              </a:ext>
            </a:extLst>
          </p:cNvPr>
          <p:cNvSpPr>
            <a:spLocks xmlns:a="http://schemas.openxmlformats.org/drawingml/2006/main" noGrp="1"/>
          </p:cNvSpPr>
          <p:nvPr/>
        </p:nvSpPr>
        <p:spPr>
          <a:xfrm xmlns:a="http://schemas.openxmlformats.org/drawingml/2006/main">
            <a:off x="1162050" y="8991600"/>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650" b="1" i="0">
                <a:solidFill>
                  <a:srgbClr val="431218"/>
                </a:solidFill>
                <a:latin typeface="Noto Sans CJK TC"/>
                <a:ea typeface="Noto Sans CJK TC"/>
                <a:cs typeface="Noto Sans CJK TC"/>
              </a:defRPr>
            </a:pPr>
            <a:r>
              <a:rPr sz="1650" b="1" i="0">
                <a:solidFill>
                  <a:srgbClr val="431218"/>
                </a:solidFill>
                <a:latin typeface="Noto Sans CJK TC"/>
                <a:ea typeface="Noto Sans CJK TC"/>
                <a:cs typeface="Noto Sans CJK TC"/>
              </a:rPr>
              <a:t>generation_prompt changed ｜ strategy_prompt + inherited_java unchanged</a:t>
            </a:r>
          </a:p>
        </p:txBody>
      </p:sp>
      <p:sp>
        <p:nvSpPr>
          <p:cNvPr id="36" name="audit-divider-4">
            <a:extLst xmlns:a="http://schemas.openxmlformats.org/drawingml/2006/main">
              <a:ext uri="{FF2B5EF4-FFF2-40B4-BE49-F238E27FC236}">
                <a16:creationId xmlns:a16="http://schemas.microsoft.com/office/drawing/2014/main" id="{AE8EA89A-A832-40E4-BC20-D685A34CA003}"/>
              </a:ext>
            </a:extLst>
          </p:cNvPr>
          <p:cNvSpPr>
            <a:spLocks xmlns:a="http://schemas.openxmlformats.org/drawingml/2006/main" noGrp="1"/>
          </p:cNvSpPr>
          <p:nvPr/>
        </p:nvSpPr>
        <p:spPr>
          <a:xfrm xmlns:a="http://schemas.openxmlformats.org/drawingml/2006/main">
            <a:off x="7286625" y="8667750"/>
            <a:ext cx="0" cy="685800"/>
          </a:xfrm>
          <a:prstGeom xmlns:a="http://schemas.openxmlformats.org/drawingml/2006/main" prst="line">
            <a:avLst/>
          </a:prstGeom>
          <a:noFill xmlns:a="http://schemas.openxmlformats.org/drawingml/2006/main"/>
          <a:ln xmlns:a="http://schemas.openxmlformats.org/drawingml/2006/main" w="11430">
            <a:solidFill>
              <a:srgbClr val="47795C"/>
            </a:solidFill>
            <a:prstDash val="solid"/>
          </a:ln>
        </p:spPr>
      </p:sp>
      <p:sp>
        <p:nvSpPr>
          <p:cNvPr id="37" name="audit-review-label-4">
            <a:extLst xmlns:a="http://schemas.openxmlformats.org/drawingml/2006/main">
              <a:ext uri="{FF2B5EF4-FFF2-40B4-BE49-F238E27FC236}">
                <a16:creationId xmlns:a16="http://schemas.microsoft.com/office/drawing/2014/main" id="{5A241BE3-5EBD-4AE1-A306-DC468405F29B}"/>
              </a:ext>
            </a:extLst>
          </p:cNvPr>
          <p:cNvSpPr>
            <a:spLocks xmlns:a="http://schemas.openxmlformats.org/drawingml/2006/main" noGrp="1"/>
          </p:cNvSpPr>
          <p:nvPr/>
        </p:nvSpPr>
        <p:spPr>
          <a:xfrm xmlns:a="http://schemas.openxmlformats.org/drawingml/2006/main">
            <a:off x="7620000" y="86868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i="0">
                <a:solidFill>
                  <a:srgbClr val="47795C"/>
                </a:solidFill>
                <a:latin typeface="Noto Sans CJK TC"/>
                <a:ea typeface="Noto Sans CJK TC"/>
                <a:cs typeface="Noto Sans CJK TC"/>
              </a:defRPr>
            </a:pPr>
            <a:r>
              <a:rPr sz="1350" b="1" i="0">
                <a:solidFill>
                  <a:srgbClr val="47795C"/>
                </a:solidFill>
                <a:latin typeface="Noto Sans CJK TC"/>
                <a:ea typeface="Noto Sans CJK TC"/>
                <a:cs typeface="Noto Sans CJK TC"/>
              </a:rPr>
              <a:t>人工確認重點</a:t>
            </a:r>
          </a:p>
        </p:txBody>
      </p:sp>
      <p:sp>
        <p:nvSpPr>
          <p:cNvPr id="38" name="audit-review-4">
            <a:extLst xmlns:a="http://schemas.openxmlformats.org/drawingml/2006/main">
              <a:ext uri="{FF2B5EF4-FFF2-40B4-BE49-F238E27FC236}">
                <a16:creationId xmlns:a16="http://schemas.microsoft.com/office/drawing/2014/main" id="{8656C4AF-EF31-4B07-B3F9-684D8E8D2EE8}"/>
              </a:ext>
            </a:extLst>
          </p:cNvPr>
          <p:cNvSpPr>
            <a:spLocks xmlns:a="http://schemas.openxmlformats.org/drawingml/2006/main" noGrp="1"/>
          </p:cNvSpPr>
          <p:nvPr/>
        </p:nvSpPr>
        <p:spPr>
          <a:xfrm xmlns:a="http://schemas.openxmlformats.org/drawingml/2006/main">
            <a:off x="7620000" y="8991600"/>
            <a:ext cx="942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Reviewer 把「禁止 Barracks」延伸成「禁止重建 Base」；判讀含隱含假設。</a:t>
            </a:r>
          </a:p>
        </p:txBody>
      </p:sp>
    </p:spTree>
    <p:extLst>
      <p:ext uri="{BB962C8B-B14F-4D97-AF65-F5344CB8AC3E}">
        <p14:creationId xmlns:p14="http://schemas.microsoft.com/office/powerpoint/2010/main" val="209286051"/>
      </p:ext>
    </p:extLst>
  </p:cSld>
</p:sld>
</file>

<file path=ppt/slides/slide5.xml><?xml version="1.0" encoding="utf-8"?>
<p:sld xmlns:p="http://schemas.openxmlformats.org/presentationml/2006/main">
  <p:cSld>
    <p:bg>
      <p:bgPr>
        <a:solidFill xmlns:a="http://schemas.openxmlformats.org/drawingml/2006/main">
          <a:srgbClr val="FFF9F3"/>
        </a:solidFill>
      </p:bgPr>
    </p:bg>
    <p:spTree>
      <p:nvGrpSpPr>
        <p:cNvPr id="1" name=""/>
        <p:cNvGrpSpPr/>
        <p:nvPr/>
      </p:nvGrpSpPr>
      <p:grpSpPr>
        <a:xfrm xmlns:a="http://schemas.openxmlformats.org/drawingml/2006/main"/>
      </p:grpSpPr>
      <p:sp>
        <p:nvSpPr>
          <p:cNvPr id="39" name="top-rule-5">
            <a:extLst xmlns:a="http://schemas.openxmlformats.org/drawingml/2006/main">
              <a:ext uri="{FF2B5EF4-FFF2-40B4-BE49-F238E27FC236}">
                <a16:creationId xmlns:a16="http://schemas.microsoft.com/office/drawing/2014/main" id="{1E146EE9-7DE7-4149-AC38-B5EDB9DDACC7}"/>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ule-right-5">
            <a:extLst xmlns:a="http://schemas.openxmlformats.org/drawingml/2006/main">
              <a:ext uri="{FF2B5EF4-FFF2-40B4-BE49-F238E27FC236}">
                <a16:creationId xmlns:a16="http://schemas.microsoft.com/office/drawing/2014/main" id="{41017AD2-4788-46A6-B5D5-90AFD3C0448B}"/>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top-diamond-a-5">
            <a:extLst xmlns:a="http://schemas.openxmlformats.org/drawingml/2006/main">
              <a:ext uri="{FF2B5EF4-FFF2-40B4-BE49-F238E27FC236}">
                <a16:creationId xmlns:a16="http://schemas.microsoft.com/office/drawing/2014/main" id="{D4822765-7C18-470F-8871-A63757B52216}"/>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top-diamond-b-5">
            <a:extLst xmlns:a="http://schemas.openxmlformats.org/drawingml/2006/main">
              <a:ext uri="{FF2B5EF4-FFF2-40B4-BE49-F238E27FC236}">
                <a16:creationId xmlns:a16="http://schemas.microsoft.com/office/drawing/2014/main" id="{FD5E70C6-FE9D-4F4B-95D1-B24A3CE37D78}"/>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top-diamond-c-5">
            <a:extLst xmlns:a="http://schemas.openxmlformats.org/drawingml/2006/main">
              <a:ext uri="{FF2B5EF4-FFF2-40B4-BE49-F238E27FC236}">
                <a16:creationId xmlns:a16="http://schemas.microsoft.com/office/drawing/2014/main" id="{609F4833-0F66-49A3-852F-6CD95D8E0748}"/>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circle-5">
            <a:extLst xmlns:a="http://schemas.openxmlformats.org/drawingml/2006/main">
              <a:ext uri="{FF2B5EF4-FFF2-40B4-BE49-F238E27FC236}">
                <a16:creationId xmlns:a16="http://schemas.microsoft.com/office/drawing/2014/main" id="{A58024A9-3637-4097-B054-C1B55BB4BAB4}"/>
              </a:ext>
            </a:extLst>
          </p:cNvPr>
          <p:cNvSpPr>
            <a:spLocks xmlns:a="http://schemas.openxmlformats.org/drawingml/2006/main" noGrp="1"/>
          </p:cNvSpPr>
          <p:nvPr/>
        </p:nvSpPr>
        <p:spPr>
          <a:xfrm xmlns:a="http://schemas.openxmlformats.org/drawingml/2006/main">
            <a:off x="742950" y="552450"/>
            <a:ext cx="685800" cy="6858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FFFDF9"/>
                </a:solidFill>
                <a:latin typeface="Noto Serif CJK TC"/>
                <a:ea typeface="Noto Serif CJK TC"/>
                <a:cs typeface="Noto Serif CJK TC"/>
              </a:defRPr>
            </a:pPr>
            <a:r>
              <a:rPr sz="2100" b="1">
                <a:solidFill>
                  <a:srgbClr val="FFFDF9"/>
                </a:solidFill>
                <a:latin typeface="Noto Serif CJK TC"/>
                <a:ea typeface="Noto Serif CJK TC"/>
                <a:cs typeface="Noto Serif CJK TC"/>
              </a:rPr>
              <a:t>C2</a:t>
            </a:r>
          </a:p>
        </p:txBody>
      </p:sp>
      <p:sp>
        <p:nvSpPr>
          <p:cNvPr id="7" name="status-5">
            <a:extLst xmlns:a="http://schemas.openxmlformats.org/drawingml/2006/main">
              <a:ext uri="{FF2B5EF4-FFF2-40B4-BE49-F238E27FC236}">
                <a16:creationId xmlns:a16="http://schemas.microsoft.com/office/drawing/2014/main" id="{8552A67A-3CD9-4423-A02C-EF50F16B1AD5}"/>
              </a:ext>
            </a:extLst>
          </p:cNvPr>
          <p:cNvSpPr>
            <a:spLocks xmlns:a="http://schemas.openxmlformats.org/drawingml/2006/main" noGrp="1"/>
          </p:cNvSpPr>
          <p:nvPr/>
        </p:nvSpPr>
        <p:spPr>
          <a:xfrm xmlns:a="http://schemas.openxmlformats.org/drawingml/2006/main">
            <a:off x="13811250" y="628650"/>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650" b="1" i="0">
                <a:solidFill>
                  <a:srgbClr val="47795C"/>
                </a:solidFill>
                <a:latin typeface="Noto Sans CJK TC"/>
                <a:ea typeface="Noto Sans CJK TC"/>
                <a:cs typeface="Noto Sans CJK TC"/>
              </a:defRPr>
            </a:pPr>
            <a:r>
              <a:rPr sz="1650" b="1" i="0">
                <a:solidFill>
                  <a:srgbClr val="47795C"/>
                </a:solidFill>
                <a:latin typeface="Noto Sans CJK TC"/>
                <a:ea typeface="Noto Sans CJK TC"/>
                <a:cs typeface="Noto Sans CJK TC"/>
              </a:rPr>
              <a:t>APPLIED · reflection 2 / rewrite 1</a:t>
            </a:r>
          </a:p>
        </p:txBody>
      </p:sp>
      <p:sp>
        <p:nvSpPr>
          <p:cNvPr id="8" name="col-rule-a-5">
            <a:extLst xmlns:a="http://schemas.openxmlformats.org/drawingml/2006/main">
              <a:ext uri="{FF2B5EF4-FFF2-40B4-BE49-F238E27FC236}">
                <a16:creationId xmlns:a16="http://schemas.microsoft.com/office/drawing/2014/main" id="{99977555-4443-497C-871B-2E2ADF9AA092}"/>
              </a:ext>
            </a:extLst>
          </p:cNvPr>
          <p:cNvSpPr>
            <a:spLocks xmlns:a="http://schemas.openxmlformats.org/drawingml/2006/main" noGrp="1"/>
          </p:cNvSpPr>
          <p:nvPr/>
        </p:nvSpPr>
        <p:spPr>
          <a:xfrm xmlns:a="http://schemas.openxmlformats.org/drawingml/2006/main">
            <a:off x="5638800" y="1943100"/>
            <a:ext cx="0" cy="619125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9" name="col-rule-b-5">
            <a:extLst xmlns:a="http://schemas.openxmlformats.org/drawingml/2006/main">
              <a:ext uri="{FF2B5EF4-FFF2-40B4-BE49-F238E27FC236}">
                <a16:creationId xmlns:a16="http://schemas.microsoft.com/office/drawing/2014/main" id="{1BECC043-694D-45FA-A02E-F9D01D0209AC}"/>
              </a:ext>
            </a:extLst>
          </p:cNvPr>
          <p:cNvSpPr>
            <a:spLocks xmlns:a="http://schemas.openxmlformats.org/drawingml/2006/main" noGrp="1"/>
          </p:cNvSpPr>
          <p:nvPr/>
        </p:nvSpPr>
        <p:spPr>
          <a:xfrm xmlns:a="http://schemas.openxmlformats.org/drawingml/2006/main">
            <a:off x="11353800" y="1943100"/>
            <a:ext cx="0" cy="619125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10" name="flow-a-5">
            <a:extLst xmlns:a="http://schemas.openxmlformats.org/drawingml/2006/main">
              <a:ext uri="{FF2B5EF4-FFF2-40B4-BE49-F238E27FC236}">
                <a16:creationId xmlns:a16="http://schemas.microsoft.com/office/drawing/2014/main" id="{6F49BEC6-1C5B-4D73-9EE2-CDBC1B4C3EF3}"/>
              </a:ext>
            </a:extLst>
          </p:cNvPr>
          <p:cNvSpPr>
            <a:spLocks xmlns:a="http://schemas.openxmlformats.org/drawingml/2006/main" noGrp="1"/>
          </p:cNvSpPr>
          <p:nvPr/>
        </p:nvSpPr>
        <p:spPr>
          <a:xfrm xmlns:a="http://schemas.openxmlformats.org/drawingml/2006/main">
            <a:off x="5467350" y="1638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2175" b="1" i="0">
                <a:solidFill>
                  <a:srgbClr val="BF872B"/>
                </a:solidFill>
                <a:latin typeface="Noto Sans CJK TC"/>
                <a:ea typeface="Noto Sans CJK TC"/>
                <a:cs typeface="Noto Sans CJK TC"/>
              </a:defRPr>
            </a:pPr>
            <a:r>
              <a:rPr sz="2175" b="1" i="0">
                <a:solidFill>
                  <a:srgbClr val="BF872B"/>
                </a:solidFill>
                <a:latin typeface="Noto Sans CJK TC"/>
                <a:ea typeface="Noto Sans CJK TC"/>
                <a:cs typeface="Noto Sans CJK TC"/>
              </a:rPr>
              <a:t>→</a:t>
            </a:r>
          </a:p>
        </p:txBody>
      </p:sp>
      <p:sp>
        <p:nvSpPr>
          <p:cNvPr id="11" name="flow-b-5">
            <a:extLst xmlns:a="http://schemas.openxmlformats.org/drawingml/2006/main">
              <a:ext uri="{FF2B5EF4-FFF2-40B4-BE49-F238E27FC236}">
                <a16:creationId xmlns:a16="http://schemas.microsoft.com/office/drawing/2014/main" id="{F708EE96-FC76-4DFC-8343-7DFE11328C8F}"/>
              </a:ext>
            </a:extLst>
          </p:cNvPr>
          <p:cNvSpPr>
            <a:spLocks xmlns:a="http://schemas.openxmlformats.org/drawingml/2006/main" noGrp="1"/>
          </p:cNvSpPr>
          <p:nvPr/>
        </p:nvSpPr>
        <p:spPr>
          <a:xfrm xmlns:a="http://schemas.openxmlformats.org/drawingml/2006/main">
            <a:off x="11182350" y="1638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2175" b="1" i="0">
                <a:solidFill>
                  <a:srgbClr val="BF872B"/>
                </a:solidFill>
                <a:latin typeface="Noto Sans CJK TC"/>
                <a:ea typeface="Noto Sans CJK TC"/>
                <a:cs typeface="Noto Sans CJK TC"/>
              </a:defRPr>
            </a:pPr>
            <a:r>
              <a:rPr sz="2175" b="1" i="0">
                <a:solidFill>
                  <a:srgbClr val="BF872B"/>
                </a:solidFill>
                <a:latin typeface="Noto Sans CJK TC"/>
                <a:ea typeface="Noto Sans CJK TC"/>
                <a:cs typeface="Noto Sans CJK TC"/>
              </a:rPr>
              <a:t>→</a:t>
            </a:r>
          </a:p>
        </p:txBody>
      </p:sp>
      <p:sp>
        <p:nvSpPr>
          <p:cNvPr id="12" name="bottom-rule-5">
            <a:extLst xmlns:a="http://schemas.openxmlformats.org/drawingml/2006/main">
              <a:ext uri="{FF2B5EF4-FFF2-40B4-BE49-F238E27FC236}">
                <a16:creationId xmlns:a16="http://schemas.microsoft.com/office/drawing/2014/main" id="{3E8BFB39-C08C-403A-B2F2-524EA58C1181}"/>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13" name="page-5">
            <a:extLst xmlns:a="http://schemas.openxmlformats.org/drawingml/2006/main">
              <a:ext uri="{FF2B5EF4-FFF2-40B4-BE49-F238E27FC236}">
                <a16:creationId xmlns:a16="http://schemas.microsoft.com/office/drawing/2014/main" id="{23D6567F-1DDB-438C-A134-00A2FC70B5C5}"/>
              </a:ext>
            </a:extLst>
          </p:cNvPr>
          <p:cNvSpPr>
            <a:spLocks xmlns:a="http://schemas.openxmlformats.org/drawingml/2006/main" noGrp="1"/>
          </p:cNvSpPr>
          <p:nvPr/>
        </p:nvSpPr>
        <p:spPr>
          <a:xfrm xmlns:a="http://schemas.openxmlformats.org/drawingml/2006/main">
            <a:off x="16383000" y="985837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05 / 09</a:t>
            </a:r>
          </a:p>
        </p:txBody>
      </p:sp>
      <p:sp>
        <p:nvSpPr>
          <p:cNvPr id="14" name="title-5">
            <a:extLst xmlns:a="http://schemas.openxmlformats.org/drawingml/2006/main">
              <a:ext uri="{FF2B5EF4-FFF2-40B4-BE49-F238E27FC236}">
                <a16:creationId xmlns:a16="http://schemas.microsoft.com/office/drawing/2014/main" id="{003DF983-4D58-47CB-9365-DFDA028AF655}"/>
              </a:ext>
            </a:extLst>
          </p:cNvPr>
          <p:cNvSpPr>
            <a:spLocks xmlns:a="http://schemas.openxmlformats.org/drawingml/2006/main" noGrp="1"/>
          </p:cNvSpPr>
          <p:nvPr/>
        </p:nvSpPr>
        <p:spPr>
          <a:xfrm xmlns:a="http://schemas.openxmlformats.org/drawingml/2006/main">
            <a:off x="1676400" y="476250"/>
            <a:ext cx="1162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4200" b="1" i="0">
                <a:solidFill>
                  <a:srgbClr val="431218"/>
                </a:solidFill>
                <a:latin typeface="Noto Serif CJK TC"/>
                <a:ea typeface="Noto Serif CJK TC"/>
                <a:cs typeface="Noto Serif CJK TC"/>
              </a:defRPr>
            </a:pPr>
            <a:r>
              <a:rPr sz="4200" b="1" i="0">
                <a:solidFill>
                  <a:srgbClr val="431218"/>
                </a:solidFill>
                <a:latin typeface="Noto Serif CJK TC"/>
                <a:ea typeface="Noto Serif CJK TC"/>
                <a:cs typeface="Noto Serif CJK TC"/>
              </a:rPr>
              <a:t>Code 2｜Schema retry 後套用</a:t>
            </a:r>
          </a:p>
        </p:txBody>
      </p:sp>
      <p:sp>
        <p:nvSpPr>
          <p:cNvPr id="15" name="subtitle-5">
            <a:extLst xmlns:a="http://schemas.openxmlformats.org/drawingml/2006/main">
              <a:ext uri="{FF2B5EF4-FFF2-40B4-BE49-F238E27FC236}">
                <a16:creationId xmlns:a16="http://schemas.microsoft.com/office/drawing/2014/main" id="{BAE870C8-048E-4109-8E3D-66A91C05ED06}"/>
              </a:ext>
            </a:extLst>
          </p:cNvPr>
          <p:cNvSpPr>
            <a:spLocks xmlns:a="http://schemas.openxmlformats.org/drawingml/2006/main" noGrp="1"/>
          </p:cNvSpPr>
          <p:nvPr/>
        </p:nvSpPr>
        <p:spPr>
          <a:xfrm xmlns:a="http://schemas.openxmlformats.org/drawingml/2006/main">
            <a:off x="1695450" y="1123950"/>
            <a:ext cx="1428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i="1">
                <a:solidFill>
                  <a:srgbClr val="62606A"/>
                </a:solidFill>
                <a:latin typeface="Noto Serif CJK TC"/>
                <a:ea typeface="Noto Serif CJK TC"/>
                <a:cs typeface="Noto Serif CJK TC"/>
              </a:defRPr>
            </a:pPr>
            <a:r>
              <a:rPr sz="1725" b="0" i="1">
                <a:solidFill>
                  <a:srgbClr val="62606A"/>
                </a:solidFill>
                <a:latin typeface="Noto Serif CJK TC"/>
                <a:ea typeface="Noto Serif CJK TC"/>
                <a:cs typeface="Noto Serif CJK TC"/>
              </a:rPr>
              <a:t>相同 Policy／Java input；reflector 第一次缺四個 alignment 欄位，第二次通過</a:t>
            </a:r>
          </a:p>
        </p:txBody>
      </p:sp>
      <p:sp>
        <p:nvSpPr>
          <p:cNvPr id="16" name="column-heading-5-0">
            <a:extLst xmlns:a="http://schemas.openxmlformats.org/drawingml/2006/main">
              <a:ext uri="{FF2B5EF4-FFF2-40B4-BE49-F238E27FC236}">
                <a16:creationId xmlns:a16="http://schemas.microsoft.com/office/drawing/2014/main" id="{A72FF935-109E-4427-AC2B-F5EC09165D32}"/>
              </a:ext>
            </a:extLst>
          </p:cNvPr>
          <p:cNvSpPr>
            <a:spLocks xmlns:a="http://schemas.openxmlformats.org/drawingml/2006/main" noGrp="1"/>
          </p:cNvSpPr>
          <p:nvPr/>
        </p:nvSpPr>
        <p:spPr>
          <a:xfrm xmlns:a="http://schemas.openxmlformats.org/drawingml/2006/main">
            <a:off x="857250" y="16573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原始 Policy</a:t>
            </a:r>
          </a:p>
        </p:txBody>
      </p:sp>
      <p:sp>
        <p:nvSpPr>
          <p:cNvPr id="17" name="column-rule-5-0">
            <a:extLst xmlns:a="http://schemas.openxmlformats.org/drawingml/2006/main">
              <a:ext uri="{FF2B5EF4-FFF2-40B4-BE49-F238E27FC236}">
                <a16:creationId xmlns:a16="http://schemas.microsoft.com/office/drawing/2014/main" id="{79CA0C50-7D13-4989-BF11-159BEFC49D61}"/>
              </a:ext>
            </a:extLst>
          </p:cNvPr>
          <p:cNvSpPr>
            <a:spLocks xmlns:a="http://schemas.openxmlformats.org/drawingml/2006/main" noGrp="1"/>
          </p:cNvSpPr>
          <p:nvPr/>
        </p:nvSpPr>
        <p:spPr>
          <a:xfrm xmlns:a="http://schemas.openxmlformats.org/drawingml/2006/main">
            <a:off x="857250" y="2057400"/>
            <a:ext cx="447675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18" name="column-heading-5-1">
            <a:extLst xmlns:a="http://schemas.openxmlformats.org/drawingml/2006/main">
              <a:ext uri="{FF2B5EF4-FFF2-40B4-BE49-F238E27FC236}">
                <a16:creationId xmlns:a16="http://schemas.microsoft.com/office/drawing/2014/main" id="{331D9D0B-E0F2-4B98-A75B-2DCF6A40214A}"/>
              </a:ext>
            </a:extLst>
          </p:cNvPr>
          <p:cNvSpPr>
            <a:spLocks xmlns:a="http://schemas.openxmlformats.org/drawingml/2006/main" noGrp="1"/>
          </p:cNvSpPr>
          <p:nvPr/>
        </p:nvSpPr>
        <p:spPr>
          <a:xfrm xmlns:a="http://schemas.openxmlformats.org/drawingml/2006/main">
            <a:off x="5924550" y="165735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送進 Reflection 的內容</a:t>
            </a:r>
          </a:p>
        </p:txBody>
      </p:sp>
      <p:sp>
        <p:nvSpPr>
          <p:cNvPr id="19" name="column-rule-5-1">
            <a:extLst xmlns:a="http://schemas.openxmlformats.org/drawingml/2006/main">
              <a:ext uri="{FF2B5EF4-FFF2-40B4-BE49-F238E27FC236}">
                <a16:creationId xmlns:a16="http://schemas.microsoft.com/office/drawing/2014/main" id="{5E2BBC8B-3E7F-4C86-8B91-D6E392BAA466}"/>
              </a:ext>
            </a:extLst>
          </p:cNvPr>
          <p:cNvSpPr>
            <a:spLocks xmlns:a="http://schemas.openxmlformats.org/drawingml/2006/main" noGrp="1"/>
          </p:cNvSpPr>
          <p:nvPr/>
        </p:nvSpPr>
        <p:spPr>
          <a:xfrm xmlns:a="http://schemas.openxmlformats.org/drawingml/2006/main">
            <a:off x="5924550" y="2057400"/>
            <a:ext cx="514350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20" name="column-heading-5-2">
            <a:extLst xmlns:a="http://schemas.openxmlformats.org/drawingml/2006/main">
              <a:ext uri="{FF2B5EF4-FFF2-40B4-BE49-F238E27FC236}">
                <a16:creationId xmlns:a16="http://schemas.microsoft.com/office/drawing/2014/main" id="{769EC95C-95ED-41E1-82A9-31B37C94BF7E}"/>
              </a:ext>
            </a:extLst>
          </p:cNvPr>
          <p:cNvSpPr>
            <a:spLocks xmlns:a="http://schemas.openxmlformats.org/drawingml/2006/main" noGrp="1"/>
          </p:cNvSpPr>
          <p:nvPr/>
        </p:nvSpPr>
        <p:spPr>
          <a:xfrm xmlns:a="http://schemas.openxmlformats.org/drawingml/2006/main">
            <a:off x="11639550" y="1657350"/>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Reflection 後／實際套用</a:t>
            </a:r>
          </a:p>
        </p:txBody>
      </p:sp>
      <p:sp>
        <p:nvSpPr>
          <p:cNvPr id="21" name="column-rule-5-2">
            <a:extLst xmlns:a="http://schemas.openxmlformats.org/drawingml/2006/main">
              <a:ext uri="{FF2B5EF4-FFF2-40B4-BE49-F238E27FC236}">
                <a16:creationId xmlns:a16="http://schemas.microsoft.com/office/drawing/2014/main" id="{6CB9A0CF-5CD0-44AB-BDD5-AE292A7F2A83}"/>
              </a:ext>
            </a:extLst>
          </p:cNvPr>
          <p:cNvSpPr>
            <a:spLocks xmlns:a="http://schemas.openxmlformats.org/drawingml/2006/main" noGrp="1"/>
          </p:cNvSpPr>
          <p:nvPr/>
        </p:nvSpPr>
        <p:spPr>
          <a:xfrm xmlns:a="http://schemas.openxmlformats.org/drawingml/2006/main">
            <a:off x="11639550" y="2057400"/>
            <a:ext cx="581025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22" name="original-policy-5">
            <a:extLst xmlns:a="http://schemas.openxmlformats.org/drawingml/2006/main">
              <a:ext uri="{FF2B5EF4-FFF2-40B4-BE49-F238E27FC236}">
                <a16:creationId xmlns:a16="http://schemas.microsoft.com/office/drawing/2014/main" id="{4F016B57-8D8D-4CA8-8AC4-70A5F1DB6E77}"/>
              </a:ext>
            </a:extLst>
          </p:cNvPr>
          <p:cNvSpPr>
            <a:spLocks xmlns:a="http://schemas.openxmlformats.org/drawingml/2006/main" noGrp="1"/>
          </p:cNvSpPr>
          <p:nvPr/>
        </p:nvSpPr>
        <p:spPr>
          <a:xfrm xmlns:a="http://schemas.openxmlformats.org/drawingml/2006/main">
            <a:off x="857250" y="2305050"/>
            <a:ext cx="44767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i="0">
                <a:solidFill>
                  <a:srgbClr val="25252A"/>
                </a:solidFill>
                <a:latin typeface="Noto Serif CJK TC"/>
                <a:ea typeface="Noto Serif CJK TC"/>
                <a:cs typeface="Noto Serif CJK TC"/>
              </a:defRPr>
            </a:pPr>
            <a:r>
              <a:rPr sz="1650" b="0" i="0">
                <a:solidFill>
                  <a:srgbClr val="25252A"/>
                </a:solidFill>
                <a:latin typeface="Noto Serif CJK TC"/>
                <a:ea typeface="Noto Serif CJK TC"/>
                <a:cs typeface="Noto Serif CJK TC"/>
              </a:rPr>
              <a:t>Use a continuous Worker-rush policy.</a:t>
            </a:r>
          </a:p>
          <a:p xmlns:a="http://schemas.openxmlformats.org/drawingml/2006/main">
            <a:r>
              <a:t/>
            </a:r>
          </a:p>
          <a:p xmlns:a="http://schemas.openxmlformats.org/drawingml/2006/main">
            <a:pPr algn="l">
              <a:lnSpc>
                <a:spcPct val="116000"/>
              </a:lnSpc>
              <a:buNone/>
              <a:defRPr sz="1650" b="0" i="0">
                <a:solidFill>
                  <a:srgbClr val="25252A"/>
                </a:solidFill>
                <a:latin typeface="Noto Serif CJK TC"/>
                <a:ea typeface="Noto Serif CJK TC"/>
                <a:cs typeface="Noto Serif CJK TC"/>
              </a:defRPr>
            </a:pPr>
            <a:r>
              <a:rPr sz="1650" b="0" i="0">
                <a:solidFill>
                  <a:srgbClr val="25252A"/>
                </a:solidFill>
                <a:latin typeface="Noto Serif CJK TC"/>
                <a:ea typeface="Noto Serif CJK TC"/>
                <a:cs typeface="Noto Serif CJK TC"/>
              </a:rP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p:txBody>
      </p:sp>
      <p:sp>
        <p:nvSpPr>
          <p:cNvPr id="23" name="original-policy-fixed-5">
            <a:extLst xmlns:a="http://schemas.openxmlformats.org/drawingml/2006/main">
              <a:ext uri="{FF2B5EF4-FFF2-40B4-BE49-F238E27FC236}">
                <a16:creationId xmlns:a16="http://schemas.microsoft.com/office/drawing/2014/main" id="{42683AB4-B634-4CD2-9B96-80A536A83FCF}"/>
              </a:ext>
            </a:extLst>
          </p:cNvPr>
          <p:cNvSpPr>
            <a:spLocks xmlns:a="http://schemas.openxmlformats.org/drawingml/2006/main" noGrp="1"/>
          </p:cNvSpPr>
          <p:nvPr/>
        </p:nvSpPr>
        <p:spPr>
          <a:xfrm xmlns:a="http://schemas.openxmlformats.org/drawingml/2006/main">
            <a:off x="857250" y="7239000"/>
            <a:ext cx="4476750" cy="438150"/>
          </a:xfrm>
          <a:prstGeom xmlns:a="http://schemas.openxmlformats.org/drawingml/2006/main" prst="roundRect">
            <a:avLst>
              <a:gd name="adj" fmla="val 39130"/>
            </a:avLst>
          </a:prstGeom>
          <a:solidFill xmlns:a="http://schemas.openxmlformats.org/drawingml/2006/main">
            <a:srgbClr val="F4E5C7"/>
          </a:solidFill>
          <a:ln xmlns:a="http://schemas.openxmlformats.org/drawingml/2006/main" w="9525">
            <a:solidFill>
              <a:srgbClr val="BF872B"/>
            </a:solidFill>
            <a:prstDash val="solid"/>
          </a:ln>
        </p:spPr>
        <p:txBody>
          <a:bodyPr xmlns:a="http://schemas.openxmlformats.org/drawingml/2006/main" wrap="square" lIns="95250" tIns="38100" rIns="95250" bIns="38100" anchor="ctr">
            <a:noAutofit/>
          </a:bodyPr>
          <a:lstStyle xmlns:a="http://schemas.openxmlformats.org/drawingml/2006/main"/>
          <a:p xmlns:a="http://schemas.openxmlformats.org/drawingml/2006/main">
            <a:pPr algn="ctr">
              <a:lnSpc>
                <a:spcPct val="110000"/>
              </a:lnSpc>
              <a:buNone/>
              <a:defRPr sz="1575" b="1" i="0">
                <a:solidFill>
                  <a:srgbClr val="BF872B"/>
                </a:solidFill>
                <a:latin typeface="Noto Sans CJK TC"/>
                <a:ea typeface="Noto Sans CJK TC"/>
                <a:cs typeface="Noto Sans CJK TC"/>
              </a:defRPr>
            </a:pPr>
            <a:r>
              <a:rPr sz="1575" b="1" i="0">
                <a:solidFill>
                  <a:srgbClr val="BF872B"/>
                </a:solidFill>
                <a:latin typeface="Noto Sans CJK TC"/>
                <a:ea typeface="Noto Sans CJK TC"/>
                <a:cs typeface="Noto Sans CJK TC"/>
              </a:rPr>
              <a:t>固定輸入｜9 次完全相同</a:t>
            </a:r>
          </a:p>
        </p:txBody>
      </p:sp>
      <p:sp>
        <p:nvSpPr>
          <p:cNvPr id="24" name="original-policy-sha-5">
            <a:extLst xmlns:a="http://schemas.openxmlformats.org/drawingml/2006/main">
              <a:ext uri="{FF2B5EF4-FFF2-40B4-BE49-F238E27FC236}">
                <a16:creationId xmlns:a16="http://schemas.microsoft.com/office/drawing/2014/main" id="{BD88AE7A-846E-47E3-BAD2-95F513DA4555}"/>
              </a:ext>
            </a:extLst>
          </p:cNvPr>
          <p:cNvSpPr>
            <a:spLocks xmlns:a="http://schemas.openxmlformats.org/drawingml/2006/main" noGrp="1"/>
          </p:cNvSpPr>
          <p:nvPr/>
        </p:nvSpPr>
        <p:spPr>
          <a:xfrm xmlns:a="http://schemas.openxmlformats.org/drawingml/2006/main">
            <a:off x="857250" y="78105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275" b="0" i="0">
                <a:solidFill>
                  <a:srgbClr val="62606A"/>
                </a:solidFill>
                <a:latin typeface="DejaVu Sans Mono"/>
                <a:ea typeface="DejaVu Sans Mono"/>
                <a:cs typeface="DejaVu Sans Mono"/>
              </a:defRPr>
            </a:pPr>
            <a:r>
              <a:rPr sz="1275" b="0" i="0">
                <a:solidFill>
                  <a:srgbClr val="62606A"/>
                </a:solidFill>
                <a:latin typeface="DejaVu Sans Mono"/>
                <a:ea typeface="DejaVu Sans Mono"/>
                <a:cs typeface="DejaVu Sans Mono"/>
              </a:rPr>
              <a:t>strategy_prompt SHA256  effc9103…9e88</a:t>
            </a:r>
          </a:p>
        </p:txBody>
      </p:sp>
      <p:sp>
        <p:nvSpPr>
          <p:cNvPr id="25" name="code-input-summary-5">
            <a:extLst xmlns:a="http://schemas.openxmlformats.org/drawingml/2006/main">
              <a:ext uri="{FF2B5EF4-FFF2-40B4-BE49-F238E27FC236}">
                <a16:creationId xmlns:a16="http://schemas.microsoft.com/office/drawing/2014/main" id="{2DDAF7A4-A69A-43F8-9CA3-B683EDF135A5}"/>
              </a:ext>
            </a:extLst>
          </p:cNvPr>
          <p:cNvSpPr>
            <a:spLocks xmlns:a="http://schemas.openxmlformats.org/drawingml/2006/main" noGrp="1"/>
          </p:cNvSpPr>
          <p:nvPr/>
        </p:nvSpPr>
        <p:spPr>
          <a:xfrm xmlns:a="http://schemas.openxmlformats.org/drawingml/2006/main">
            <a:off x="5924550" y="2305050"/>
            <a:ext cx="514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1" i="0">
                <a:solidFill>
                  <a:srgbClr val="431218"/>
                </a:solidFill>
                <a:latin typeface="Noto Serif CJK TC"/>
                <a:ea typeface="Noto Serif CJK TC"/>
                <a:cs typeface="Noto Serif CJK TC"/>
              </a:defRPr>
            </a:pPr>
            <a:r>
              <a:rPr sz="1650" b="1" i="0">
                <a:solidFill>
                  <a:srgbClr val="431218"/>
                </a:solidFill>
                <a:latin typeface="Noto Serif CJK TC"/>
                <a:ea typeface="Noto Serif CJK TC"/>
                <a:cs typeface="Noto Serif CJK TC"/>
              </a:rPr>
              <a:t>Reviewer 收到 Policy ＋ inherited Java 的 editable strategy region</a:t>
            </a:r>
          </a:p>
        </p:txBody>
      </p:sp>
      <p:sp>
        <p:nvSpPr>
          <p:cNvPr id="26" name="code-input-sizes-5">
            <a:extLst xmlns:a="http://schemas.openxmlformats.org/drawingml/2006/main">
              <a:ext uri="{FF2B5EF4-FFF2-40B4-BE49-F238E27FC236}">
                <a16:creationId xmlns:a16="http://schemas.microsoft.com/office/drawing/2014/main" id="{2A487301-E2CE-4E8C-A5D2-EC794C1C279B}"/>
              </a:ext>
            </a:extLst>
          </p:cNvPr>
          <p:cNvSpPr>
            <a:spLocks xmlns:a="http://schemas.openxmlformats.org/drawingml/2006/main" noGrp="1"/>
          </p:cNvSpPr>
          <p:nvPr/>
        </p:nvSpPr>
        <p:spPr>
          <a:xfrm xmlns:a="http://schemas.openxmlformats.org/drawingml/2006/main">
            <a:off x="5981700" y="3143250"/>
            <a:ext cx="50101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4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Policy prompt                    581 chars</a:t>
            </a:r>
          </a:p>
          <a:p xmlns:a="http://schemas.openxmlformats.org/drawingml/2006/main">
            <a:pPr algn="l">
              <a:lnSpc>
                <a:spcPct val="124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Editable strategy Java         4401 chars</a:t>
            </a:r>
          </a:p>
          <a:p xmlns:a="http://schemas.openxmlformats.org/drawingml/2006/main">
            <a:pPr algn="l">
              <a:lnSpc>
                <a:spcPct val="124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Structural evidence              24 chars</a:t>
            </a:r>
          </a:p>
          <a:p xmlns:a="http://schemas.openxmlformats.org/drawingml/2006/main">
            <a:pPr algn="l">
              <a:lnSpc>
                <a:spcPct val="124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Action API guide               4091 chars</a:t>
            </a:r>
          </a:p>
          <a:p xmlns:a="http://schemas.openxmlformats.org/drawingml/2006/main">
            <a:pPr algn="l">
              <a:lnSpc>
                <a:spcPct val="124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a:t>
            </a:r>
          </a:p>
          <a:p xmlns:a="http://schemas.openxmlformats.org/drawingml/2006/main">
            <a:pPr algn="l">
              <a:lnSpc>
                <a:spcPct val="124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Estimated prompt total        11201 chars</a:t>
            </a:r>
          </a:p>
        </p:txBody>
      </p:sp>
      <p:sp>
        <p:nvSpPr>
          <p:cNvPr id="27" name="code-input-java-5">
            <a:extLst xmlns:a="http://schemas.openxmlformats.org/drawingml/2006/main">
              <a:ext uri="{FF2B5EF4-FFF2-40B4-BE49-F238E27FC236}">
                <a16:creationId xmlns:a16="http://schemas.microsoft.com/office/drawing/2014/main" id="{E28A7923-D093-47FB-9D13-8095A115E02C}"/>
              </a:ext>
            </a:extLst>
          </p:cNvPr>
          <p:cNvSpPr>
            <a:spLocks xmlns:a="http://schemas.openxmlformats.org/drawingml/2006/main" noGrp="1"/>
          </p:cNvSpPr>
          <p:nvPr/>
        </p:nvSpPr>
        <p:spPr>
          <a:xfrm xmlns:a="http://schemas.openxmlformats.org/drawingml/2006/main">
            <a:off x="5924550" y="5524500"/>
            <a:ext cx="5143500" cy="2238375"/>
          </a:xfrm>
          <a:prstGeom xmlns:a="http://schemas.openxmlformats.org/drawingml/2006/main" prst="roundRect">
            <a:avLst>
              <a:gd name="adj" fmla="val 7660"/>
            </a:avLst>
          </a:prstGeom>
          <a:solidFill xmlns:a="http://schemas.openxmlformats.org/drawingml/2006/main">
            <a:srgbClr val="FFFDF9"/>
          </a:solidFill>
          <a:ln xmlns:a="http://schemas.openxmlformats.org/drawingml/2006/main" w="11430">
            <a:solidFill>
              <a:srgbClr val="E7B9B5"/>
            </a:solidFill>
            <a:prstDash val="solid"/>
          </a:ln>
        </p:spPr>
        <p:txBody>
          <a:bodyPr xmlns:a="http://schemas.openxmlformats.org/drawingml/2006/main" wrap="square" lIns="171450" tIns="152400" rIns="171450" bIns="152400" anchor="t">
            <a:noAutofit/>
          </a:bodyPr>
          <a:lstStyle xmlns:a="http://schemas.openxmlformats.org/drawingml/2006/main"/>
          <a:p xmlns:a="http://schemas.openxmlformats.org/drawingml/2006/main">
            <a:pPr algn="l">
              <a:lnSpc>
                <a:spcPct val="116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Java evidence</a:t>
            </a:r>
          </a:p>
          <a:p xmlns:a="http://schemas.openxmlformats.org/drawingml/2006/main">
            <a:pPr algn="l">
              <a:lnSpc>
                <a:spcPct val="116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compile_success = true</a:t>
            </a:r>
          </a:p>
          <a:p xmlns:a="http://schemas.openxmlformats.org/drawingml/2006/main">
            <a:pPr algn="l">
              <a:lnSpc>
                <a:spcPct val="116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reviewed_java_input = inherited_java</a:t>
            </a:r>
          </a:p>
          <a:p xmlns:a="http://schemas.openxmlformats.org/drawingml/2006/main">
            <a:pPr algn="l">
              <a:lnSpc>
                <a:spcPct val="116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key methods: trainWorkers → runWorkerRush → attackNearestEnemy</a:t>
            </a:r>
          </a:p>
          <a:p xmlns:a="http://schemas.openxmlformats.org/drawingml/2006/main">
            <a:pPr algn="l">
              <a:lnSpc>
                <a:spcPct val="116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immutable scaffold / API contract 保持優先</a:t>
            </a:r>
          </a:p>
        </p:txBody>
      </p:sp>
      <p:sp>
        <p:nvSpPr>
          <p:cNvPr id="28" name="code-assessment-5">
            <a:extLst xmlns:a="http://schemas.openxmlformats.org/drawingml/2006/main">
              <a:ext uri="{FF2B5EF4-FFF2-40B4-BE49-F238E27FC236}">
                <a16:creationId xmlns:a16="http://schemas.microsoft.com/office/drawing/2014/main" id="{EE93F159-0ACB-42B1-A411-5B9BB1547709}"/>
              </a:ext>
            </a:extLst>
          </p:cNvPr>
          <p:cNvSpPr>
            <a:spLocks xmlns:a="http://schemas.openxmlformats.org/drawingml/2006/main" noGrp="1"/>
          </p:cNvSpPr>
          <p:nvPr/>
        </p:nvSpPr>
        <p:spPr>
          <a:xfrm xmlns:a="http://schemas.openxmlformats.org/drawingml/2006/main">
            <a:off x="11639550" y="2305050"/>
            <a:ext cx="5810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1" i="0">
                <a:solidFill>
                  <a:srgbClr val="431218"/>
                </a:solidFill>
                <a:latin typeface="Noto Serif CJK TC"/>
                <a:ea typeface="Noto Serif CJK TC"/>
                <a:cs typeface="Noto Serif CJK TC"/>
              </a:defRPr>
            </a:pPr>
            <a:r>
              <a:rPr sz="1650" b="1" i="0">
                <a:solidFill>
                  <a:srgbClr val="431218"/>
                </a:solidFill>
                <a:latin typeface="Noto Serif CJK TC"/>
                <a:ea typeface="Noto Serif CJK TC"/>
                <a:cs typeface="Noto Serif CJK TC"/>
              </a:rPr>
              <a:t>Reviewer assessment</a:t>
            </a:r>
          </a:p>
          <a:p xmlns:a="http://schemas.openxmlformats.org/drawingml/2006/main">
            <a:pPr algn="l">
              <a:lnSpc>
                <a:spcPct val="110000"/>
              </a:lnSpc>
              <a:buNone/>
              <a:defRPr sz="1650" b="1" i="0">
                <a:solidFill>
                  <a:srgbClr val="431218"/>
                </a:solidFill>
                <a:latin typeface="Noto Serif CJK TC"/>
                <a:ea typeface="Noto Serif CJK TC"/>
                <a:cs typeface="Noto Serif CJK TC"/>
              </a:defRPr>
            </a:pPr>
            <a:r>
              <a:rPr sz="1650" b="1" i="0">
                <a:solidFill>
                  <a:srgbClr val="431218"/>
                </a:solidFill>
                <a:latin typeface="Noto Serif CJK TC"/>
                <a:ea typeface="Noto Serif CJK TC"/>
                <a:cs typeface="Noto Serif CJK TC"/>
              </a:rPr>
              <a:t>policy_clear_but_java_violates</a:t>
            </a:r>
          </a:p>
        </p:txBody>
      </p:sp>
      <p:sp>
        <p:nvSpPr>
          <p:cNvPr id="29" name="code-required-5">
            <a:extLst xmlns:a="http://schemas.openxmlformats.org/drawingml/2006/main">
              <a:ext uri="{FF2B5EF4-FFF2-40B4-BE49-F238E27FC236}">
                <a16:creationId xmlns:a16="http://schemas.microsoft.com/office/drawing/2014/main" id="{194BA0D8-8A45-4904-A361-2C63E8355411}"/>
              </a:ext>
            </a:extLst>
          </p:cNvPr>
          <p:cNvSpPr>
            <a:spLocks xmlns:a="http://schemas.openxmlformats.org/drawingml/2006/main" noGrp="1"/>
          </p:cNvSpPr>
          <p:nvPr/>
        </p:nvSpPr>
        <p:spPr>
          <a:xfrm xmlns:a="http://schemas.openxmlformats.org/drawingml/2006/main">
            <a:off x="11639550" y="3276600"/>
            <a:ext cx="5810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Prevent Barracks and non-Worker combat unit production; enforce continuous Worker training.</a:t>
            </a:r>
          </a:p>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Ensure Workers return resources to the nearest viable Base, even under attack.</a:t>
            </a:r>
          </a:p>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Prioritize attacking the enemy Base over other units when visible; default to Base location if not…</a:t>
            </a:r>
          </a:p>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Integrate defensive actions for Workers to eliminate immediate threats to the Base.</a:t>
            </a:r>
          </a:p>
        </p:txBody>
      </p:sp>
      <p:sp>
        <p:nvSpPr>
          <p:cNvPr id="30" name="code-policy-state-5">
            <a:extLst xmlns:a="http://schemas.openxmlformats.org/drawingml/2006/main">
              <a:ext uri="{FF2B5EF4-FFF2-40B4-BE49-F238E27FC236}">
                <a16:creationId xmlns:a16="http://schemas.microsoft.com/office/drawing/2014/main" id="{3539AB24-2835-4786-B560-EE03847C72ED}"/>
              </a:ext>
            </a:extLst>
          </p:cNvPr>
          <p:cNvSpPr>
            <a:spLocks xmlns:a="http://schemas.openxmlformats.org/drawingml/2006/main" noGrp="1"/>
          </p:cNvSpPr>
          <p:nvPr/>
        </p:nvSpPr>
        <p:spPr>
          <a:xfrm xmlns:a="http://schemas.openxmlformats.org/drawingml/2006/main">
            <a:off x="11639550" y="5391150"/>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025" b="1" i="0">
                <a:solidFill>
                  <a:srgbClr val="47795C"/>
                </a:solidFill>
                <a:latin typeface="Noto Serif CJK TC"/>
                <a:ea typeface="Noto Serif CJK TC"/>
                <a:cs typeface="Noto Serif CJK TC"/>
              </a:defRPr>
            </a:pPr>
            <a:r>
              <a:rPr sz="2025" b="1" i="0">
                <a:solidFill>
                  <a:srgbClr val="47795C"/>
                </a:solidFill>
                <a:latin typeface="Noto Serif CJK TC"/>
                <a:ea typeface="Noto Serif CJK TC"/>
                <a:cs typeface="Noto Serif CJK TC"/>
              </a:rPr>
              <a:t>Policy：完全不變</a:t>
            </a:r>
          </a:p>
        </p:txBody>
      </p:sp>
      <p:sp>
        <p:nvSpPr>
          <p:cNvPr id="31" name="code-delta-5">
            <a:extLst xmlns:a="http://schemas.openxmlformats.org/drawingml/2006/main">
              <a:ext uri="{FF2B5EF4-FFF2-40B4-BE49-F238E27FC236}">
                <a16:creationId xmlns:a16="http://schemas.microsoft.com/office/drawing/2014/main" id="{6373F4CE-15CE-4492-9DA1-85B826D8FE21}"/>
              </a:ext>
            </a:extLst>
          </p:cNvPr>
          <p:cNvSpPr>
            <a:spLocks xmlns:a="http://schemas.openxmlformats.org/drawingml/2006/main" noGrp="1"/>
          </p:cNvSpPr>
          <p:nvPr/>
        </p:nvSpPr>
        <p:spPr>
          <a:xfrm xmlns:a="http://schemas.openxmlformats.org/drawingml/2006/main">
            <a:off x="11639550" y="5943600"/>
            <a:ext cx="58102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BF872B"/>
                </a:solidFill>
                <a:latin typeface="DejaVu Sans Mono"/>
                <a:ea typeface="DejaVu Sans Mono"/>
                <a:cs typeface="DejaVu Sans Mono"/>
              </a:defRPr>
            </a:pPr>
            <a:r>
              <a:rPr sz="1425" b="0" i="0">
                <a:solidFill>
                  <a:srgbClr val="BF872B"/>
                </a:solidFill>
                <a:latin typeface="DejaVu Sans Mono"/>
                <a:ea typeface="DejaVu Sans Mono"/>
                <a:cs typeface="DejaVu Sans Mono"/>
              </a:rPr>
              <a:t>新增 reusable rule：</a:t>
            </a:r>
          </a:p>
          <a:p xmlns:a="http://schemas.openxmlformats.org/drawingml/2006/main">
            <a:pPr algn="l">
              <a:lnSpc>
                <a:spcPct val="108000"/>
              </a:lnSpc>
              <a:buNone/>
              <a:defRPr sz="1425" b="0" i="0">
                <a:solidFill>
                  <a:srgbClr val="BF872B"/>
                </a:solidFill>
                <a:latin typeface="DejaVu Sans Mono"/>
                <a:ea typeface="DejaVu Sans Mono"/>
                <a:cs typeface="DejaVu Sans Mono"/>
              </a:defRPr>
            </a:pPr>
            <a:r>
              <a:rPr sz="1425" b="0" i="0">
                <a:solidFill>
                  <a:srgbClr val="BF872B"/>
                </a:solidFill>
                <a:latin typeface="DejaVu Sans Mono"/>
                <a:ea typeface="DejaVu Sans Mono"/>
                <a:cs typeface="DejaVu Sans Mono"/>
              </a:rPr>
              <a:t>[rule-9e79d037715b] requirement_coverage | Enforce explicit policy constraints by validating all unit production and targeting against the immutable API’s allowed UnitType constants.</a:t>
            </a:r>
          </a:p>
        </p:txBody>
      </p:sp>
      <p:sp>
        <p:nvSpPr>
          <p:cNvPr id="32" name="code-result-note-5">
            <a:extLst xmlns:a="http://schemas.openxmlformats.org/drawingml/2006/main">
              <a:ext uri="{FF2B5EF4-FFF2-40B4-BE49-F238E27FC236}">
                <a16:creationId xmlns:a16="http://schemas.microsoft.com/office/drawing/2014/main" id="{CD46F14E-BF74-4761-A121-89698A038538}"/>
              </a:ext>
            </a:extLst>
          </p:cNvPr>
          <p:cNvSpPr>
            <a:spLocks xmlns:a="http://schemas.openxmlformats.org/drawingml/2006/main" noGrp="1"/>
          </p:cNvSpPr>
          <p:nvPr/>
        </p:nvSpPr>
        <p:spPr>
          <a:xfrm xmlns:a="http://schemas.openxmlformats.org/drawingml/2006/main">
            <a:off x="11639550" y="7791450"/>
            <a:ext cx="581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350" b="0" i="0">
                <a:solidFill>
                  <a:srgbClr val="62606A"/>
                </a:solidFill>
                <a:latin typeface="Noto Sans CJK TC"/>
                <a:ea typeface="Noto Sans CJK TC"/>
                <a:cs typeface="Noto Sans CJK TC"/>
              </a:defRPr>
            </a:pPr>
            <a:r>
              <a:rPr sz="1350" b="0" i="0">
                <a:solidFill>
                  <a:srgbClr val="62606A"/>
                </a:solidFill>
                <a:latin typeface="Noto Sans CJK TC"/>
                <a:ea typeface="Noto Sans CJK TC"/>
                <a:cs typeface="Noto Sans CJK TC"/>
              </a:rPr>
              <a:t>reflection 2 attempt(s) ｜ rewrite 1 attempt(s) ｜ Java unchanged</a:t>
            </a:r>
          </a:p>
        </p:txBody>
      </p:sp>
      <p:sp>
        <p:nvSpPr>
          <p:cNvPr id="33" name="audit-strip-5">
            <a:extLst xmlns:a="http://schemas.openxmlformats.org/drawingml/2006/main">
              <a:ext uri="{FF2B5EF4-FFF2-40B4-BE49-F238E27FC236}">
                <a16:creationId xmlns:a16="http://schemas.microsoft.com/office/drawing/2014/main" id="{988130AA-07DB-4D29-BFEE-3CE0117F0B6F}"/>
              </a:ext>
            </a:extLst>
          </p:cNvPr>
          <p:cNvSpPr>
            <a:spLocks xmlns:a="http://schemas.openxmlformats.org/drawingml/2006/main" noGrp="1"/>
          </p:cNvSpPr>
          <p:nvPr/>
        </p:nvSpPr>
        <p:spPr>
          <a:xfrm xmlns:a="http://schemas.openxmlformats.org/drawingml/2006/main">
            <a:off x="857250" y="8477250"/>
            <a:ext cx="16573500" cy="1066800"/>
          </a:xfrm>
          <a:prstGeom xmlns:a="http://schemas.openxmlformats.org/drawingml/2006/main" prst="roundRect">
            <a:avLst>
              <a:gd name="adj" fmla="val 19643"/>
            </a:avLst>
          </a:prstGeom>
          <a:solidFill xmlns:a="http://schemas.openxmlformats.org/drawingml/2006/main">
            <a:srgbClr val="E2EFE6"/>
          </a:solidFill>
          <a:ln xmlns:a="http://schemas.openxmlformats.org/drawingml/2006/main" w="14288">
            <a:solidFill>
              <a:srgbClr val="47795C"/>
            </a:solidFill>
            <a:prstDash val="solid"/>
          </a:ln>
        </p:spPr>
      </p:sp>
      <p:sp>
        <p:nvSpPr>
          <p:cNvPr id="34" name="audit-scope-label-5">
            <a:extLst xmlns:a="http://schemas.openxmlformats.org/drawingml/2006/main">
              <a:ext uri="{FF2B5EF4-FFF2-40B4-BE49-F238E27FC236}">
                <a16:creationId xmlns:a16="http://schemas.microsoft.com/office/drawing/2014/main" id="{4F0EBC03-4BAE-4F9F-8DB3-52C9CD161871}"/>
              </a:ext>
            </a:extLst>
          </p:cNvPr>
          <p:cNvSpPr>
            <a:spLocks xmlns:a="http://schemas.openxmlformats.org/drawingml/2006/main" noGrp="1"/>
          </p:cNvSpPr>
          <p:nvPr/>
        </p:nvSpPr>
        <p:spPr>
          <a:xfrm xmlns:a="http://schemas.openxmlformats.org/drawingml/2006/main">
            <a:off x="1162050" y="86868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i="0">
                <a:solidFill>
                  <a:srgbClr val="47795C"/>
                </a:solidFill>
                <a:latin typeface="Noto Sans CJK TC"/>
                <a:ea typeface="Noto Sans CJK TC"/>
                <a:cs typeface="Noto Sans CJK TC"/>
              </a:defRPr>
            </a:pPr>
            <a:r>
              <a:rPr sz="1350" b="1" i="0">
                <a:solidFill>
                  <a:srgbClr val="47795C"/>
                </a:solidFill>
                <a:latin typeface="Noto Sans CJK TC"/>
                <a:ea typeface="Noto Sans CJK TC"/>
                <a:cs typeface="Noto Sans CJK TC"/>
              </a:rPr>
              <a:t>GENE SCOPE</a:t>
            </a:r>
          </a:p>
        </p:txBody>
      </p:sp>
      <p:sp>
        <p:nvSpPr>
          <p:cNvPr id="35" name="audit-scope-5">
            <a:extLst xmlns:a="http://schemas.openxmlformats.org/drawingml/2006/main">
              <a:ext uri="{FF2B5EF4-FFF2-40B4-BE49-F238E27FC236}">
                <a16:creationId xmlns:a16="http://schemas.microsoft.com/office/drawing/2014/main" id="{57BBAFBC-5618-4D49-BC9D-E64A47CE39EA}"/>
              </a:ext>
            </a:extLst>
          </p:cNvPr>
          <p:cNvSpPr>
            <a:spLocks xmlns:a="http://schemas.openxmlformats.org/drawingml/2006/main" noGrp="1"/>
          </p:cNvSpPr>
          <p:nvPr/>
        </p:nvSpPr>
        <p:spPr>
          <a:xfrm xmlns:a="http://schemas.openxmlformats.org/drawingml/2006/main">
            <a:off x="1162050" y="8991600"/>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650" b="1" i="0">
                <a:solidFill>
                  <a:srgbClr val="431218"/>
                </a:solidFill>
                <a:latin typeface="Noto Sans CJK TC"/>
                <a:ea typeface="Noto Sans CJK TC"/>
                <a:cs typeface="Noto Sans CJK TC"/>
              </a:defRPr>
            </a:pPr>
            <a:r>
              <a:rPr sz="1650" b="1" i="0">
                <a:solidFill>
                  <a:srgbClr val="431218"/>
                </a:solidFill>
                <a:latin typeface="Noto Sans CJK TC"/>
                <a:ea typeface="Noto Sans CJK TC"/>
                <a:cs typeface="Noto Sans CJK TC"/>
              </a:rPr>
              <a:t>generation_prompt changed ｜ strategy_prompt + inherited_java unchanged</a:t>
            </a:r>
          </a:p>
        </p:txBody>
      </p:sp>
      <p:sp>
        <p:nvSpPr>
          <p:cNvPr id="36" name="audit-divider-5">
            <a:extLst xmlns:a="http://schemas.openxmlformats.org/drawingml/2006/main">
              <a:ext uri="{FF2B5EF4-FFF2-40B4-BE49-F238E27FC236}">
                <a16:creationId xmlns:a16="http://schemas.microsoft.com/office/drawing/2014/main" id="{C49C8097-7628-44D4-9A9E-77659F001A0D}"/>
              </a:ext>
            </a:extLst>
          </p:cNvPr>
          <p:cNvSpPr>
            <a:spLocks xmlns:a="http://schemas.openxmlformats.org/drawingml/2006/main" noGrp="1"/>
          </p:cNvSpPr>
          <p:nvPr/>
        </p:nvSpPr>
        <p:spPr>
          <a:xfrm xmlns:a="http://schemas.openxmlformats.org/drawingml/2006/main">
            <a:off x="7286625" y="8667750"/>
            <a:ext cx="0" cy="685800"/>
          </a:xfrm>
          <a:prstGeom xmlns:a="http://schemas.openxmlformats.org/drawingml/2006/main" prst="line">
            <a:avLst/>
          </a:prstGeom>
          <a:noFill xmlns:a="http://schemas.openxmlformats.org/drawingml/2006/main"/>
          <a:ln xmlns:a="http://schemas.openxmlformats.org/drawingml/2006/main" w="11430">
            <a:solidFill>
              <a:srgbClr val="47795C"/>
            </a:solidFill>
            <a:prstDash val="solid"/>
          </a:ln>
        </p:spPr>
      </p:sp>
      <p:sp>
        <p:nvSpPr>
          <p:cNvPr id="37" name="audit-review-label-5">
            <a:extLst xmlns:a="http://schemas.openxmlformats.org/drawingml/2006/main">
              <a:ext uri="{FF2B5EF4-FFF2-40B4-BE49-F238E27FC236}">
                <a16:creationId xmlns:a16="http://schemas.microsoft.com/office/drawing/2014/main" id="{3B42A7F4-61A6-43FB-9805-6A6B31A4B663}"/>
              </a:ext>
            </a:extLst>
          </p:cNvPr>
          <p:cNvSpPr>
            <a:spLocks xmlns:a="http://schemas.openxmlformats.org/drawingml/2006/main" noGrp="1"/>
          </p:cNvSpPr>
          <p:nvPr/>
        </p:nvSpPr>
        <p:spPr>
          <a:xfrm xmlns:a="http://schemas.openxmlformats.org/drawingml/2006/main">
            <a:off x="7620000" y="86868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i="0">
                <a:solidFill>
                  <a:srgbClr val="47795C"/>
                </a:solidFill>
                <a:latin typeface="Noto Sans CJK TC"/>
                <a:ea typeface="Noto Sans CJK TC"/>
                <a:cs typeface="Noto Sans CJK TC"/>
              </a:defRPr>
            </a:pPr>
            <a:r>
              <a:rPr sz="1350" b="1" i="0">
                <a:solidFill>
                  <a:srgbClr val="47795C"/>
                </a:solidFill>
                <a:latin typeface="Noto Sans CJK TC"/>
                <a:ea typeface="Noto Sans CJK TC"/>
                <a:cs typeface="Noto Sans CJK TC"/>
              </a:rPr>
              <a:t>人工確認重點</a:t>
            </a:r>
          </a:p>
        </p:txBody>
      </p:sp>
      <p:sp>
        <p:nvSpPr>
          <p:cNvPr id="38" name="audit-review-5">
            <a:extLst xmlns:a="http://schemas.openxmlformats.org/drawingml/2006/main">
              <a:ext uri="{FF2B5EF4-FFF2-40B4-BE49-F238E27FC236}">
                <a16:creationId xmlns:a16="http://schemas.microsoft.com/office/drawing/2014/main" id="{CF13F532-364B-4F4C-82DA-A25B255634B2}"/>
              </a:ext>
            </a:extLst>
          </p:cNvPr>
          <p:cNvSpPr>
            <a:spLocks xmlns:a="http://schemas.openxmlformats.org/drawingml/2006/main" noGrp="1"/>
          </p:cNvSpPr>
          <p:nvPr/>
        </p:nvSpPr>
        <p:spPr>
          <a:xfrm xmlns:a="http://schemas.openxmlformats.org/drawingml/2006/main">
            <a:off x="7620000" y="8991600"/>
            <a:ext cx="942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最後只新增泛化 requirement_coverage rule；Policy 與 inherited Java 都沒有改。</a:t>
            </a:r>
          </a:p>
        </p:txBody>
      </p:sp>
    </p:spTree>
    <p:extLst>
      <p:ext uri="{BB962C8B-B14F-4D97-AF65-F5344CB8AC3E}">
        <p14:creationId xmlns:p14="http://schemas.microsoft.com/office/powerpoint/2010/main" val="282525976"/>
      </p:ext>
    </p:extLst>
  </p:cSld>
</p:sld>
</file>

<file path=ppt/slides/slide6.xml><?xml version="1.0" encoding="utf-8"?>
<p:sld xmlns:p="http://schemas.openxmlformats.org/presentationml/2006/main">
  <p:cSld>
    <p:bg>
      <p:bgPr>
        <a:solidFill xmlns:a="http://schemas.openxmlformats.org/drawingml/2006/main">
          <a:srgbClr val="FFF9F3"/>
        </a:solidFill>
      </p:bgPr>
    </p:bg>
    <p:spTree>
      <p:nvGrpSpPr>
        <p:cNvPr id="1" name=""/>
        <p:cNvGrpSpPr/>
        <p:nvPr/>
      </p:nvGrpSpPr>
      <p:grpSpPr>
        <a:xfrm xmlns:a="http://schemas.openxmlformats.org/drawingml/2006/main"/>
      </p:grpSpPr>
      <p:sp>
        <p:nvSpPr>
          <p:cNvPr id="39" name="top-rule-6">
            <a:extLst xmlns:a="http://schemas.openxmlformats.org/drawingml/2006/main">
              <a:ext uri="{FF2B5EF4-FFF2-40B4-BE49-F238E27FC236}">
                <a16:creationId xmlns:a16="http://schemas.microsoft.com/office/drawing/2014/main" id="{CB43C1B2-B948-41EC-879F-AEEA5C65A4D3}"/>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ule-right-6">
            <a:extLst xmlns:a="http://schemas.openxmlformats.org/drawingml/2006/main">
              <a:ext uri="{FF2B5EF4-FFF2-40B4-BE49-F238E27FC236}">
                <a16:creationId xmlns:a16="http://schemas.microsoft.com/office/drawing/2014/main" id="{96A02A80-6510-42BD-BF2A-0CB0652A591E}"/>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top-diamond-a-6">
            <a:extLst xmlns:a="http://schemas.openxmlformats.org/drawingml/2006/main">
              <a:ext uri="{FF2B5EF4-FFF2-40B4-BE49-F238E27FC236}">
                <a16:creationId xmlns:a16="http://schemas.microsoft.com/office/drawing/2014/main" id="{148394DB-7F60-4E08-B238-0432135F260F}"/>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top-diamond-b-6">
            <a:extLst xmlns:a="http://schemas.openxmlformats.org/drawingml/2006/main">
              <a:ext uri="{FF2B5EF4-FFF2-40B4-BE49-F238E27FC236}">
                <a16:creationId xmlns:a16="http://schemas.microsoft.com/office/drawing/2014/main" id="{EB2BA608-1547-4829-ADA9-91A8F2777CF4}"/>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top-diamond-c-6">
            <a:extLst xmlns:a="http://schemas.openxmlformats.org/drawingml/2006/main">
              <a:ext uri="{FF2B5EF4-FFF2-40B4-BE49-F238E27FC236}">
                <a16:creationId xmlns:a16="http://schemas.microsoft.com/office/drawing/2014/main" id="{A2E09060-E57C-4F0F-B3DC-AD4A56F4D066}"/>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circle-6">
            <a:extLst xmlns:a="http://schemas.openxmlformats.org/drawingml/2006/main">
              <a:ext uri="{FF2B5EF4-FFF2-40B4-BE49-F238E27FC236}">
                <a16:creationId xmlns:a16="http://schemas.microsoft.com/office/drawing/2014/main" id="{45D7E908-1737-48DE-817D-A6EE73CF56A1}"/>
              </a:ext>
            </a:extLst>
          </p:cNvPr>
          <p:cNvSpPr>
            <a:spLocks xmlns:a="http://schemas.openxmlformats.org/drawingml/2006/main" noGrp="1"/>
          </p:cNvSpPr>
          <p:nvPr/>
        </p:nvSpPr>
        <p:spPr>
          <a:xfrm xmlns:a="http://schemas.openxmlformats.org/drawingml/2006/main">
            <a:off x="742950" y="552450"/>
            <a:ext cx="685800" cy="6858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FFFDF9"/>
                </a:solidFill>
                <a:latin typeface="Noto Serif CJK TC"/>
                <a:ea typeface="Noto Serif CJK TC"/>
                <a:cs typeface="Noto Serif CJK TC"/>
              </a:defRPr>
            </a:pPr>
            <a:r>
              <a:rPr sz="2100" b="1">
                <a:solidFill>
                  <a:srgbClr val="FFFDF9"/>
                </a:solidFill>
                <a:latin typeface="Noto Serif CJK TC"/>
                <a:ea typeface="Noto Serif CJK TC"/>
                <a:cs typeface="Noto Serif CJK TC"/>
              </a:rPr>
              <a:t>C3</a:t>
            </a:r>
          </a:p>
        </p:txBody>
      </p:sp>
      <p:sp>
        <p:nvSpPr>
          <p:cNvPr id="7" name="status-6">
            <a:extLst xmlns:a="http://schemas.openxmlformats.org/drawingml/2006/main">
              <a:ext uri="{FF2B5EF4-FFF2-40B4-BE49-F238E27FC236}">
                <a16:creationId xmlns:a16="http://schemas.microsoft.com/office/drawing/2014/main" id="{663B9618-3B00-449E-9808-A2B0D53E9560}"/>
              </a:ext>
            </a:extLst>
          </p:cNvPr>
          <p:cNvSpPr>
            <a:spLocks xmlns:a="http://schemas.openxmlformats.org/drawingml/2006/main" noGrp="1"/>
          </p:cNvSpPr>
          <p:nvPr/>
        </p:nvSpPr>
        <p:spPr>
          <a:xfrm xmlns:a="http://schemas.openxmlformats.org/drawingml/2006/main">
            <a:off x="13811250" y="628650"/>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650" b="1" i="0">
                <a:solidFill>
                  <a:srgbClr val="9B3D49"/>
                </a:solidFill>
                <a:latin typeface="Noto Sans CJK TC"/>
                <a:ea typeface="Noto Sans CJK TC"/>
                <a:cs typeface="Noto Sans CJK TC"/>
              </a:defRPr>
            </a:pPr>
            <a:r>
              <a:rPr sz="1650" b="1" i="0">
                <a:solidFill>
                  <a:srgbClr val="9B3D49"/>
                </a:solidFill>
                <a:latin typeface="Noto Sans CJK TC"/>
                <a:ea typeface="Noto Sans CJK TC"/>
                <a:cs typeface="Noto Sans CJK TC"/>
              </a:rPr>
              <a:t>ROLLED BACK · rewrite 3/3 failed</a:t>
            </a:r>
          </a:p>
        </p:txBody>
      </p:sp>
      <p:sp>
        <p:nvSpPr>
          <p:cNvPr id="8" name="col-rule-a-6">
            <a:extLst xmlns:a="http://schemas.openxmlformats.org/drawingml/2006/main">
              <a:ext uri="{FF2B5EF4-FFF2-40B4-BE49-F238E27FC236}">
                <a16:creationId xmlns:a16="http://schemas.microsoft.com/office/drawing/2014/main" id="{E3555E98-DDC6-48C9-9C1E-EE4D2AAE1A40}"/>
              </a:ext>
            </a:extLst>
          </p:cNvPr>
          <p:cNvSpPr>
            <a:spLocks xmlns:a="http://schemas.openxmlformats.org/drawingml/2006/main" noGrp="1"/>
          </p:cNvSpPr>
          <p:nvPr/>
        </p:nvSpPr>
        <p:spPr>
          <a:xfrm xmlns:a="http://schemas.openxmlformats.org/drawingml/2006/main">
            <a:off x="5638800" y="1943100"/>
            <a:ext cx="0" cy="619125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9" name="col-rule-b-6">
            <a:extLst xmlns:a="http://schemas.openxmlformats.org/drawingml/2006/main">
              <a:ext uri="{FF2B5EF4-FFF2-40B4-BE49-F238E27FC236}">
                <a16:creationId xmlns:a16="http://schemas.microsoft.com/office/drawing/2014/main" id="{7DBF8393-6C40-457F-B43B-C63E03AC27C7}"/>
              </a:ext>
            </a:extLst>
          </p:cNvPr>
          <p:cNvSpPr>
            <a:spLocks xmlns:a="http://schemas.openxmlformats.org/drawingml/2006/main" noGrp="1"/>
          </p:cNvSpPr>
          <p:nvPr/>
        </p:nvSpPr>
        <p:spPr>
          <a:xfrm xmlns:a="http://schemas.openxmlformats.org/drawingml/2006/main">
            <a:off x="11353800" y="1943100"/>
            <a:ext cx="0" cy="619125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10" name="flow-a-6">
            <a:extLst xmlns:a="http://schemas.openxmlformats.org/drawingml/2006/main">
              <a:ext uri="{FF2B5EF4-FFF2-40B4-BE49-F238E27FC236}">
                <a16:creationId xmlns:a16="http://schemas.microsoft.com/office/drawing/2014/main" id="{FA9A1415-6C6F-41CE-8FF1-C858E166BE99}"/>
              </a:ext>
            </a:extLst>
          </p:cNvPr>
          <p:cNvSpPr>
            <a:spLocks xmlns:a="http://schemas.openxmlformats.org/drawingml/2006/main" noGrp="1"/>
          </p:cNvSpPr>
          <p:nvPr/>
        </p:nvSpPr>
        <p:spPr>
          <a:xfrm xmlns:a="http://schemas.openxmlformats.org/drawingml/2006/main">
            <a:off x="5467350" y="1638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2175" b="1" i="0">
                <a:solidFill>
                  <a:srgbClr val="BF872B"/>
                </a:solidFill>
                <a:latin typeface="Noto Sans CJK TC"/>
                <a:ea typeface="Noto Sans CJK TC"/>
                <a:cs typeface="Noto Sans CJK TC"/>
              </a:defRPr>
            </a:pPr>
            <a:r>
              <a:rPr sz="2175" b="1" i="0">
                <a:solidFill>
                  <a:srgbClr val="BF872B"/>
                </a:solidFill>
                <a:latin typeface="Noto Sans CJK TC"/>
                <a:ea typeface="Noto Sans CJK TC"/>
                <a:cs typeface="Noto Sans CJK TC"/>
              </a:rPr>
              <a:t>→</a:t>
            </a:r>
          </a:p>
        </p:txBody>
      </p:sp>
      <p:sp>
        <p:nvSpPr>
          <p:cNvPr id="11" name="flow-b-6">
            <a:extLst xmlns:a="http://schemas.openxmlformats.org/drawingml/2006/main">
              <a:ext uri="{FF2B5EF4-FFF2-40B4-BE49-F238E27FC236}">
                <a16:creationId xmlns:a16="http://schemas.microsoft.com/office/drawing/2014/main" id="{08C469A4-8853-45D8-950B-FE6B440B78BC}"/>
              </a:ext>
            </a:extLst>
          </p:cNvPr>
          <p:cNvSpPr>
            <a:spLocks xmlns:a="http://schemas.openxmlformats.org/drawingml/2006/main" noGrp="1"/>
          </p:cNvSpPr>
          <p:nvPr/>
        </p:nvSpPr>
        <p:spPr>
          <a:xfrm xmlns:a="http://schemas.openxmlformats.org/drawingml/2006/main">
            <a:off x="11182350" y="1638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2175" b="1" i="0">
                <a:solidFill>
                  <a:srgbClr val="BF872B"/>
                </a:solidFill>
                <a:latin typeface="Noto Sans CJK TC"/>
                <a:ea typeface="Noto Sans CJK TC"/>
                <a:cs typeface="Noto Sans CJK TC"/>
              </a:defRPr>
            </a:pPr>
            <a:r>
              <a:rPr sz="2175" b="1" i="0">
                <a:solidFill>
                  <a:srgbClr val="BF872B"/>
                </a:solidFill>
                <a:latin typeface="Noto Sans CJK TC"/>
                <a:ea typeface="Noto Sans CJK TC"/>
                <a:cs typeface="Noto Sans CJK TC"/>
              </a:rPr>
              <a:t>→</a:t>
            </a:r>
          </a:p>
        </p:txBody>
      </p:sp>
      <p:sp>
        <p:nvSpPr>
          <p:cNvPr id="12" name="bottom-rule-6">
            <a:extLst xmlns:a="http://schemas.openxmlformats.org/drawingml/2006/main">
              <a:ext uri="{FF2B5EF4-FFF2-40B4-BE49-F238E27FC236}">
                <a16:creationId xmlns:a16="http://schemas.microsoft.com/office/drawing/2014/main" id="{A7955BB0-BB4C-4CE9-832E-310B0FB8541A}"/>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13" name="page-6">
            <a:extLst xmlns:a="http://schemas.openxmlformats.org/drawingml/2006/main">
              <a:ext uri="{FF2B5EF4-FFF2-40B4-BE49-F238E27FC236}">
                <a16:creationId xmlns:a16="http://schemas.microsoft.com/office/drawing/2014/main" id="{D864ACBD-D3F4-4465-BA1B-394D3F657DBD}"/>
              </a:ext>
            </a:extLst>
          </p:cNvPr>
          <p:cNvSpPr>
            <a:spLocks xmlns:a="http://schemas.openxmlformats.org/drawingml/2006/main" noGrp="1"/>
          </p:cNvSpPr>
          <p:nvPr/>
        </p:nvSpPr>
        <p:spPr>
          <a:xfrm xmlns:a="http://schemas.openxmlformats.org/drawingml/2006/main">
            <a:off x="16383000" y="985837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06 / 09</a:t>
            </a:r>
          </a:p>
        </p:txBody>
      </p:sp>
      <p:sp>
        <p:nvSpPr>
          <p:cNvPr id="14" name="title-6">
            <a:extLst xmlns:a="http://schemas.openxmlformats.org/drawingml/2006/main">
              <a:ext uri="{FF2B5EF4-FFF2-40B4-BE49-F238E27FC236}">
                <a16:creationId xmlns:a16="http://schemas.microsoft.com/office/drawing/2014/main" id="{037DE9E1-9D01-47A5-A4BF-AB78ECED614D}"/>
              </a:ext>
            </a:extLst>
          </p:cNvPr>
          <p:cNvSpPr>
            <a:spLocks xmlns:a="http://schemas.openxmlformats.org/drawingml/2006/main" noGrp="1"/>
          </p:cNvSpPr>
          <p:nvPr/>
        </p:nvSpPr>
        <p:spPr>
          <a:xfrm xmlns:a="http://schemas.openxmlformats.org/drawingml/2006/main">
            <a:off x="1676400" y="476250"/>
            <a:ext cx="1162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4200" b="1" i="0">
                <a:solidFill>
                  <a:srgbClr val="431218"/>
                </a:solidFill>
                <a:latin typeface="Noto Serif CJK TC"/>
                <a:ea typeface="Noto Serif CJK TC"/>
                <a:cs typeface="Noto Serif CJK TC"/>
              </a:defRPr>
            </a:pPr>
            <a:r>
              <a:rPr sz="4200" b="1" i="0">
                <a:solidFill>
                  <a:srgbClr val="431218"/>
                </a:solidFill>
                <a:latin typeface="Noto Serif CJK TC"/>
                <a:ea typeface="Noto Serif CJK TC"/>
                <a:cs typeface="Noto Serif CJK TC"/>
              </a:rPr>
              <a:t>Code 3｜三次 rewrite 失敗，安全回滾</a:t>
            </a:r>
          </a:p>
        </p:txBody>
      </p:sp>
      <p:sp>
        <p:nvSpPr>
          <p:cNvPr id="15" name="subtitle-6">
            <a:extLst xmlns:a="http://schemas.openxmlformats.org/drawingml/2006/main">
              <a:ext uri="{FF2B5EF4-FFF2-40B4-BE49-F238E27FC236}">
                <a16:creationId xmlns:a16="http://schemas.microsoft.com/office/drawing/2014/main" id="{F4525CA5-3CCF-4A81-9A95-C580F66182FE}"/>
              </a:ext>
            </a:extLst>
          </p:cNvPr>
          <p:cNvSpPr>
            <a:spLocks xmlns:a="http://schemas.openxmlformats.org/drawingml/2006/main" noGrp="1"/>
          </p:cNvSpPr>
          <p:nvPr/>
        </p:nvSpPr>
        <p:spPr>
          <a:xfrm xmlns:a="http://schemas.openxmlformats.org/drawingml/2006/main">
            <a:off x="1695450" y="1123950"/>
            <a:ext cx="1428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i="1">
                <a:solidFill>
                  <a:srgbClr val="62606A"/>
                </a:solidFill>
                <a:latin typeface="Noto Serif CJK TC"/>
                <a:ea typeface="Noto Serif CJK TC"/>
                <a:cs typeface="Noto Serif CJK TC"/>
              </a:defRPr>
            </a:pPr>
            <a:r>
              <a:rPr sz="1725" b="0" i="1">
                <a:solidFill>
                  <a:srgbClr val="62606A"/>
                </a:solidFill>
                <a:latin typeface="Noto Serif CJK TC"/>
                <a:ea typeface="Noto Serif CJK TC"/>
                <a:cs typeface="Noto Serif CJK TC"/>
              </a:rPr>
              <a:t>Reflector 成功，但三個候選 rule 都寫入具體 Worker；validator 全部拒絕</a:t>
            </a:r>
          </a:p>
        </p:txBody>
      </p:sp>
      <p:sp>
        <p:nvSpPr>
          <p:cNvPr id="16" name="column-heading-6-0">
            <a:extLst xmlns:a="http://schemas.openxmlformats.org/drawingml/2006/main">
              <a:ext uri="{FF2B5EF4-FFF2-40B4-BE49-F238E27FC236}">
                <a16:creationId xmlns:a16="http://schemas.microsoft.com/office/drawing/2014/main" id="{C1BDFC05-D957-401A-B882-61EAA09F9E9B}"/>
              </a:ext>
            </a:extLst>
          </p:cNvPr>
          <p:cNvSpPr>
            <a:spLocks xmlns:a="http://schemas.openxmlformats.org/drawingml/2006/main" noGrp="1"/>
          </p:cNvSpPr>
          <p:nvPr/>
        </p:nvSpPr>
        <p:spPr>
          <a:xfrm xmlns:a="http://schemas.openxmlformats.org/drawingml/2006/main">
            <a:off x="857250" y="16573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原始 Policy</a:t>
            </a:r>
          </a:p>
        </p:txBody>
      </p:sp>
      <p:sp>
        <p:nvSpPr>
          <p:cNvPr id="17" name="column-rule-6-0">
            <a:extLst xmlns:a="http://schemas.openxmlformats.org/drawingml/2006/main">
              <a:ext uri="{FF2B5EF4-FFF2-40B4-BE49-F238E27FC236}">
                <a16:creationId xmlns:a16="http://schemas.microsoft.com/office/drawing/2014/main" id="{9C0E622A-81DD-486F-9905-EF1AA2320FD9}"/>
              </a:ext>
            </a:extLst>
          </p:cNvPr>
          <p:cNvSpPr>
            <a:spLocks xmlns:a="http://schemas.openxmlformats.org/drawingml/2006/main" noGrp="1"/>
          </p:cNvSpPr>
          <p:nvPr/>
        </p:nvSpPr>
        <p:spPr>
          <a:xfrm xmlns:a="http://schemas.openxmlformats.org/drawingml/2006/main">
            <a:off x="857250" y="2057400"/>
            <a:ext cx="447675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18" name="column-heading-6-1">
            <a:extLst xmlns:a="http://schemas.openxmlformats.org/drawingml/2006/main">
              <a:ext uri="{FF2B5EF4-FFF2-40B4-BE49-F238E27FC236}">
                <a16:creationId xmlns:a16="http://schemas.microsoft.com/office/drawing/2014/main" id="{1B910A2C-9F27-434F-8A50-02FC7B91FAFE}"/>
              </a:ext>
            </a:extLst>
          </p:cNvPr>
          <p:cNvSpPr>
            <a:spLocks xmlns:a="http://schemas.openxmlformats.org/drawingml/2006/main" noGrp="1"/>
          </p:cNvSpPr>
          <p:nvPr/>
        </p:nvSpPr>
        <p:spPr>
          <a:xfrm xmlns:a="http://schemas.openxmlformats.org/drawingml/2006/main">
            <a:off x="5924550" y="165735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送進 Reflection 的內容</a:t>
            </a:r>
          </a:p>
        </p:txBody>
      </p:sp>
      <p:sp>
        <p:nvSpPr>
          <p:cNvPr id="19" name="column-rule-6-1">
            <a:extLst xmlns:a="http://schemas.openxmlformats.org/drawingml/2006/main">
              <a:ext uri="{FF2B5EF4-FFF2-40B4-BE49-F238E27FC236}">
                <a16:creationId xmlns:a16="http://schemas.microsoft.com/office/drawing/2014/main" id="{3DEA4ED8-F59C-428A-8EE0-9918FED20D18}"/>
              </a:ext>
            </a:extLst>
          </p:cNvPr>
          <p:cNvSpPr>
            <a:spLocks xmlns:a="http://schemas.openxmlformats.org/drawingml/2006/main" noGrp="1"/>
          </p:cNvSpPr>
          <p:nvPr/>
        </p:nvSpPr>
        <p:spPr>
          <a:xfrm xmlns:a="http://schemas.openxmlformats.org/drawingml/2006/main">
            <a:off x="5924550" y="2057400"/>
            <a:ext cx="514350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20" name="column-heading-6-2">
            <a:extLst xmlns:a="http://schemas.openxmlformats.org/drawingml/2006/main">
              <a:ext uri="{FF2B5EF4-FFF2-40B4-BE49-F238E27FC236}">
                <a16:creationId xmlns:a16="http://schemas.microsoft.com/office/drawing/2014/main" id="{98D4961D-1663-4A34-B453-EA956639C64E}"/>
              </a:ext>
            </a:extLst>
          </p:cNvPr>
          <p:cNvSpPr>
            <a:spLocks xmlns:a="http://schemas.openxmlformats.org/drawingml/2006/main" noGrp="1"/>
          </p:cNvSpPr>
          <p:nvPr/>
        </p:nvSpPr>
        <p:spPr>
          <a:xfrm xmlns:a="http://schemas.openxmlformats.org/drawingml/2006/main">
            <a:off x="11639550" y="1657350"/>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Reflection 後／實際套用</a:t>
            </a:r>
          </a:p>
        </p:txBody>
      </p:sp>
      <p:sp>
        <p:nvSpPr>
          <p:cNvPr id="21" name="column-rule-6-2">
            <a:extLst xmlns:a="http://schemas.openxmlformats.org/drawingml/2006/main">
              <a:ext uri="{FF2B5EF4-FFF2-40B4-BE49-F238E27FC236}">
                <a16:creationId xmlns:a16="http://schemas.microsoft.com/office/drawing/2014/main" id="{7DFC5EF3-22E3-45E8-812C-5A7A94F75440}"/>
              </a:ext>
            </a:extLst>
          </p:cNvPr>
          <p:cNvSpPr>
            <a:spLocks xmlns:a="http://schemas.openxmlformats.org/drawingml/2006/main" noGrp="1"/>
          </p:cNvSpPr>
          <p:nvPr/>
        </p:nvSpPr>
        <p:spPr>
          <a:xfrm xmlns:a="http://schemas.openxmlformats.org/drawingml/2006/main">
            <a:off x="11639550" y="2057400"/>
            <a:ext cx="581025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22" name="original-policy-6">
            <a:extLst xmlns:a="http://schemas.openxmlformats.org/drawingml/2006/main">
              <a:ext uri="{FF2B5EF4-FFF2-40B4-BE49-F238E27FC236}">
                <a16:creationId xmlns:a16="http://schemas.microsoft.com/office/drawing/2014/main" id="{E3EEF9AB-C5FB-4FBC-AEE9-5C7E229EC14E}"/>
              </a:ext>
            </a:extLst>
          </p:cNvPr>
          <p:cNvSpPr>
            <a:spLocks xmlns:a="http://schemas.openxmlformats.org/drawingml/2006/main" noGrp="1"/>
          </p:cNvSpPr>
          <p:nvPr/>
        </p:nvSpPr>
        <p:spPr>
          <a:xfrm xmlns:a="http://schemas.openxmlformats.org/drawingml/2006/main">
            <a:off x="857250" y="2305050"/>
            <a:ext cx="44767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i="0">
                <a:solidFill>
                  <a:srgbClr val="25252A"/>
                </a:solidFill>
                <a:latin typeface="Noto Serif CJK TC"/>
                <a:ea typeface="Noto Serif CJK TC"/>
                <a:cs typeface="Noto Serif CJK TC"/>
              </a:defRPr>
            </a:pPr>
            <a:r>
              <a:rPr sz="1650" b="0" i="0">
                <a:solidFill>
                  <a:srgbClr val="25252A"/>
                </a:solidFill>
                <a:latin typeface="Noto Serif CJK TC"/>
                <a:ea typeface="Noto Serif CJK TC"/>
                <a:cs typeface="Noto Serif CJK TC"/>
              </a:rPr>
              <a:t>Use a continuous Worker-rush policy.</a:t>
            </a:r>
          </a:p>
          <a:p xmlns:a="http://schemas.openxmlformats.org/drawingml/2006/main">
            <a:r>
              <a:t/>
            </a:r>
          </a:p>
          <a:p xmlns:a="http://schemas.openxmlformats.org/drawingml/2006/main">
            <a:pPr algn="l">
              <a:lnSpc>
                <a:spcPct val="116000"/>
              </a:lnSpc>
              <a:buNone/>
              <a:defRPr sz="1650" b="0" i="0">
                <a:solidFill>
                  <a:srgbClr val="25252A"/>
                </a:solidFill>
                <a:latin typeface="Noto Serif CJK TC"/>
                <a:ea typeface="Noto Serif CJK TC"/>
                <a:cs typeface="Noto Serif CJK TC"/>
              </a:defRPr>
            </a:pPr>
            <a:r>
              <a:rPr sz="1650" b="0" i="0">
                <a:solidFill>
                  <a:srgbClr val="25252A"/>
                </a:solidFill>
                <a:latin typeface="Noto Serif CJK TC"/>
                <a:ea typeface="Noto Serif CJK TC"/>
                <a:cs typeface="Noto Serif CJK TC"/>
              </a:rP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p:txBody>
      </p:sp>
      <p:sp>
        <p:nvSpPr>
          <p:cNvPr id="23" name="original-policy-fixed-6">
            <a:extLst xmlns:a="http://schemas.openxmlformats.org/drawingml/2006/main">
              <a:ext uri="{FF2B5EF4-FFF2-40B4-BE49-F238E27FC236}">
                <a16:creationId xmlns:a16="http://schemas.microsoft.com/office/drawing/2014/main" id="{372C8788-60FA-4DFD-AFE3-5C77771BD405}"/>
              </a:ext>
            </a:extLst>
          </p:cNvPr>
          <p:cNvSpPr>
            <a:spLocks xmlns:a="http://schemas.openxmlformats.org/drawingml/2006/main" noGrp="1"/>
          </p:cNvSpPr>
          <p:nvPr/>
        </p:nvSpPr>
        <p:spPr>
          <a:xfrm xmlns:a="http://schemas.openxmlformats.org/drawingml/2006/main">
            <a:off x="857250" y="7239000"/>
            <a:ext cx="4476750" cy="438150"/>
          </a:xfrm>
          <a:prstGeom xmlns:a="http://schemas.openxmlformats.org/drawingml/2006/main" prst="roundRect">
            <a:avLst>
              <a:gd name="adj" fmla="val 39130"/>
            </a:avLst>
          </a:prstGeom>
          <a:solidFill xmlns:a="http://schemas.openxmlformats.org/drawingml/2006/main">
            <a:srgbClr val="F4E5C7"/>
          </a:solidFill>
          <a:ln xmlns:a="http://schemas.openxmlformats.org/drawingml/2006/main" w="9525">
            <a:solidFill>
              <a:srgbClr val="BF872B"/>
            </a:solidFill>
            <a:prstDash val="solid"/>
          </a:ln>
        </p:spPr>
        <p:txBody>
          <a:bodyPr xmlns:a="http://schemas.openxmlformats.org/drawingml/2006/main" wrap="square" lIns="95250" tIns="38100" rIns="95250" bIns="38100" anchor="ctr">
            <a:noAutofit/>
          </a:bodyPr>
          <a:lstStyle xmlns:a="http://schemas.openxmlformats.org/drawingml/2006/main"/>
          <a:p xmlns:a="http://schemas.openxmlformats.org/drawingml/2006/main">
            <a:pPr algn="ctr">
              <a:lnSpc>
                <a:spcPct val="110000"/>
              </a:lnSpc>
              <a:buNone/>
              <a:defRPr sz="1575" b="1" i="0">
                <a:solidFill>
                  <a:srgbClr val="BF872B"/>
                </a:solidFill>
                <a:latin typeface="Noto Sans CJK TC"/>
                <a:ea typeface="Noto Sans CJK TC"/>
                <a:cs typeface="Noto Sans CJK TC"/>
              </a:defRPr>
            </a:pPr>
            <a:r>
              <a:rPr sz="1575" b="1" i="0">
                <a:solidFill>
                  <a:srgbClr val="BF872B"/>
                </a:solidFill>
                <a:latin typeface="Noto Sans CJK TC"/>
                <a:ea typeface="Noto Sans CJK TC"/>
                <a:cs typeface="Noto Sans CJK TC"/>
              </a:rPr>
              <a:t>固定輸入｜9 次完全相同</a:t>
            </a:r>
          </a:p>
        </p:txBody>
      </p:sp>
      <p:sp>
        <p:nvSpPr>
          <p:cNvPr id="24" name="original-policy-sha-6">
            <a:extLst xmlns:a="http://schemas.openxmlformats.org/drawingml/2006/main">
              <a:ext uri="{FF2B5EF4-FFF2-40B4-BE49-F238E27FC236}">
                <a16:creationId xmlns:a16="http://schemas.microsoft.com/office/drawing/2014/main" id="{21472BB3-A4DE-4C41-B114-BB5E882702EF}"/>
              </a:ext>
            </a:extLst>
          </p:cNvPr>
          <p:cNvSpPr>
            <a:spLocks xmlns:a="http://schemas.openxmlformats.org/drawingml/2006/main" noGrp="1"/>
          </p:cNvSpPr>
          <p:nvPr/>
        </p:nvSpPr>
        <p:spPr>
          <a:xfrm xmlns:a="http://schemas.openxmlformats.org/drawingml/2006/main">
            <a:off x="857250" y="78105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275" b="0" i="0">
                <a:solidFill>
                  <a:srgbClr val="62606A"/>
                </a:solidFill>
                <a:latin typeface="DejaVu Sans Mono"/>
                <a:ea typeface="DejaVu Sans Mono"/>
                <a:cs typeface="DejaVu Sans Mono"/>
              </a:defRPr>
            </a:pPr>
            <a:r>
              <a:rPr sz="1275" b="0" i="0">
                <a:solidFill>
                  <a:srgbClr val="62606A"/>
                </a:solidFill>
                <a:latin typeface="DejaVu Sans Mono"/>
                <a:ea typeface="DejaVu Sans Mono"/>
                <a:cs typeface="DejaVu Sans Mono"/>
              </a:rPr>
              <a:t>strategy_prompt SHA256  effc9103…9e88</a:t>
            </a:r>
          </a:p>
        </p:txBody>
      </p:sp>
      <p:sp>
        <p:nvSpPr>
          <p:cNvPr id="25" name="code-input-summary-6">
            <a:extLst xmlns:a="http://schemas.openxmlformats.org/drawingml/2006/main">
              <a:ext uri="{FF2B5EF4-FFF2-40B4-BE49-F238E27FC236}">
                <a16:creationId xmlns:a16="http://schemas.microsoft.com/office/drawing/2014/main" id="{074C0D6C-341C-4A09-BFEA-E96E2CA3C2E0}"/>
              </a:ext>
            </a:extLst>
          </p:cNvPr>
          <p:cNvSpPr>
            <a:spLocks xmlns:a="http://schemas.openxmlformats.org/drawingml/2006/main" noGrp="1"/>
          </p:cNvSpPr>
          <p:nvPr/>
        </p:nvSpPr>
        <p:spPr>
          <a:xfrm xmlns:a="http://schemas.openxmlformats.org/drawingml/2006/main">
            <a:off x="5924550" y="2305050"/>
            <a:ext cx="5143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1" i="0">
                <a:solidFill>
                  <a:srgbClr val="431218"/>
                </a:solidFill>
                <a:latin typeface="Noto Serif CJK TC"/>
                <a:ea typeface="Noto Serif CJK TC"/>
                <a:cs typeface="Noto Serif CJK TC"/>
              </a:defRPr>
            </a:pPr>
            <a:r>
              <a:rPr sz="1650" b="1" i="0">
                <a:solidFill>
                  <a:srgbClr val="431218"/>
                </a:solidFill>
                <a:latin typeface="Noto Serif CJK TC"/>
                <a:ea typeface="Noto Serif CJK TC"/>
                <a:cs typeface="Noto Serif CJK TC"/>
              </a:rPr>
              <a:t>Reviewer 收到 Policy ＋ inherited Java 的 editable strategy region</a:t>
            </a:r>
          </a:p>
        </p:txBody>
      </p:sp>
      <p:sp>
        <p:nvSpPr>
          <p:cNvPr id="26" name="code-input-sizes-6">
            <a:extLst xmlns:a="http://schemas.openxmlformats.org/drawingml/2006/main">
              <a:ext uri="{FF2B5EF4-FFF2-40B4-BE49-F238E27FC236}">
                <a16:creationId xmlns:a16="http://schemas.microsoft.com/office/drawing/2014/main" id="{B2496492-4FA9-4AD6-851D-D8CF7031BFC4}"/>
              </a:ext>
            </a:extLst>
          </p:cNvPr>
          <p:cNvSpPr>
            <a:spLocks xmlns:a="http://schemas.openxmlformats.org/drawingml/2006/main" noGrp="1"/>
          </p:cNvSpPr>
          <p:nvPr/>
        </p:nvSpPr>
        <p:spPr>
          <a:xfrm xmlns:a="http://schemas.openxmlformats.org/drawingml/2006/main">
            <a:off x="5981700" y="3143250"/>
            <a:ext cx="5010150" cy="2095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4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Policy prompt                    581 chars</a:t>
            </a:r>
          </a:p>
          <a:p xmlns:a="http://schemas.openxmlformats.org/drawingml/2006/main">
            <a:pPr algn="l">
              <a:lnSpc>
                <a:spcPct val="124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Editable strategy Java         4401 chars</a:t>
            </a:r>
          </a:p>
          <a:p xmlns:a="http://schemas.openxmlformats.org/drawingml/2006/main">
            <a:pPr algn="l">
              <a:lnSpc>
                <a:spcPct val="124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Structural evidence              24 chars</a:t>
            </a:r>
          </a:p>
          <a:p xmlns:a="http://schemas.openxmlformats.org/drawingml/2006/main">
            <a:pPr algn="l">
              <a:lnSpc>
                <a:spcPct val="124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Action API guide               4091 chars</a:t>
            </a:r>
          </a:p>
          <a:p xmlns:a="http://schemas.openxmlformats.org/drawingml/2006/main">
            <a:pPr algn="l">
              <a:lnSpc>
                <a:spcPct val="124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a:t>
            </a:r>
          </a:p>
          <a:p xmlns:a="http://schemas.openxmlformats.org/drawingml/2006/main">
            <a:pPr algn="l">
              <a:lnSpc>
                <a:spcPct val="124000"/>
              </a:lnSpc>
              <a:buNone/>
              <a:defRPr sz="1425" b="0" i="0">
                <a:solidFill>
                  <a:srgbClr val="25252A"/>
                </a:solidFill>
                <a:latin typeface="DejaVu Sans Mono"/>
                <a:ea typeface="DejaVu Sans Mono"/>
                <a:cs typeface="DejaVu Sans Mono"/>
              </a:defRPr>
            </a:pPr>
            <a:r>
              <a:rPr sz="1425" b="0" i="0">
                <a:solidFill>
                  <a:srgbClr val="25252A"/>
                </a:solidFill>
                <a:latin typeface="DejaVu Sans Mono"/>
                <a:ea typeface="DejaVu Sans Mono"/>
                <a:cs typeface="DejaVu Sans Mono"/>
              </a:rPr>
              <a:t>Estimated prompt total        11201 chars</a:t>
            </a:r>
          </a:p>
        </p:txBody>
      </p:sp>
      <p:sp>
        <p:nvSpPr>
          <p:cNvPr id="27" name="code-input-java-6">
            <a:extLst xmlns:a="http://schemas.openxmlformats.org/drawingml/2006/main">
              <a:ext uri="{FF2B5EF4-FFF2-40B4-BE49-F238E27FC236}">
                <a16:creationId xmlns:a16="http://schemas.microsoft.com/office/drawing/2014/main" id="{A2E8957A-6FBD-4E08-80BB-1412785792D8}"/>
              </a:ext>
            </a:extLst>
          </p:cNvPr>
          <p:cNvSpPr>
            <a:spLocks xmlns:a="http://schemas.openxmlformats.org/drawingml/2006/main" noGrp="1"/>
          </p:cNvSpPr>
          <p:nvPr/>
        </p:nvSpPr>
        <p:spPr>
          <a:xfrm xmlns:a="http://schemas.openxmlformats.org/drawingml/2006/main">
            <a:off x="5924550" y="5524500"/>
            <a:ext cx="5143500" cy="2238375"/>
          </a:xfrm>
          <a:prstGeom xmlns:a="http://schemas.openxmlformats.org/drawingml/2006/main" prst="roundRect">
            <a:avLst>
              <a:gd name="adj" fmla="val 7660"/>
            </a:avLst>
          </a:prstGeom>
          <a:solidFill xmlns:a="http://schemas.openxmlformats.org/drawingml/2006/main">
            <a:srgbClr val="FFFDF9"/>
          </a:solidFill>
          <a:ln xmlns:a="http://schemas.openxmlformats.org/drawingml/2006/main" w="11430">
            <a:solidFill>
              <a:srgbClr val="E7B9B5"/>
            </a:solidFill>
            <a:prstDash val="solid"/>
          </a:ln>
        </p:spPr>
        <p:txBody>
          <a:bodyPr xmlns:a="http://schemas.openxmlformats.org/drawingml/2006/main" wrap="square" lIns="171450" tIns="152400" rIns="171450" bIns="152400" anchor="t">
            <a:noAutofit/>
          </a:bodyPr>
          <a:lstStyle xmlns:a="http://schemas.openxmlformats.org/drawingml/2006/main"/>
          <a:p xmlns:a="http://schemas.openxmlformats.org/drawingml/2006/main">
            <a:pPr algn="l">
              <a:lnSpc>
                <a:spcPct val="116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Java evidence</a:t>
            </a:r>
          </a:p>
          <a:p xmlns:a="http://schemas.openxmlformats.org/drawingml/2006/main">
            <a:pPr algn="l">
              <a:lnSpc>
                <a:spcPct val="116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compile_success = true</a:t>
            </a:r>
          </a:p>
          <a:p xmlns:a="http://schemas.openxmlformats.org/drawingml/2006/main">
            <a:pPr algn="l">
              <a:lnSpc>
                <a:spcPct val="116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reviewed_java_input = inherited_java</a:t>
            </a:r>
          </a:p>
          <a:p xmlns:a="http://schemas.openxmlformats.org/drawingml/2006/main">
            <a:pPr algn="l">
              <a:lnSpc>
                <a:spcPct val="116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key methods: trainWorkers → runWorkerRush → attackNearestEnemy</a:t>
            </a:r>
          </a:p>
          <a:p xmlns:a="http://schemas.openxmlformats.org/drawingml/2006/main">
            <a:pPr algn="l">
              <a:lnSpc>
                <a:spcPct val="116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 immutable scaffold / API contract 保持優先</a:t>
            </a:r>
          </a:p>
        </p:txBody>
      </p:sp>
      <p:sp>
        <p:nvSpPr>
          <p:cNvPr id="28" name="code-assessment-6">
            <a:extLst xmlns:a="http://schemas.openxmlformats.org/drawingml/2006/main">
              <a:ext uri="{FF2B5EF4-FFF2-40B4-BE49-F238E27FC236}">
                <a16:creationId xmlns:a16="http://schemas.microsoft.com/office/drawing/2014/main" id="{002F7103-D841-41B1-866F-9D04F694B2D9}"/>
              </a:ext>
            </a:extLst>
          </p:cNvPr>
          <p:cNvSpPr>
            <a:spLocks xmlns:a="http://schemas.openxmlformats.org/drawingml/2006/main" noGrp="1"/>
          </p:cNvSpPr>
          <p:nvPr/>
        </p:nvSpPr>
        <p:spPr>
          <a:xfrm xmlns:a="http://schemas.openxmlformats.org/drawingml/2006/main">
            <a:off x="11639550" y="2305050"/>
            <a:ext cx="5810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1" i="0">
                <a:solidFill>
                  <a:srgbClr val="431218"/>
                </a:solidFill>
                <a:latin typeface="Noto Serif CJK TC"/>
                <a:ea typeface="Noto Serif CJK TC"/>
                <a:cs typeface="Noto Serif CJK TC"/>
              </a:defRPr>
            </a:pPr>
            <a:r>
              <a:rPr sz="1650" b="1" i="0">
                <a:solidFill>
                  <a:srgbClr val="431218"/>
                </a:solidFill>
                <a:latin typeface="Noto Serif CJK TC"/>
                <a:ea typeface="Noto Serif CJK TC"/>
                <a:cs typeface="Noto Serif CJK TC"/>
              </a:rPr>
              <a:t>Reviewer assessment</a:t>
            </a:r>
          </a:p>
          <a:p xmlns:a="http://schemas.openxmlformats.org/drawingml/2006/main">
            <a:pPr algn="l">
              <a:lnSpc>
                <a:spcPct val="110000"/>
              </a:lnSpc>
              <a:buNone/>
              <a:defRPr sz="1650" b="1" i="0">
                <a:solidFill>
                  <a:srgbClr val="431218"/>
                </a:solidFill>
                <a:latin typeface="Noto Serif CJK TC"/>
                <a:ea typeface="Noto Serif CJK TC"/>
                <a:cs typeface="Noto Serif CJK TC"/>
              </a:defRPr>
            </a:pPr>
            <a:r>
              <a:rPr sz="1650" b="1" i="0">
                <a:solidFill>
                  <a:srgbClr val="431218"/>
                </a:solidFill>
                <a:latin typeface="Noto Serif CJK TC"/>
                <a:ea typeface="Noto Serif CJK TC"/>
                <a:cs typeface="Noto Serif CJK TC"/>
              </a:rPr>
              <a:t>policy_clear_but_java_violates</a:t>
            </a:r>
          </a:p>
        </p:txBody>
      </p:sp>
      <p:sp>
        <p:nvSpPr>
          <p:cNvPr id="29" name="code-required-6">
            <a:extLst xmlns:a="http://schemas.openxmlformats.org/drawingml/2006/main">
              <a:ext uri="{FF2B5EF4-FFF2-40B4-BE49-F238E27FC236}">
                <a16:creationId xmlns:a16="http://schemas.microsoft.com/office/drawing/2014/main" id="{667E6A48-EAE2-4E5A-89E3-C77BE1FE717C}"/>
              </a:ext>
            </a:extLst>
          </p:cNvPr>
          <p:cNvSpPr>
            <a:spLocks xmlns:a="http://schemas.openxmlformats.org/drawingml/2006/main" noGrp="1"/>
          </p:cNvSpPr>
          <p:nvPr/>
        </p:nvSpPr>
        <p:spPr>
          <a:xfrm xmlns:a="http://schemas.openxmlformats.org/drawingml/2006/main">
            <a:off x="11639550" y="3276600"/>
            <a:ext cx="5810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Ensure continuous Worker training per tick;</a:t>
            </a:r>
          </a:p>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Explicitly return harvested resources to the base;</a:t>
            </a:r>
          </a:p>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Target only enemy Base (no enemy units unless base is hidden);</a:t>
            </a:r>
          </a:p>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Disable Barracks and non-Worker unit production;</a:t>
            </a:r>
          </a:p>
        </p:txBody>
      </p:sp>
      <p:sp>
        <p:nvSpPr>
          <p:cNvPr id="30" name="code-policy-state-6">
            <a:extLst xmlns:a="http://schemas.openxmlformats.org/drawingml/2006/main">
              <a:ext uri="{FF2B5EF4-FFF2-40B4-BE49-F238E27FC236}">
                <a16:creationId xmlns:a16="http://schemas.microsoft.com/office/drawing/2014/main" id="{E0305DB8-B440-4072-9531-2BA1BB50AB11}"/>
              </a:ext>
            </a:extLst>
          </p:cNvPr>
          <p:cNvSpPr>
            <a:spLocks xmlns:a="http://schemas.openxmlformats.org/drawingml/2006/main" noGrp="1"/>
          </p:cNvSpPr>
          <p:nvPr/>
        </p:nvSpPr>
        <p:spPr>
          <a:xfrm xmlns:a="http://schemas.openxmlformats.org/drawingml/2006/main">
            <a:off x="11639550" y="5391150"/>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025" b="1" i="0">
                <a:solidFill>
                  <a:srgbClr val="47795C"/>
                </a:solidFill>
                <a:latin typeface="Noto Serif CJK TC"/>
                <a:ea typeface="Noto Serif CJK TC"/>
                <a:cs typeface="Noto Serif CJK TC"/>
              </a:defRPr>
            </a:pPr>
            <a:r>
              <a:rPr sz="2025" b="1" i="0">
                <a:solidFill>
                  <a:srgbClr val="47795C"/>
                </a:solidFill>
                <a:latin typeface="Noto Serif CJK TC"/>
                <a:ea typeface="Noto Serif CJK TC"/>
                <a:cs typeface="Noto Serif CJK TC"/>
              </a:rPr>
              <a:t>Policy：完全不變</a:t>
            </a:r>
          </a:p>
        </p:txBody>
      </p:sp>
      <p:sp>
        <p:nvSpPr>
          <p:cNvPr id="31" name="code-delta-6">
            <a:extLst xmlns:a="http://schemas.openxmlformats.org/drawingml/2006/main">
              <a:ext uri="{FF2B5EF4-FFF2-40B4-BE49-F238E27FC236}">
                <a16:creationId xmlns:a16="http://schemas.microsoft.com/office/drawing/2014/main" id="{5F806F3E-96F7-402C-B501-3FCD9156C5E3}"/>
              </a:ext>
            </a:extLst>
          </p:cNvPr>
          <p:cNvSpPr>
            <a:spLocks xmlns:a="http://schemas.openxmlformats.org/drawingml/2006/main" noGrp="1"/>
          </p:cNvSpPr>
          <p:nvPr/>
        </p:nvSpPr>
        <p:spPr>
          <a:xfrm xmlns:a="http://schemas.openxmlformats.org/drawingml/2006/main">
            <a:off x="11639550" y="5943600"/>
            <a:ext cx="581025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i="0">
                <a:solidFill>
                  <a:srgbClr val="9B3D49"/>
                </a:solidFill>
                <a:latin typeface="DejaVu Sans Mono"/>
                <a:ea typeface="DejaVu Sans Mono"/>
                <a:cs typeface="DejaVu Sans Mono"/>
              </a:defRPr>
            </a:pPr>
            <a:r>
              <a:rPr sz="1425" b="0" i="0">
                <a:solidFill>
                  <a:srgbClr val="9B3D49"/>
                </a:solidFill>
                <a:latin typeface="DejaVu Sans Mono"/>
                <a:ea typeface="DejaVu Sans Mono"/>
                <a:cs typeface="DejaVu Sans Mono"/>
              </a:rPr>
              <a:t>Generation prompt：未變（所有 rewrite attempts 被 validator 拒絕）</a:t>
            </a:r>
          </a:p>
        </p:txBody>
      </p:sp>
      <p:sp>
        <p:nvSpPr>
          <p:cNvPr id="32" name="code-result-note-6">
            <a:extLst xmlns:a="http://schemas.openxmlformats.org/drawingml/2006/main">
              <a:ext uri="{FF2B5EF4-FFF2-40B4-BE49-F238E27FC236}">
                <a16:creationId xmlns:a16="http://schemas.microsoft.com/office/drawing/2014/main" id="{17C51D6A-1C6E-47B2-89F0-9F445B364D3A}"/>
              </a:ext>
            </a:extLst>
          </p:cNvPr>
          <p:cNvSpPr>
            <a:spLocks xmlns:a="http://schemas.openxmlformats.org/drawingml/2006/main" noGrp="1"/>
          </p:cNvSpPr>
          <p:nvPr/>
        </p:nvSpPr>
        <p:spPr>
          <a:xfrm xmlns:a="http://schemas.openxmlformats.org/drawingml/2006/main">
            <a:off x="11639550" y="7791450"/>
            <a:ext cx="581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350" b="0" i="0">
                <a:solidFill>
                  <a:srgbClr val="62606A"/>
                </a:solidFill>
                <a:latin typeface="Noto Sans CJK TC"/>
                <a:ea typeface="Noto Sans CJK TC"/>
                <a:cs typeface="Noto Sans CJK TC"/>
              </a:defRPr>
            </a:pPr>
            <a:r>
              <a:rPr sz="1350" b="0" i="0">
                <a:solidFill>
                  <a:srgbClr val="62606A"/>
                </a:solidFill>
                <a:latin typeface="Noto Sans CJK TC"/>
                <a:ea typeface="Noto Sans CJK TC"/>
                <a:cs typeface="Noto Sans CJK TC"/>
              </a:rPr>
              <a:t>reflection 1 attempt(s) ｜ rewrite 3 attempt(s) ｜ Java unchanged</a:t>
            </a:r>
          </a:p>
        </p:txBody>
      </p:sp>
      <p:sp>
        <p:nvSpPr>
          <p:cNvPr id="33" name="audit-strip-6">
            <a:extLst xmlns:a="http://schemas.openxmlformats.org/drawingml/2006/main">
              <a:ext uri="{FF2B5EF4-FFF2-40B4-BE49-F238E27FC236}">
                <a16:creationId xmlns:a16="http://schemas.microsoft.com/office/drawing/2014/main" id="{2E71FE63-86E9-4B01-B7EE-25DDBD6F38BB}"/>
              </a:ext>
            </a:extLst>
          </p:cNvPr>
          <p:cNvSpPr>
            <a:spLocks xmlns:a="http://schemas.openxmlformats.org/drawingml/2006/main" noGrp="1"/>
          </p:cNvSpPr>
          <p:nvPr/>
        </p:nvSpPr>
        <p:spPr>
          <a:xfrm xmlns:a="http://schemas.openxmlformats.org/drawingml/2006/main">
            <a:off x="857250" y="8477250"/>
            <a:ext cx="16573500" cy="1066800"/>
          </a:xfrm>
          <a:prstGeom xmlns:a="http://schemas.openxmlformats.org/drawingml/2006/main" prst="roundRect">
            <a:avLst>
              <a:gd name="adj" fmla="val 19643"/>
            </a:avLst>
          </a:prstGeom>
          <a:solidFill xmlns:a="http://schemas.openxmlformats.org/drawingml/2006/main">
            <a:srgbClr val="F6DCDD"/>
          </a:solidFill>
          <a:ln xmlns:a="http://schemas.openxmlformats.org/drawingml/2006/main" w="14288">
            <a:solidFill>
              <a:srgbClr val="9B3D49"/>
            </a:solidFill>
            <a:prstDash val="solid"/>
          </a:ln>
        </p:spPr>
      </p:sp>
      <p:sp>
        <p:nvSpPr>
          <p:cNvPr id="34" name="audit-scope-label-6">
            <a:extLst xmlns:a="http://schemas.openxmlformats.org/drawingml/2006/main">
              <a:ext uri="{FF2B5EF4-FFF2-40B4-BE49-F238E27FC236}">
                <a16:creationId xmlns:a16="http://schemas.microsoft.com/office/drawing/2014/main" id="{69AE4652-ED02-40D0-BF72-5B4823255086}"/>
              </a:ext>
            </a:extLst>
          </p:cNvPr>
          <p:cNvSpPr>
            <a:spLocks xmlns:a="http://schemas.openxmlformats.org/drawingml/2006/main" noGrp="1"/>
          </p:cNvSpPr>
          <p:nvPr/>
        </p:nvSpPr>
        <p:spPr>
          <a:xfrm xmlns:a="http://schemas.openxmlformats.org/drawingml/2006/main">
            <a:off x="1162050" y="86868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i="0">
                <a:solidFill>
                  <a:srgbClr val="9B3D49"/>
                </a:solidFill>
                <a:latin typeface="Noto Sans CJK TC"/>
                <a:ea typeface="Noto Sans CJK TC"/>
                <a:cs typeface="Noto Sans CJK TC"/>
              </a:defRPr>
            </a:pPr>
            <a:r>
              <a:rPr sz="1350" b="1" i="0">
                <a:solidFill>
                  <a:srgbClr val="9B3D49"/>
                </a:solidFill>
                <a:latin typeface="Noto Sans CJK TC"/>
                <a:ea typeface="Noto Sans CJK TC"/>
                <a:cs typeface="Noto Sans CJK TC"/>
              </a:rPr>
              <a:t>GENE SCOPE</a:t>
            </a:r>
          </a:p>
        </p:txBody>
      </p:sp>
      <p:sp>
        <p:nvSpPr>
          <p:cNvPr id="35" name="audit-scope-6">
            <a:extLst xmlns:a="http://schemas.openxmlformats.org/drawingml/2006/main">
              <a:ext uri="{FF2B5EF4-FFF2-40B4-BE49-F238E27FC236}">
                <a16:creationId xmlns:a16="http://schemas.microsoft.com/office/drawing/2014/main" id="{17CF7CA5-7723-417F-8A74-D7C89708059B}"/>
              </a:ext>
            </a:extLst>
          </p:cNvPr>
          <p:cNvSpPr>
            <a:spLocks xmlns:a="http://schemas.openxmlformats.org/drawingml/2006/main" noGrp="1"/>
          </p:cNvSpPr>
          <p:nvPr/>
        </p:nvSpPr>
        <p:spPr>
          <a:xfrm xmlns:a="http://schemas.openxmlformats.org/drawingml/2006/main">
            <a:off x="1162050" y="8991600"/>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650" b="1" i="0">
                <a:solidFill>
                  <a:srgbClr val="431218"/>
                </a:solidFill>
                <a:latin typeface="Noto Sans CJK TC"/>
                <a:ea typeface="Noto Sans CJK TC"/>
                <a:cs typeface="Noto Sans CJK TC"/>
              </a:defRPr>
            </a:pPr>
            <a:r>
              <a:rPr sz="1650" b="1" i="0">
                <a:solidFill>
                  <a:srgbClr val="431218"/>
                </a:solidFill>
                <a:latin typeface="Noto Sans CJK TC"/>
                <a:ea typeface="Noto Sans CJK TC"/>
                <a:cs typeface="Noto Sans CJK TC"/>
              </a:rPr>
              <a:t>no genotype field changed ｜ safe rollback</a:t>
            </a:r>
          </a:p>
        </p:txBody>
      </p:sp>
      <p:sp>
        <p:nvSpPr>
          <p:cNvPr id="36" name="audit-divider-6">
            <a:extLst xmlns:a="http://schemas.openxmlformats.org/drawingml/2006/main">
              <a:ext uri="{FF2B5EF4-FFF2-40B4-BE49-F238E27FC236}">
                <a16:creationId xmlns:a16="http://schemas.microsoft.com/office/drawing/2014/main" id="{695E627C-C3D6-4E27-8E49-25172261DDDD}"/>
              </a:ext>
            </a:extLst>
          </p:cNvPr>
          <p:cNvSpPr>
            <a:spLocks xmlns:a="http://schemas.openxmlformats.org/drawingml/2006/main" noGrp="1"/>
          </p:cNvSpPr>
          <p:nvPr/>
        </p:nvSpPr>
        <p:spPr>
          <a:xfrm xmlns:a="http://schemas.openxmlformats.org/drawingml/2006/main">
            <a:off x="7286625" y="8667750"/>
            <a:ext cx="0" cy="685800"/>
          </a:xfrm>
          <a:prstGeom xmlns:a="http://schemas.openxmlformats.org/drawingml/2006/main" prst="line">
            <a:avLst/>
          </a:prstGeom>
          <a:noFill xmlns:a="http://schemas.openxmlformats.org/drawingml/2006/main"/>
          <a:ln xmlns:a="http://schemas.openxmlformats.org/drawingml/2006/main" w="11430">
            <a:solidFill>
              <a:srgbClr val="9B3D49"/>
            </a:solidFill>
            <a:prstDash val="solid"/>
          </a:ln>
        </p:spPr>
      </p:sp>
      <p:sp>
        <p:nvSpPr>
          <p:cNvPr id="37" name="audit-review-label-6">
            <a:extLst xmlns:a="http://schemas.openxmlformats.org/drawingml/2006/main">
              <a:ext uri="{FF2B5EF4-FFF2-40B4-BE49-F238E27FC236}">
                <a16:creationId xmlns:a16="http://schemas.microsoft.com/office/drawing/2014/main" id="{F343D95B-9252-47F9-B71D-312898546116}"/>
              </a:ext>
            </a:extLst>
          </p:cNvPr>
          <p:cNvSpPr>
            <a:spLocks xmlns:a="http://schemas.openxmlformats.org/drawingml/2006/main" noGrp="1"/>
          </p:cNvSpPr>
          <p:nvPr/>
        </p:nvSpPr>
        <p:spPr>
          <a:xfrm xmlns:a="http://schemas.openxmlformats.org/drawingml/2006/main">
            <a:off x="7620000" y="86868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i="0">
                <a:solidFill>
                  <a:srgbClr val="9B3D49"/>
                </a:solidFill>
                <a:latin typeface="Noto Sans CJK TC"/>
                <a:ea typeface="Noto Sans CJK TC"/>
                <a:cs typeface="Noto Sans CJK TC"/>
              </a:defRPr>
            </a:pPr>
            <a:r>
              <a:rPr sz="1350" b="1" i="0">
                <a:solidFill>
                  <a:srgbClr val="9B3D49"/>
                </a:solidFill>
                <a:latin typeface="Noto Sans CJK TC"/>
                <a:ea typeface="Noto Sans CJK TC"/>
                <a:cs typeface="Noto Sans CJK TC"/>
              </a:rPr>
              <a:t>人工確認重點</a:t>
            </a:r>
          </a:p>
        </p:txBody>
      </p:sp>
      <p:sp>
        <p:nvSpPr>
          <p:cNvPr id="38" name="audit-review-6">
            <a:extLst xmlns:a="http://schemas.openxmlformats.org/drawingml/2006/main">
              <a:ext uri="{FF2B5EF4-FFF2-40B4-BE49-F238E27FC236}">
                <a16:creationId xmlns:a16="http://schemas.microsoft.com/office/drawing/2014/main" id="{F244D8A9-6C3D-41BA-9B25-3A763C47230C}"/>
              </a:ext>
            </a:extLst>
          </p:cNvPr>
          <p:cNvSpPr>
            <a:spLocks xmlns:a="http://schemas.openxmlformats.org/drawingml/2006/main" noGrp="1"/>
          </p:cNvSpPr>
          <p:nvPr/>
        </p:nvSpPr>
        <p:spPr>
          <a:xfrm xmlns:a="http://schemas.openxmlformats.org/drawingml/2006/main">
            <a:off x="7620000" y="8991600"/>
            <a:ext cx="942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失敗後 strategy_prompt、generation_prompt、inherited_java 全部保持原值，符合 rollback 預期。</a:t>
            </a:r>
          </a:p>
        </p:txBody>
      </p:sp>
    </p:spTree>
    <p:extLst>
      <p:ext uri="{BB962C8B-B14F-4D97-AF65-F5344CB8AC3E}">
        <p14:creationId xmlns:p14="http://schemas.microsoft.com/office/powerpoint/2010/main" val="1483137160"/>
      </p:ext>
    </p:extLst>
  </p:cSld>
</p:sld>
</file>

<file path=ppt/slides/slide7.xml><?xml version="1.0" encoding="utf-8"?>
<p:sld xmlns:p="http://schemas.openxmlformats.org/presentationml/2006/main">
  <p:cSld>
    <p:bg>
      <p:bgPr>
        <a:solidFill xmlns:a="http://schemas.openxmlformats.org/drawingml/2006/main">
          <a:srgbClr val="FFF9F3"/>
        </a:solidFill>
      </p:bgPr>
    </p:bg>
    <p:spTree>
      <p:nvGrpSpPr>
        <p:cNvPr id="1" name=""/>
        <p:cNvGrpSpPr/>
        <p:nvPr/>
      </p:nvGrpSpPr>
      <p:grpSpPr>
        <a:xfrm xmlns:a="http://schemas.openxmlformats.org/drawingml/2006/main"/>
      </p:grpSpPr>
      <p:sp>
        <p:nvSpPr>
          <p:cNvPr id="40" name="top-rule-7">
            <a:extLst xmlns:a="http://schemas.openxmlformats.org/drawingml/2006/main">
              <a:ext uri="{FF2B5EF4-FFF2-40B4-BE49-F238E27FC236}">
                <a16:creationId xmlns:a16="http://schemas.microsoft.com/office/drawing/2014/main" id="{075F3FE5-798F-450F-87C4-7E37E768C326}"/>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ule-right-7">
            <a:extLst xmlns:a="http://schemas.openxmlformats.org/drawingml/2006/main">
              <a:ext uri="{FF2B5EF4-FFF2-40B4-BE49-F238E27FC236}">
                <a16:creationId xmlns:a16="http://schemas.microsoft.com/office/drawing/2014/main" id="{08A2014E-75C0-4B47-9EB3-6DB8CD0EA20B}"/>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top-diamond-a-7">
            <a:extLst xmlns:a="http://schemas.openxmlformats.org/drawingml/2006/main">
              <a:ext uri="{FF2B5EF4-FFF2-40B4-BE49-F238E27FC236}">
                <a16:creationId xmlns:a16="http://schemas.microsoft.com/office/drawing/2014/main" id="{45761A70-1C27-44F7-818E-1CE1E3245648}"/>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top-diamond-b-7">
            <a:extLst xmlns:a="http://schemas.openxmlformats.org/drawingml/2006/main">
              <a:ext uri="{FF2B5EF4-FFF2-40B4-BE49-F238E27FC236}">
                <a16:creationId xmlns:a16="http://schemas.microsoft.com/office/drawing/2014/main" id="{72430D42-165B-4D98-A592-E7D75F8E408E}"/>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top-diamond-c-7">
            <a:extLst xmlns:a="http://schemas.openxmlformats.org/drawingml/2006/main">
              <a:ext uri="{FF2B5EF4-FFF2-40B4-BE49-F238E27FC236}">
                <a16:creationId xmlns:a16="http://schemas.microsoft.com/office/drawing/2014/main" id="{B96986D4-80EC-4CAB-B0B4-2E74AE91823E}"/>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circle-7">
            <a:extLst xmlns:a="http://schemas.openxmlformats.org/drawingml/2006/main">
              <a:ext uri="{FF2B5EF4-FFF2-40B4-BE49-F238E27FC236}">
                <a16:creationId xmlns:a16="http://schemas.microsoft.com/office/drawing/2014/main" id="{983331DD-23FB-470E-AB04-CE204E77143A}"/>
              </a:ext>
            </a:extLst>
          </p:cNvPr>
          <p:cNvSpPr>
            <a:spLocks xmlns:a="http://schemas.openxmlformats.org/drawingml/2006/main" noGrp="1"/>
          </p:cNvSpPr>
          <p:nvPr/>
        </p:nvSpPr>
        <p:spPr>
          <a:xfrm xmlns:a="http://schemas.openxmlformats.org/drawingml/2006/main">
            <a:off x="742950" y="552450"/>
            <a:ext cx="685800" cy="6858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FFFDF9"/>
                </a:solidFill>
                <a:latin typeface="Noto Serif CJK TC"/>
                <a:ea typeface="Noto Serif CJK TC"/>
                <a:cs typeface="Noto Serif CJK TC"/>
              </a:defRPr>
            </a:pPr>
            <a:r>
              <a:rPr sz="2100" b="1">
                <a:solidFill>
                  <a:srgbClr val="FFFDF9"/>
                </a:solidFill>
                <a:latin typeface="Noto Serif CJK TC"/>
                <a:ea typeface="Noto Serif CJK TC"/>
                <a:cs typeface="Noto Serif CJK TC"/>
              </a:rPr>
              <a:t>B1</a:t>
            </a:r>
          </a:p>
        </p:txBody>
      </p:sp>
      <p:sp>
        <p:nvSpPr>
          <p:cNvPr id="7" name="status-7">
            <a:extLst xmlns:a="http://schemas.openxmlformats.org/drawingml/2006/main">
              <a:ext uri="{FF2B5EF4-FFF2-40B4-BE49-F238E27FC236}">
                <a16:creationId xmlns:a16="http://schemas.microsoft.com/office/drawing/2014/main" id="{6E823CB9-58ED-41E6-8001-08E434C4A48C}"/>
              </a:ext>
            </a:extLst>
          </p:cNvPr>
          <p:cNvSpPr>
            <a:spLocks xmlns:a="http://schemas.openxmlformats.org/drawingml/2006/main" noGrp="1"/>
          </p:cNvSpPr>
          <p:nvPr/>
        </p:nvSpPr>
        <p:spPr>
          <a:xfrm xmlns:a="http://schemas.openxmlformats.org/drawingml/2006/main">
            <a:off x="13811250" y="628650"/>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650" b="1" i="0">
                <a:solidFill>
                  <a:srgbClr val="47795C"/>
                </a:solidFill>
                <a:latin typeface="Noto Sans CJK TC"/>
                <a:ea typeface="Noto Sans CJK TC"/>
                <a:cs typeface="Noto Sans CJK TC"/>
              </a:defRPr>
            </a:pPr>
            <a:r>
              <a:rPr sz="1650" b="1" i="0">
                <a:solidFill>
                  <a:srgbClr val="47795C"/>
                </a:solidFill>
                <a:latin typeface="Noto Sans CJK TC"/>
                <a:ea typeface="Noto Sans CJK TC"/>
                <a:cs typeface="Noto Sans CJK TC"/>
              </a:rPr>
              <a:t>APPLIED · reflection 2 / rewrites 2</a:t>
            </a:r>
          </a:p>
        </p:txBody>
      </p:sp>
      <p:sp>
        <p:nvSpPr>
          <p:cNvPr id="8" name="col-rule-a-7">
            <a:extLst xmlns:a="http://schemas.openxmlformats.org/drawingml/2006/main">
              <a:ext uri="{FF2B5EF4-FFF2-40B4-BE49-F238E27FC236}">
                <a16:creationId xmlns:a16="http://schemas.microsoft.com/office/drawing/2014/main" id="{E1E17DBC-1ABF-4A1A-A745-891DE00546DD}"/>
              </a:ext>
            </a:extLst>
          </p:cNvPr>
          <p:cNvSpPr>
            <a:spLocks xmlns:a="http://schemas.openxmlformats.org/drawingml/2006/main" noGrp="1"/>
          </p:cNvSpPr>
          <p:nvPr/>
        </p:nvSpPr>
        <p:spPr>
          <a:xfrm xmlns:a="http://schemas.openxmlformats.org/drawingml/2006/main">
            <a:off x="5638800" y="1943100"/>
            <a:ext cx="0" cy="619125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9" name="col-rule-b-7">
            <a:extLst xmlns:a="http://schemas.openxmlformats.org/drawingml/2006/main">
              <a:ext uri="{FF2B5EF4-FFF2-40B4-BE49-F238E27FC236}">
                <a16:creationId xmlns:a16="http://schemas.microsoft.com/office/drawing/2014/main" id="{34DDDA29-9F6A-4E4C-B5F6-A0B5E54155E3}"/>
              </a:ext>
            </a:extLst>
          </p:cNvPr>
          <p:cNvSpPr>
            <a:spLocks xmlns:a="http://schemas.openxmlformats.org/drawingml/2006/main" noGrp="1"/>
          </p:cNvSpPr>
          <p:nvPr/>
        </p:nvSpPr>
        <p:spPr>
          <a:xfrm xmlns:a="http://schemas.openxmlformats.org/drawingml/2006/main">
            <a:off x="11353800" y="1943100"/>
            <a:ext cx="0" cy="619125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10" name="flow-a-7">
            <a:extLst xmlns:a="http://schemas.openxmlformats.org/drawingml/2006/main">
              <a:ext uri="{FF2B5EF4-FFF2-40B4-BE49-F238E27FC236}">
                <a16:creationId xmlns:a16="http://schemas.microsoft.com/office/drawing/2014/main" id="{ECF4918C-A1D7-4BF9-AA39-3A064B057B7D}"/>
              </a:ext>
            </a:extLst>
          </p:cNvPr>
          <p:cNvSpPr>
            <a:spLocks xmlns:a="http://schemas.openxmlformats.org/drawingml/2006/main" noGrp="1"/>
          </p:cNvSpPr>
          <p:nvPr/>
        </p:nvSpPr>
        <p:spPr>
          <a:xfrm xmlns:a="http://schemas.openxmlformats.org/drawingml/2006/main">
            <a:off x="5467350" y="1638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2175" b="1" i="0">
                <a:solidFill>
                  <a:srgbClr val="BF872B"/>
                </a:solidFill>
                <a:latin typeface="Noto Sans CJK TC"/>
                <a:ea typeface="Noto Sans CJK TC"/>
                <a:cs typeface="Noto Sans CJK TC"/>
              </a:defRPr>
            </a:pPr>
            <a:r>
              <a:rPr sz="2175" b="1" i="0">
                <a:solidFill>
                  <a:srgbClr val="BF872B"/>
                </a:solidFill>
                <a:latin typeface="Noto Sans CJK TC"/>
                <a:ea typeface="Noto Sans CJK TC"/>
                <a:cs typeface="Noto Sans CJK TC"/>
              </a:rPr>
              <a:t>→</a:t>
            </a:r>
          </a:p>
        </p:txBody>
      </p:sp>
      <p:sp>
        <p:nvSpPr>
          <p:cNvPr id="11" name="flow-b-7">
            <a:extLst xmlns:a="http://schemas.openxmlformats.org/drawingml/2006/main">
              <a:ext uri="{FF2B5EF4-FFF2-40B4-BE49-F238E27FC236}">
                <a16:creationId xmlns:a16="http://schemas.microsoft.com/office/drawing/2014/main" id="{09446CA5-82D7-45CD-9718-5856FCAC92C4}"/>
              </a:ext>
            </a:extLst>
          </p:cNvPr>
          <p:cNvSpPr>
            <a:spLocks xmlns:a="http://schemas.openxmlformats.org/drawingml/2006/main" noGrp="1"/>
          </p:cNvSpPr>
          <p:nvPr/>
        </p:nvSpPr>
        <p:spPr>
          <a:xfrm xmlns:a="http://schemas.openxmlformats.org/drawingml/2006/main">
            <a:off x="11182350" y="1638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2175" b="1" i="0">
                <a:solidFill>
                  <a:srgbClr val="BF872B"/>
                </a:solidFill>
                <a:latin typeface="Noto Sans CJK TC"/>
                <a:ea typeface="Noto Sans CJK TC"/>
                <a:cs typeface="Noto Sans CJK TC"/>
              </a:defRPr>
            </a:pPr>
            <a:r>
              <a:rPr sz="2175" b="1" i="0">
                <a:solidFill>
                  <a:srgbClr val="BF872B"/>
                </a:solidFill>
                <a:latin typeface="Noto Sans CJK TC"/>
                <a:ea typeface="Noto Sans CJK TC"/>
                <a:cs typeface="Noto Sans CJK TC"/>
              </a:rPr>
              <a:t>→</a:t>
            </a:r>
          </a:p>
        </p:txBody>
      </p:sp>
      <p:sp>
        <p:nvSpPr>
          <p:cNvPr id="12" name="bottom-rule-7">
            <a:extLst xmlns:a="http://schemas.openxmlformats.org/drawingml/2006/main">
              <a:ext uri="{FF2B5EF4-FFF2-40B4-BE49-F238E27FC236}">
                <a16:creationId xmlns:a16="http://schemas.microsoft.com/office/drawing/2014/main" id="{5E0F07D6-E6EF-4A72-9EE3-203F5C7E47BB}"/>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13" name="page-7">
            <a:extLst xmlns:a="http://schemas.openxmlformats.org/drawingml/2006/main">
              <a:ext uri="{FF2B5EF4-FFF2-40B4-BE49-F238E27FC236}">
                <a16:creationId xmlns:a16="http://schemas.microsoft.com/office/drawing/2014/main" id="{94511370-F141-4F8B-A80F-A8E89A14AA66}"/>
              </a:ext>
            </a:extLst>
          </p:cNvPr>
          <p:cNvSpPr>
            <a:spLocks xmlns:a="http://schemas.openxmlformats.org/drawingml/2006/main" noGrp="1"/>
          </p:cNvSpPr>
          <p:nvPr/>
        </p:nvSpPr>
        <p:spPr>
          <a:xfrm xmlns:a="http://schemas.openxmlformats.org/drawingml/2006/main">
            <a:off x="16383000" y="985837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07 / 09</a:t>
            </a:r>
          </a:p>
        </p:txBody>
      </p:sp>
      <p:sp>
        <p:nvSpPr>
          <p:cNvPr id="14" name="title-7">
            <a:extLst xmlns:a="http://schemas.openxmlformats.org/drawingml/2006/main">
              <a:ext uri="{FF2B5EF4-FFF2-40B4-BE49-F238E27FC236}">
                <a16:creationId xmlns:a16="http://schemas.microsoft.com/office/drawing/2014/main" id="{5C0AEF6F-B8C8-4561-8F9B-4317CEDF9E8B}"/>
              </a:ext>
            </a:extLst>
          </p:cNvPr>
          <p:cNvSpPr>
            <a:spLocks xmlns:a="http://schemas.openxmlformats.org/drawingml/2006/main" noGrp="1"/>
          </p:cNvSpPr>
          <p:nvPr/>
        </p:nvSpPr>
        <p:spPr>
          <a:xfrm xmlns:a="http://schemas.openxmlformats.org/drawingml/2006/main">
            <a:off x="1676400" y="476250"/>
            <a:ext cx="1162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4200" b="1" i="0">
                <a:solidFill>
                  <a:srgbClr val="431218"/>
                </a:solidFill>
                <a:latin typeface="Noto Serif CJK TC"/>
                <a:ea typeface="Noto Serif CJK TC"/>
                <a:cs typeface="Noto Serif CJK TC"/>
              </a:defRPr>
            </a:pPr>
            <a:r>
              <a:rPr sz="4200" b="1" i="0">
                <a:solidFill>
                  <a:srgbClr val="431218"/>
                </a:solidFill>
                <a:latin typeface="Noto Serif CJK TC"/>
                <a:ea typeface="Noto Serif CJK TC"/>
                <a:cs typeface="Noto Serif CJK TC"/>
              </a:rPr>
              <a:t>Balance 1｜防守改寫導入非 MicroRTS 單位</a:t>
            </a:r>
          </a:p>
        </p:txBody>
      </p:sp>
      <p:sp>
        <p:nvSpPr>
          <p:cNvPr id="15" name="subtitle-7">
            <a:extLst xmlns:a="http://schemas.openxmlformats.org/drawingml/2006/main">
              <a:ext uri="{FF2B5EF4-FFF2-40B4-BE49-F238E27FC236}">
                <a16:creationId xmlns:a16="http://schemas.microsoft.com/office/drawing/2014/main" id="{E6E9A218-1E1B-42F2-B9E4-8DE305768E7A}"/>
              </a:ext>
            </a:extLst>
          </p:cNvPr>
          <p:cNvSpPr>
            <a:spLocks xmlns:a="http://schemas.openxmlformats.org/drawingml/2006/main" noGrp="1"/>
          </p:cNvSpPr>
          <p:nvPr/>
        </p:nvSpPr>
        <p:spPr>
          <a:xfrm xmlns:a="http://schemas.openxmlformats.org/drawingml/2006/main">
            <a:off x="1695450" y="1123950"/>
            <a:ext cx="1428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i="1">
                <a:solidFill>
                  <a:srgbClr val="62606A"/>
                </a:solidFill>
                <a:latin typeface="Noto Serif CJK TC"/>
                <a:ea typeface="Noto Serif CJK TC"/>
                <a:cs typeface="Noto Serif CJK TC"/>
              </a:defRPr>
            </a:pPr>
            <a:r>
              <a:rPr sz="1725" b="0" i="1">
                <a:solidFill>
                  <a:srgbClr val="62606A"/>
                </a:solidFill>
                <a:latin typeface="Noto Serif CJK TC"/>
                <a:ea typeface="Noto Serif CJK TC"/>
                <a:cs typeface="Noto Serif CJK TC"/>
              </a:rPr>
              <a:t>第一次 reflection schema 不完整後 retry；最後同時改寫兩個 prompt</a:t>
            </a:r>
          </a:p>
        </p:txBody>
      </p:sp>
      <p:sp>
        <p:nvSpPr>
          <p:cNvPr id="16" name="column-heading-7-0">
            <a:extLst xmlns:a="http://schemas.openxmlformats.org/drawingml/2006/main">
              <a:ext uri="{FF2B5EF4-FFF2-40B4-BE49-F238E27FC236}">
                <a16:creationId xmlns:a16="http://schemas.microsoft.com/office/drawing/2014/main" id="{2F71BD26-2A0A-4E0D-A074-4F603AEE20B7}"/>
              </a:ext>
            </a:extLst>
          </p:cNvPr>
          <p:cNvSpPr>
            <a:spLocks xmlns:a="http://schemas.openxmlformats.org/drawingml/2006/main" noGrp="1"/>
          </p:cNvSpPr>
          <p:nvPr/>
        </p:nvSpPr>
        <p:spPr>
          <a:xfrm xmlns:a="http://schemas.openxmlformats.org/drawingml/2006/main">
            <a:off x="857250" y="16573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原始 Policy</a:t>
            </a:r>
          </a:p>
        </p:txBody>
      </p:sp>
      <p:sp>
        <p:nvSpPr>
          <p:cNvPr id="17" name="column-rule-7-0">
            <a:extLst xmlns:a="http://schemas.openxmlformats.org/drawingml/2006/main">
              <a:ext uri="{FF2B5EF4-FFF2-40B4-BE49-F238E27FC236}">
                <a16:creationId xmlns:a16="http://schemas.microsoft.com/office/drawing/2014/main" id="{965CA4F7-E625-4333-A3D2-B186C8794D11}"/>
              </a:ext>
            </a:extLst>
          </p:cNvPr>
          <p:cNvSpPr>
            <a:spLocks xmlns:a="http://schemas.openxmlformats.org/drawingml/2006/main" noGrp="1"/>
          </p:cNvSpPr>
          <p:nvPr/>
        </p:nvSpPr>
        <p:spPr>
          <a:xfrm xmlns:a="http://schemas.openxmlformats.org/drawingml/2006/main">
            <a:off x="857250" y="2057400"/>
            <a:ext cx="447675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18" name="column-heading-7-1">
            <a:extLst xmlns:a="http://schemas.openxmlformats.org/drawingml/2006/main">
              <a:ext uri="{FF2B5EF4-FFF2-40B4-BE49-F238E27FC236}">
                <a16:creationId xmlns:a16="http://schemas.microsoft.com/office/drawing/2014/main" id="{62D4CBC5-0F82-4892-930B-CE8037A5D34F}"/>
              </a:ext>
            </a:extLst>
          </p:cNvPr>
          <p:cNvSpPr>
            <a:spLocks xmlns:a="http://schemas.openxmlformats.org/drawingml/2006/main" noGrp="1"/>
          </p:cNvSpPr>
          <p:nvPr/>
        </p:nvSpPr>
        <p:spPr>
          <a:xfrm xmlns:a="http://schemas.openxmlformats.org/drawingml/2006/main">
            <a:off x="5924550" y="165735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送進 Reflection 的內容</a:t>
            </a:r>
          </a:p>
        </p:txBody>
      </p:sp>
      <p:sp>
        <p:nvSpPr>
          <p:cNvPr id="19" name="column-rule-7-1">
            <a:extLst xmlns:a="http://schemas.openxmlformats.org/drawingml/2006/main">
              <a:ext uri="{FF2B5EF4-FFF2-40B4-BE49-F238E27FC236}">
                <a16:creationId xmlns:a16="http://schemas.microsoft.com/office/drawing/2014/main" id="{CB670A98-23E9-4790-8ACE-D13939FFE004}"/>
              </a:ext>
            </a:extLst>
          </p:cNvPr>
          <p:cNvSpPr>
            <a:spLocks xmlns:a="http://schemas.openxmlformats.org/drawingml/2006/main" noGrp="1"/>
          </p:cNvSpPr>
          <p:nvPr/>
        </p:nvSpPr>
        <p:spPr>
          <a:xfrm xmlns:a="http://schemas.openxmlformats.org/drawingml/2006/main">
            <a:off x="5924550" y="2057400"/>
            <a:ext cx="514350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20" name="column-heading-7-2">
            <a:extLst xmlns:a="http://schemas.openxmlformats.org/drawingml/2006/main">
              <a:ext uri="{FF2B5EF4-FFF2-40B4-BE49-F238E27FC236}">
                <a16:creationId xmlns:a16="http://schemas.microsoft.com/office/drawing/2014/main" id="{67DF972F-51EA-43F4-8EB3-9065130C80F6}"/>
              </a:ext>
            </a:extLst>
          </p:cNvPr>
          <p:cNvSpPr>
            <a:spLocks xmlns:a="http://schemas.openxmlformats.org/drawingml/2006/main" noGrp="1"/>
          </p:cNvSpPr>
          <p:nvPr/>
        </p:nvSpPr>
        <p:spPr>
          <a:xfrm xmlns:a="http://schemas.openxmlformats.org/drawingml/2006/main">
            <a:off x="11639550" y="1657350"/>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Reflection 後／實際套用</a:t>
            </a:r>
          </a:p>
        </p:txBody>
      </p:sp>
      <p:sp>
        <p:nvSpPr>
          <p:cNvPr id="21" name="column-rule-7-2">
            <a:extLst xmlns:a="http://schemas.openxmlformats.org/drawingml/2006/main">
              <a:ext uri="{FF2B5EF4-FFF2-40B4-BE49-F238E27FC236}">
                <a16:creationId xmlns:a16="http://schemas.microsoft.com/office/drawing/2014/main" id="{A875E04B-9CD7-4947-A997-A40875FB6E44}"/>
              </a:ext>
            </a:extLst>
          </p:cNvPr>
          <p:cNvSpPr>
            <a:spLocks xmlns:a="http://schemas.openxmlformats.org/drawingml/2006/main" noGrp="1"/>
          </p:cNvSpPr>
          <p:nvPr/>
        </p:nvSpPr>
        <p:spPr>
          <a:xfrm xmlns:a="http://schemas.openxmlformats.org/drawingml/2006/main">
            <a:off x="11639550" y="2057400"/>
            <a:ext cx="581025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22" name="original-policy-7">
            <a:extLst xmlns:a="http://schemas.openxmlformats.org/drawingml/2006/main">
              <a:ext uri="{FF2B5EF4-FFF2-40B4-BE49-F238E27FC236}">
                <a16:creationId xmlns:a16="http://schemas.microsoft.com/office/drawing/2014/main" id="{58638E0C-7658-461A-A9C6-ED666CDE7363}"/>
              </a:ext>
            </a:extLst>
          </p:cNvPr>
          <p:cNvSpPr>
            <a:spLocks xmlns:a="http://schemas.openxmlformats.org/drawingml/2006/main" noGrp="1"/>
          </p:cNvSpPr>
          <p:nvPr/>
        </p:nvSpPr>
        <p:spPr>
          <a:xfrm xmlns:a="http://schemas.openxmlformats.org/drawingml/2006/main">
            <a:off x="857250" y="2305050"/>
            <a:ext cx="44767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i="0">
                <a:solidFill>
                  <a:srgbClr val="25252A"/>
                </a:solidFill>
                <a:latin typeface="Noto Serif CJK TC"/>
                <a:ea typeface="Noto Serif CJK TC"/>
                <a:cs typeface="Noto Serif CJK TC"/>
              </a:defRPr>
            </a:pPr>
            <a:r>
              <a:rPr sz="1650" b="0" i="0">
                <a:solidFill>
                  <a:srgbClr val="25252A"/>
                </a:solidFill>
                <a:latin typeface="Noto Serif CJK TC"/>
                <a:ea typeface="Noto Serif CJK TC"/>
                <a:cs typeface="Noto Serif CJK TC"/>
              </a:rPr>
              <a:t>Use a continuous Worker-rush policy.</a:t>
            </a:r>
          </a:p>
          <a:p xmlns:a="http://schemas.openxmlformats.org/drawingml/2006/main">
            <a:r>
              <a:t/>
            </a:r>
          </a:p>
          <a:p xmlns:a="http://schemas.openxmlformats.org/drawingml/2006/main">
            <a:pPr algn="l">
              <a:lnSpc>
                <a:spcPct val="116000"/>
              </a:lnSpc>
              <a:buNone/>
              <a:defRPr sz="1650" b="0" i="0">
                <a:solidFill>
                  <a:srgbClr val="25252A"/>
                </a:solidFill>
                <a:latin typeface="Noto Serif CJK TC"/>
                <a:ea typeface="Noto Serif CJK TC"/>
                <a:cs typeface="Noto Serif CJK TC"/>
              </a:defRPr>
            </a:pPr>
            <a:r>
              <a:rPr sz="1650" b="0" i="0">
                <a:solidFill>
                  <a:srgbClr val="25252A"/>
                </a:solidFill>
                <a:latin typeface="Noto Serif CJK TC"/>
                <a:ea typeface="Noto Serif CJK TC"/>
                <a:cs typeface="Noto Serif CJK TC"/>
              </a:rP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p:txBody>
      </p:sp>
      <p:sp>
        <p:nvSpPr>
          <p:cNvPr id="23" name="original-policy-fixed-7">
            <a:extLst xmlns:a="http://schemas.openxmlformats.org/drawingml/2006/main">
              <a:ext uri="{FF2B5EF4-FFF2-40B4-BE49-F238E27FC236}">
                <a16:creationId xmlns:a16="http://schemas.microsoft.com/office/drawing/2014/main" id="{F1E16576-741C-4D35-B912-95C1E5E1DB10}"/>
              </a:ext>
            </a:extLst>
          </p:cNvPr>
          <p:cNvSpPr>
            <a:spLocks xmlns:a="http://schemas.openxmlformats.org/drawingml/2006/main" noGrp="1"/>
          </p:cNvSpPr>
          <p:nvPr/>
        </p:nvSpPr>
        <p:spPr>
          <a:xfrm xmlns:a="http://schemas.openxmlformats.org/drawingml/2006/main">
            <a:off x="857250" y="7239000"/>
            <a:ext cx="4476750" cy="438150"/>
          </a:xfrm>
          <a:prstGeom xmlns:a="http://schemas.openxmlformats.org/drawingml/2006/main" prst="roundRect">
            <a:avLst>
              <a:gd name="adj" fmla="val 39130"/>
            </a:avLst>
          </a:prstGeom>
          <a:solidFill xmlns:a="http://schemas.openxmlformats.org/drawingml/2006/main">
            <a:srgbClr val="F4E5C7"/>
          </a:solidFill>
          <a:ln xmlns:a="http://schemas.openxmlformats.org/drawingml/2006/main" w="9525">
            <a:solidFill>
              <a:srgbClr val="BF872B"/>
            </a:solidFill>
            <a:prstDash val="solid"/>
          </a:ln>
        </p:spPr>
        <p:txBody>
          <a:bodyPr xmlns:a="http://schemas.openxmlformats.org/drawingml/2006/main" wrap="square" lIns="95250" tIns="38100" rIns="95250" bIns="38100" anchor="ctr">
            <a:noAutofit/>
          </a:bodyPr>
          <a:lstStyle xmlns:a="http://schemas.openxmlformats.org/drawingml/2006/main"/>
          <a:p xmlns:a="http://schemas.openxmlformats.org/drawingml/2006/main">
            <a:pPr algn="ctr">
              <a:lnSpc>
                <a:spcPct val="110000"/>
              </a:lnSpc>
              <a:buNone/>
              <a:defRPr sz="1575" b="1" i="0">
                <a:solidFill>
                  <a:srgbClr val="BF872B"/>
                </a:solidFill>
                <a:latin typeface="Noto Sans CJK TC"/>
                <a:ea typeface="Noto Sans CJK TC"/>
                <a:cs typeface="Noto Sans CJK TC"/>
              </a:defRPr>
            </a:pPr>
            <a:r>
              <a:rPr sz="1575" b="1" i="0">
                <a:solidFill>
                  <a:srgbClr val="BF872B"/>
                </a:solidFill>
                <a:latin typeface="Noto Sans CJK TC"/>
                <a:ea typeface="Noto Sans CJK TC"/>
                <a:cs typeface="Noto Sans CJK TC"/>
              </a:rPr>
              <a:t>固定輸入｜9 次完全相同</a:t>
            </a:r>
          </a:p>
        </p:txBody>
      </p:sp>
      <p:sp>
        <p:nvSpPr>
          <p:cNvPr id="24" name="original-policy-sha-7">
            <a:extLst xmlns:a="http://schemas.openxmlformats.org/drawingml/2006/main">
              <a:ext uri="{FF2B5EF4-FFF2-40B4-BE49-F238E27FC236}">
                <a16:creationId xmlns:a16="http://schemas.microsoft.com/office/drawing/2014/main" id="{0942FBDD-B684-4391-94B4-D93E6662E9AD}"/>
              </a:ext>
            </a:extLst>
          </p:cNvPr>
          <p:cNvSpPr>
            <a:spLocks xmlns:a="http://schemas.openxmlformats.org/drawingml/2006/main" noGrp="1"/>
          </p:cNvSpPr>
          <p:nvPr/>
        </p:nvSpPr>
        <p:spPr>
          <a:xfrm xmlns:a="http://schemas.openxmlformats.org/drawingml/2006/main">
            <a:off x="857250" y="78105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275" b="0" i="0">
                <a:solidFill>
                  <a:srgbClr val="62606A"/>
                </a:solidFill>
                <a:latin typeface="DejaVu Sans Mono"/>
                <a:ea typeface="DejaVu Sans Mono"/>
                <a:cs typeface="DejaVu Sans Mono"/>
              </a:defRPr>
            </a:pPr>
            <a:r>
              <a:rPr sz="1275" b="0" i="0">
                <a:solidFill>
                  <a:srgbClr val="62606A"/>
                </a:solidFill>
                <a:latin typeface="DejaVu Sans Mono"/>
                <a:ea typeface="DejaVu Sans Mono"/>
                <a:cs typeface="DejaVu Sans Mono"/>
              </a:rPr>
              <a:t>strategy_prompt SHA256  effc9103…9e88</a:t>
            </a:r>
          </a:p>
        </p:txBody>
      </p:sp>
      <p:sp>
        <p:nvSpPr>
          <p:cNvPr id="25" name="balance-input-summary-7">
            <a:extLst xmlns:a="http://schemas.openxmlformats.org/drawingml/2006/main">
              <a:ext uri="{FF2B5EF4-FFF2-40B4-BE49-F238E27FC236}">
                <a16:creationId xmlns:a16="http://schemas.microsoft.com/office/drawing/2014/main" id="{A465FB9D-974D-4466-8FB5-23ADE665A340}"/>
              </a:ext>
            </a:extLst>
          </p:cNvPr>
          <p:cNvSpPr>
            <a:spLocks xmlns:a="http://schemas.openxmlformats.org/drawingml/2006/main" noGrp="1"/>
          </p:cNvSpPr>
          <p:nvPr/>
        </p:nvSpPr>
        <p:spPr>
          <a:xfrm xmlns:a="http://schemas.openxmlformats.org/drawingml/2006/main">
            <a:off x="5924550" y="2305050"/>
            <a:ext cx="514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1" i="0">
                <a:solidFill>
                  <a:srgbClr val="431218"/>
                </a:solidFill>
                <a:latin typeface="Noto Serif CJK TC"/>
                <a:ea typeface="Noto Serif CJK TC"/>
                <a:cs typeface="Noto Serif CJK TC"/>
              </a:defRPr>
            </a:pPr>
            <a:r>
              <a:rPr sz="1650" b="1" i="0">
                <a:solidFill>
                  <a:srgbClr val="431218"/>
                </a:solidFill>
                <a:latin typeface="Noto Serif CJK TC"/>
                <a:ea typeface="Noto Serif CJK TC"/>
                <a:cs typeface="Noto Serif CJK TC"/>
              </a:rPr>
              <a:t>Reflector 實際只收到 5,437-char W/D/L table；沒有 Policy，也沒有 Java</a:t>
            </a:r>
          </a:p>
        </p:txBody>
      </p:sp>
      <p:sp>
        <p:nvSpPr>
          <p:cNvPr id="26" name="balance-table-legend-7">
            <a:extLst xmlns:a="http://schemas.openxmlformats.org/drawingml/2006/main">
              <a:ext uri="{FF2B5EF4-FFF2-40B4-BE49-F238E27FC236}">
                <a16:creationId xmlns:a16="http://schemas.microsoft.com/office/drawing/2014/main" id="{AA8EAE0A-CE0C-4C4A-9AE8-390851E9D6BC}"/>
              </a:ext>
            </a:extLst>
          </p:cNvPr>
          <p:cNvSpPr>
            <a:spLocks xmlns:a="http://schemas.openxmlformats.org/drawingml/2006/main" noGrp="1"/>
          </p:cNvSpPr>
          <p:nvPr/>
        </p:nvSpPr>
        <p:spPr>
          <a:xfrm xmlns:a="http://schemas.openxmlformats.org/drawingml/2006/main">
            <a:off x="5924550" y="29718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350" b="0" i="0">
                <a:solidFill>
                  <a:srgbClr val="62606A"/>
                </a:solidFill>
                <a:latin typeface="Noto Sans CJK TC"/>
                <a:ea typeface="Noto Sans CJK TC"/>
                <a:cs typeface="Noto Sans CJK TC"/>
              </a:defRPr>
            </a:pPr>
            <a:r>
              <a:rPr sz="1350" b="0" i="0">
                <a:solidFill>
                  <a:srgbClr val="62606A"/>
                </a:solidFill>
                <a:latin typeface="Noto Sans CJK TC"/>
                <a:ea typeface="Noto Sans CJK TC"/>
                <a:cs typeface="Noto Sans CJK TC"/>
              </a:rPr>
              <a:t>每格＝W / D / L（雙 side 合計，每 map 6 場）</a:t>
            </a:r>
          </a:p>
        </p:txBody>
      </p:sp>
      <p:graphicFrame>
        <p:nvGraphicFramePr>
          <p:cNvPr id="66" name=""/>
          <p:cNvGraphicFramePr/>
          <p:nvPr/>
        </p:nvGraphicFramePr>
        <p:xfrm>
          <a:off xmlns:a="http://schemas.openxmlformats.org/drawingml/2006/main" x="5924550" y="3390900"/>
          <a:ext xmlns:a="http://schemas.openxmlformats.org/drawingml/2006/main" cx="5143500" cy="4095750"/>
        </p:xfrm>
        <a:graphic xmlns:a="http://schemas.openxmlformats.org/drawingml/2006/main">
          <a:graphicData uri="http://schemas.openxmlformats.org/drawingml/2006/table">
            <a:tbl>
              <a:tblPr/>
              <a:tblGrid>
                <a:gridCol w="1714500"/>
                <a:gridCol w="1143000"/>
                <a:gridCol w="1143000"/>
                <a:gridCol w="1143000"/>
              </a:tblGrid>
              <a:tr h="372341">
                <a:tc>
                  <a:txBody>
                    <a:bodyPr/>
                    <a:lstStyle/>
                    <a:p>
                      <a:pPr algn="l"/>
                      <a:r>
                        <a:rPr sz="1350" b="1">
                          <a:solidFill>
                            <a:srgbClr val="FFFDF9"/>
                          </a:solidFill>
                          <a:latin typeface="Noto Sans CJK TC"/>
                          <a:ea typeface="Noto Sans CJK TC"/>
                          <a:cs typeface="Noto Sans CJK TC"/>
                        </a:rPr>
                        <a:t>Opponent</a:t>
                      </a:r>
                    </a:p>
                  </a:txBody>
                  <a:tcPr marL="91440" marR="91440" marT="45720" marB="45720" anchor="ctr">
                    <a:solidFill>
                      <a:srgbClr val="B95160"/>
                    </a:solidFill>
                  </a:tcPr>
                </a:tc>
                <a:tc>
                  <a:txBody>
                    <a:bodyPr/>
                    <a:lstStyle/>
                    <a:p>
                      <a:pPr algn="ctr"/>
                      <a:r>
                        <a:rPr sz="1350" b="1">
                          <a:solidFill>
                            <a:srgbClr val="FFFDF9"/>
                          </a:solidFill>
                          <a:latin typeface="DejaVu Sans Mono"/>
                          <a:ea typeface="DejaVu Sans Mono"/>
                          <a:cs typeface="DejaVu Sans Mono"/>
                        </a:rPr>
                        <a:t>map_1</a:t>
                      </a:r>
                    </a:p>
                  </a:txBody>
                  <a:tcPr marL="91440" marR="91440" marT="45720" marB="45720" anchor="ctr">
                    <a:solidFill>
                      <a:srgbClr val="B95160"/>
                    </a:solidFill>
                  </a:tcPr>
                </a:tc>
                <a:tc>
                  <a:txBody>
                    <a:bodyPr/>
                    <a:lstStyle/>
                    <a:p>
                      <a:pPr algn="ctr"/>
                      <a:r>
                        <a:rPr sz="1350" b="1">
                          <a:solidFill>
                            <a:srgbClr val="FFFDF9"/>
                          </a:solidFill>
                          <a:latin typeface="DejaVu Sans Mono"/>
                          <a:ea typeface="DejaVu Sans Mono"/>
                          <a:cs typeface="DejaVu Sans Mono"/>
                        </a:rPr>
                        <a:t>map_2</a:t>
                      </a:r>
                    </a:p>
                  </a:txBody>
                  <a:tcPr marL="91440" marR="91440" marT="45720" marB="45720" anchor="ctr">
                    <a:solidFill>
                      <a:srgbClr val="B95160"/>
                    </a:solidFill>
                  </a:tcPr>
                </a:tc>
                <a:tc>
                  <a:txBody>
                    <a:bodyPr/>
                    <a:lstStyle/>
                    <a:p>
                      <a:pPr algn="ctr"/>
                      <a:r>
                        <a:rPr sz="1350" b="1">
                          <a:solidFill>
                            <a:srgbClr val="FFFDF9"/>
                          </a:solidFill>
                          <a:latin typeface="DejaVu Sans Mono"/>
                          <a:ea typeface="DejaVu Sans Mono"/>
                          <a:cs typeface="DejaVu Sans Mono"/>
                        </a:rPr>
                        <a:t>map_3</a:t>
                      </a:r>
                    </a:p>
                  </a:txBody>
                  <a:tcPr marL="91440" marR="91440" marT="45720" marB="45720" anchor="ctr">
                    <a:solidFill>
                      <a:srgbClr val="B95160"/>
                    </a:solidFill>
                  </a:tcPr>
                </a:tc>
              </a:tr>
              <a:tr h="372341">
                <a:tc>
                  <a:txBody>
                    <a:bodyPr/>
                    <a:lstStyle/>
                    <a:p>
                      <a:pPr algn="l"/>
                      <a:r>
                        <a:rPr sz="1275" b="1">
                          <a:solidFill>
                            <a:srgbClr val="25252A"/>
                          </a:solidFill>
                          <a:latin typeface="Noto Sans CJK TC"/>
                          <a:ea typeface="Noto Sans CJK TC"/>
                          <a:cs typeface="Noto Sans CJK TC"/>
                        </a:rPr>
                        <a:t>passive</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r>
              <a:tr h="372341">
                <a:tc>
                  <a:txBody>
                    <a:bodyPr/>
                    <a:lstStyle/>
                    <a:p>
                      <a:pPr algn="l"/>
                      <a:r>
                        <a:rPr sz="1275" b="1">
                          <a:solidFill>
                            <a:srgbClr val="25252A"/>
                          </a:solidFill>
                          <a:latin typeface="Noto Sans CJK TC"/>
                          <a:ea typeface="Noto Sans CJK TC"/>
                          <a:cs typeface="Noto Sans CJK TC"/>
                        </a:rPr>
                        <a:t>random</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r>
              <a:tr h="372341">
                <a:tc>
                  <a:txBody>
                    <a:bodyPr/>
                    <a:lstStyle/>
                    <a:p>
                      <a:pPr algn="l"/>
                      <a:r>
                        <a:rPr sz="1275" b="1">
                          <a:solidFill>
                            <a:srgbClr val="25252A"/>
                          </a:solidFill>
                          <a:latin typeface="Noto Sans CJK TC"/>
                          <a:ea typeface="Noto Sans CJK TC"/>
                          <a:cs typeface="Noto Sans CJK TC"/>
                        </a:rPr>
                        <a:t>randombias</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0/1/5</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0/4/2</a:t>
                      </a:r>
                    </a:p>
                  </a:txBody>
                  <a:tcPr marL="91440" marR="91440" marT="45720" marB="45720" anchor="ctr">
                    <a:solidFill>
                      <a:srgbClr val="F7E7C8"/>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r>
              <a:tr h="372341">
                <a:tc>
                  <a:txBody>
                    <a:bodyPr/>
                    <a:lstStyle/>
                    <a:p>
                      <a:pPr algn="l"/>
                      <a:r>
                        <a:rPr sz="1275" b="1">
                          <a:solidFill>
                            <a:srgbClr val="25252A"/>
                          </a:solidFill>
                          <a:latin typeface="Noto Sans CJK TC"/>
                          <a:ea typeface="Noto Sans CJK TC"/>
                          <a:cs typeface="Noto Sans CJK TC"/>
                        </a:rPr>
                        <a:t>lightrush</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r h="372341">
                <a:tc>
                  <a:txBody>
                    <a:bodyPr/>
                    <a:lstStyle/>
                    <a:p>
                      <a:pPr algn="l"/>
                      <a:r>
                        <a:rPr sz="1275" b="1">
                          <a:solidFill>
                            <a:srgbClr val="25252A"/>
                          </a:solidFill>
                          <a:latin typeface="Noto Sans CJK TC"/>
                          <a:ea typeface="Noto Sans CJK TC"/>
                          <a:cs typeface="Noto Sans CJK TC"/>
                        </a:rPr>
                        <a:t>heavyrush</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r h="372341">
                <a:tc>
                  <a:txBody>
                    <a:bodyPr/>
                    <a:lstStyle/>
                    <a:p>
                      <a:pPr algn="l"/>
                      <a:r>
                        <a:rPr sz="1275" b="1">
                          <a:solidFill>
                            <a:srgbClr val="25252A"/>
                          </a:solidFill>
                          <a:latin typeface="Noto Sans CJK TC"/>
                          <a:ea typeface="Noto Sans CJK TC"/>
                          <a:cs typeface="Noto Sans CJK TC"/>
                        </a:rPr>
                        <a:t>workerrush</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r h="372341">
                <a:tc>
                  <a:txBody>
                    <a:bodyPr/>
                    <a:lstStyle/>
                    <a:p>
                      <a:pPr algn="l"/>
                      <a:r>
                        <a:rPr sz="1275" b="1">
                          <a:solidFill>
                            <a:srgbClr val="25252A"/>
                          </a:solidFill>
                          <a:latin typeface="Noto Sans CJK TC"/>
                          <a:ea typeface="Noto Sans CJK TC"/>
                          <a:cs typeface="Noto Sans CJK TC"/>
                        </a:rPr>
                        <a:t>allinbot</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r h="372341">
                <a:tc>
                  <a:txBody>
                    <a:bodyPr/>
                    <a:lstStyle/>
                    <a:p>
                      <a:pPr algn="l"/>
                      <a:r>
                        <a:rPr sz="1275" b="1">
                          <a:solidFill>
                            <a:srgbClr val="25252A"/>
                          </a:solidFill>
                          <a:latin typeface="Noto Sans CJK TC"/>
                          <a:ea typeface="Noto Sans CJK TC"/>
                          <a:cs typeface="Noto Sans CJK TC"/>
                        </a:rPr>
                        <a:t>mayari</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r h="372341">
                <a:tc>
                  <a:txBody>
                    <a:bodyPr/>
                    <a:lstStyle/>
                    <a:p>
                      <a:pPr algn="l"/>
                      <a:r>
                        <a:rPr sz="1275" b="1">
                          <a:solidFill>
                            <a:srgbClr val="25252A"/>
                          </a:solidFill>
                          <a:latin typeface="Noto Sans CJK TC"/>
                          <a:ea typeface="Noto Sans CJK TC"/>
                          <a:cs typeface="Noto Sans CJK TC"/>
                        </a:rPr>
                        <a:t>coac</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r h="372341">
                <a:tc>
                  <a:txBody>
                    <a:bodyPr/>
                    <a:lstStyle/>
                    <a:p>
                      <a:pPr algn="l"/>
                      <a:r>
                        <a:rPr sz="1275" b="1">
                          <a:solidFill>
                            <a:srgbClr val="25252A"/>
                          </a:solidFill>
                          <a:latin typeface="Noto Sans CJK TC"/>
                          <a:ea typeface="Noto Sans CJK TC"/>
                          <a:cs typeface="Noto Sans CJK TC"/>
                        </a:rPr>
                        <a:t>tma</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bl>
          </a:graphicData>
        </a:graphic>
      </p:graphicFrame>
      <p:sp>
        <p:nvSpPr>
          <p:cNvPr id="28" name="balance-input-bottom-7">
            <a:extLst xmlns:a="http://schemas.openxmlformats.org/drawingml/2006/main">
              <a:ext uri="{FF2B5EF4-FFF2-40B4-BE49-F238E27FC236}">
                <a16:creationId xmlns:a16="http://schemas.microsoft.com/office/drawing/2014/main" id="{7AEF33B9-495F-461F-AD41-B79A252F1E7E}"/>
              </a:ext>
            </a:extLst>
          </p:cNvPr>
          <p:cNvSpPr>
            <a:spLocks xmlns:a="http://schemas.openxmlformats.org/drawingml/2006/main" noGrp="1"/>
          </p:cNvSpPr>
          <p:nvPr/>
        </p:nvSpPr>
        <p:spPr>
          <a:xfrm xmlns:a="http://schemas.openxmlformats.org/drawingml/2006/main">
            <a:off x="5924550" y="767715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425" b="1" i="0">
                <a:solidFill>
                  <a:srgbClr val="BF872B"/>
                </a:solidFill>
                <a:latin typeface="Noto Sans CJK TC"/>
                <a:ea typeface="Noto Sans CJK TC"/>
                <a:cs typeface="Noto Sans CJK TC"/>
              </a:defRPr>
            </a:pPr>
            <a:r>
              <a:rPr sz="1425" b="1" i="0">
                <a:solidFill>
                  <a:srgbClr val="BF872B"/>
                </a:solidFill>
                <a:latin typeface="Noto Sans CJK TC"/>
                <a:ea typeface="Noto Sans CJK TC"/>
                <a:cs typeface="Noto Sans CJK TC"/>
              </a:rPr>
              <a:t>固定 input：10 opponents × 3 maps × 2 sides = 180 matches</a:t>
            </a:r>
          </a:p>
        </p:txBody>
      </p:sp>
      <p:sp>
        <p:nvSpPr>
          <p:cNvPr id="29" name="balance-focus-7">
            <a:extLst xmlns:a="http://schemas.openxmlformats.org/drawingml/2006/main">
              <a:ext uri="{FF2B5EF4-FFF2-40B4-BE49-F238E27FC236}">
                <a16:creationId xmlns:a16="http://schemas.microsoft.com/office/drawing/2014/main" id="{BA2EC6C7-EF69-426D-AFFB-95913F48824E}"/>
              </a:ext>
            </a:extLst>
          </p:cNvPr>
          <p:cNvSpPr>
            <a:spLocks xmlns:a="http://schemas.openxmlformats.org/drawingml/2006/main" noGrp="1"/>
          </p:cNvSpPr>
          <p:nvPr/>
        </p:nvSpPr>
        <p:spPr>
          <a:xfrm xmlns:a="http://schemas.openxmlformats.org/drawingml/2006/main">
            <a:off x="11639550" y="2305050"/>
            <a:ext cx="58102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Address aggressive/rush-based opponents (lightrush, heavyrush, workerrush, allinbot,…</a:t>
            </a:r>
          </a:p>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Improve performance against biased opponents (randombias) by mitigating starting…</a:t>
            </a:r>
          </a:p>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Investigate why passive/random opponents result in all draws—potential…</a:t>
            </a:r>
          </a:p>
        </p:txBody>
      </p:sp>
      <p:sp>
        <p:nvSpPr>
          <p:cNvPr id="30" name="balance-policy-label-7">
            <a:extLst xmlns:a="http://schemas.openxmlformats.org/drawingml/2006/main">
              <a:ext uri="{FF2B5EF4-FFF2-40B4-BE49-F238E27FC236}">
                <a16:creationId xmlns:a16="http://schemas.microsoft.com/office/drawing/2014/main" id="{D9619CCC-1C15-4538-8AFC-1C053E276073}"/>
              </a:ext>
            </a:extLst>
          </p:cNvPr>
          <p:cNvSpPr>
            <a:spLocks xmlns:a="http://schemas.openxmlformats.org/drawingml/2006/main" noGrp="1"/>
          </p:cNvSpPr>
          <p:nvPr/>
        </p:nvSpPr>
        <p:spPr>
          <a:xfrm xmlns:a="http://schemas.openxmlformats.org/drawingml/2006/main">
            <a:off x="11639550" y="4000500"/>
            <a:ext cx="581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1" i="0">
                <a:solidFill>
                  <a:srgbClr val="BF872B"/>
                </a:solidFill>
                <a:latin typeface="Noto Serif CJK TC"/>
                <a:ea typeface="Noto Serif CJK TC"/>
                <a:cs typeface="Noto Serif CJK TC"/>
              </a:defRPr>
            </a:pPr>
            <a:r>
              <a:rPr sz="1725" b="1" i="0">
                <a:solidFill>
                  <a:srgbClr val="BF872B"/>
                </a:solidFill>
                <a:latin typeface="Noto Serif CJK TC"/>
                <a:ea typeface="Noto Serif CJK TC"/>
                <a:cs typeface="Noto Serif CJK TC"/>
              </a:rPr>
              <a:t>套用後 Policy（節錄）</a:t>
            </a:r>
          </a:p>
        </p:txBody>
      </p:sp>
      <p:sp>
        <p:nvSpPr>
          <p:cNvPr id="31" name="balance-policy-excerpt-7">
            <a:extLst xmlns:a="http://schemas.openxmlformats.org/drawingml/2006/main">
              <a:ext uri="{FF2B5EF4-FFF2-40B4-BE49-F238E27FC236}">
                <a16:creationId xmlns:a16="http://schemas.microsoft.com/office/drawing/2014/main" id="{BEAA8297-D180-4A84-8261-2A9C045D3570}"/>
              </a:ext>
            </a:extLst>
          </p:cNvPr>
          <p:cNvSpPr>
            <a:spLocks xmlns:a="http://schemas.openxmlformats.org/drawingml/2006/main" noGrp="1"/>
          </p:cNvSpPr>
          <p:nvPr/>
        </p:nvSpPr>
        <p:spPr>
          <a:xfrm xmlns:a="http://schemas.openxmlformats.org/drawingml/2006/main">
            <a:off x="11639550" y="4400550"/>
            <a:ext cx="581025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Use a balanced hybrid strategy that prioritizes adaptive aggression while mitigating known weaknesses. Begin with a defensive worker buffer—maintain 3-5 Workers per Base harvesting resources before committing to offensive pressure. …</a:t>
            </a:r>
          </a:p>
        </p:txBody>
      </p:sp>
      <p:sp>
        <p:nvSpPr>
          <p:cNvPr id="32" name="balance-rule-delta-7">
            <a:extLst xmlns:a="http://schemas.openxmlformats.org/drawingml/2006/main">
              <a:ext uri="{FF2B5EF4-FFF2-40B4-BE49-F238E27FC236}">
                <a16:creationId xmlns:a16="http://schemas.microsoft.com/office/drawing/2014/main" id="{7662DD4F-929C-4D26-8997-83191936A073}"/>
              </a:ext>
            </a:extLst>
          </p:cNvPr>
          <p:cNvSpPr>
            <a:spLocks xmlns:a="http://schemas.openxmlformats.org/drawingml/2006/main" noGrp="1"/>
          </p:cNvSpPr>
          <p:nvPr/>
        </p:nvSpPr>
        <p:spPr>
          <a:xfrm xmlns:a="http://schemas.openxmlformats.org/drawingml/2006/main">
            <a:off x="11639550" y="6419850"/>
            <a:ext cx="581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i="0">
                <a:solidFill>
                  <a:srgbClr val="BF872B"/>
                </a:solidFill>
                <a:latin typeface="DejaVu Sans Mono"/>
                <a:ea typeface="DejaVu Sans Mono"/>
                <a:cs typeface="DejaVu Sans Mono"/>
              </a:defRPr>
            </a:pPr>
            <a:r>
              <a:rPr sz="1275" b="0" i="0">
                <a:solidFill>
                  <a:srgbClr val="BF872B"/>
                </a:solidFill>
                <a:latin typeface="DejaVu Sans Mono"/>
                <a:ea typeface="DejaVu Sans Mono"/>
                <a:cs typeface="DejaVu Sans Mono"/>
              </a:rPr>
              <a:t>Generation prompt delta</a:t>
            </a:r>
          </a:p>
          <a:p xmlns:a="http://schemas.openxmlformats.org/drawingml/2006/main">
            <a:pPr algn="l">
              <a:lnSpc>
                <a:spcPct val="104000"/>
              </a:lnSpc>
              <a:buNone/>
              <a:defRPr sz="1275" b="0" i="0">
                <a:solidFill>
                  <a:srgbClr val="BF872B"/>
                </a:solidFill>
                <a:latin typeface="DejaVu Sans Mono"/>
                <a:ea typeface="DejaVu Sans Mono"/>
                <a:cs typeface="DejaVu Sans Mono"/>
              </a:defRPr>
            </a:pPr>
            <a:r>
              <a:rPr sz="1275" b="0" i="0">
                <a:solidFill>
                  <a:srgbClr val="BF872B"/>
                </a:solidFill>
                <a:latin typeface="DejaVu Sans Mono"/>
                <a:ea typeface="DejaVu Sans Mono"/>
                <a:cs typeface="DejaVu Sans Mono"/>
              </a:rPr>
              <a:t>− [core-role-assignment] role_assignment | Keep policy-defined roles mutually exclusive within one decision cycle unless the policy explicitly allows overlap.</a:t>
            </a:r>
          </a:p>
          <a:p xmlns:a="http://schemas.openxmlformats.org/drawingml/2006/main">
            <a:pPr algn="l">
              <a:lnSpc>
                <a:spcPct val="104000"/>
              </a:lnSpc>
              <a:buNone/>
              <a:defRPr sz="1275" b="0" i="0">
                <a:solidFill>
                  <a:srgbClr val="BF872B"/>
                </a:solidFill>
                <a:latin typeface="DejaVu Sans Mono"/>
                <a:ea typeface="DejaVu Sans Mono"/>
                <a:cs typeface="DejaVu Sans Mono"/>
              </a:defRPr>
            </a:pPr>
            <a:r>
              <a:rPr sz="1275" b="0" i="0">
                <a:solidFill>
                  <a:srgbClr val="BF872B"/>
                </a:solidFill>
                <a:latin typeface="DejaVu Sans Mono"/>
                <a:ea typeface="DejaVu Sans Mono"/>
                <a:cs typeface="DejaVu Sans Mono"/>
              </a:rPr>
              <a:t>＋ [rule-b009ed41000e] targeting_fallback | Explicitly validate all conditional targeting branches with defensive fallback logic to prevent stagnation against passive/rush opponents.</a:t>
            </a:r>
          </a:p>
        </p:txBody>
      </p:sp>
      <p:sp>
        <p:nvSpPr>
          <p:cNvPr id="33" name="balance-output-note-7">
            <a:extLst xmlns:a="http://schemas.openxmlformats.org/drawingml/2006/main">
              <a:ext uri="{FF2B5EF4-FFF2-40B4-BE49-F238E27FC236}">
                <a16:creationId xmlns:a16="http://schemas.microsoft.com/office/drawing/2014/main" id="{6690245D-ABDA-46AE-BBB8-AEDFF1F05975}"/>
              </a:ext>
            </a:extLst>
          </p:cNvPr>
          <p:cNvSpPr>
            <a:spLocks xmlns:a="http://schemas.openxmlformats.org/drawingml/2006/main" noGrp="1"/>
          </p:cNvSpPr>
          <p:nvPr/>
        </p:nvSpPr>
        <p:spPr>
          <a:xfrm xmlns:a="http://schemas.openxmlformats.org/drawingml/2006/main">
            <a:off x="11639550" y="7981950"/>
            <a:ext cx="581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275" b="0" i="1">
                <a:solidFill>
                  <a:srgbClr val="62606A"/>
                </a:solidFill>
                <a:latin typeface="Noto Sans CJK TC"/>
                <a:ea typeface="Noto Sans CJK TC"/>
                <a:cs typeface="Noto Sans CJK TC"/>
              </a:defRPr>
            </a:pPr>
            <a:r>
              <a:rPr sz="1275" b="0" i="1">
                <a:solidFill>
                  <a:srgbClr val="62606A"/>
                </a:solidFill>
                <a:latin typeface="Noto Sans CJK TC"/>
                <a:ea typeface="Noto Sans CJK TC"/>
                <a:cs typeface="Noto Sans CJK TC"/>
              </a:rPr>
              <a:t>完整原文與原始 response：Speaker Notes</a:t>
            </a:r>
          </a:p>
        </p:txBody>
      </p:sp>
      <p:sp>
        <p:nvSpPr>
          <p:cNvPr id="34" name="audit-strip-7">
            <a:extLst xmlns:a="http://schemas.openxmlformats.org/drawingml/2006/main">
              <a:ext uri="{FF2B5EF4-FFF2-40B4-BE49-F238E27FC236}">
                <a16:creationId xmlns:a16="http://schemas.microsoft.com/office/drawing/2014/main" id="{39C119E5-EFF1-4557-9994-673851550B05}"/>
              </a:ext>
            </a:extLst>
          </p:cNvPr>
          <p:cNvSpPr>
            <a:spLocks xmlns:a="http://schemas.openxmlformats.org/drawingml/2006/main" noGrp="1"/>
          </p:cNvSpPr>
          <p:nvPr/>
        </p:nvSpPr>
        <p:spPr>
          <a:xfrm xmlns:a="http://schemas.openxmlformats.org/drawingml/2006/main">
            <a:off x="857250" y="8477250"/>
            <a:ext cx="16573500" cy="1066800"/>
          </a:xfrm>
          <a:prstGeom xmlns:a="http://schemas.openxmlformats.org/drawingml/2006/main" prst="roundRect">
            <a:avLst>
              <a:gd name="adj" fmla="val 19643"/>
            </a:avLst>
          </a:prstGeom>
          <a:solidFill xmlns:a="http://schemas.openxmlformats.org/drawingml/2006/main">
            <a:srgbClr val="F6DCDD"/>
          </a:solidFill>
          <a:ln xmlns:a="http://schemas.openxmlformats.org/drawingml/2006/main" w="14288">
            <a:solidFill>
              <a:srgbClr val="9B3D49"/>
            </a:solidFill>
            <a:prstDash val="solid"/>
          </a:ln>
        </p:spPr>
      </p:sp>
      <p:sp>
        <p:nvSpPr>
          <p:cNvPr id="35" name="audit-scope-label-7">
            <a:extLst xmlns:a="http://schemas.openxmlformats.org/drawingml/2006/main">
              <a:ext uri="{FF2B5EF4-FFF2-40B4-BE49-F238E27FC236}">
                <a16:creationId xmlns:a16="http://schemas.microsoft.com/office/drawing/2014/main" id="{D1E4822A-B31A-4CA2-8E98-DA4B60C42DDF}"/>
              </a:ext>
            </a:extLst>
          </p:cNvPr>
          <p:cNvSpPr>
            <a:spLocks xmlns:a="http://schemas.openxmlformats.org/drawingml/2006/main" noGrp="1"/>
          </p:cNvSpPr>
          <p:nvPr/>
        </p:nvSpPr>
        <p:spPr>
          <a:xfrm xmlns:a="http://schemas.openxmlformats.org/drawingml/2006/main">
            <a:off x="1162050" y="86868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i="0">
                <a:solidFill>
                  <a:srgbClr val="9B3D49"/>
                </a:solidFill>
                <a:latin typeface="Noto Sans CJK TC"/>
                <a:ea typeface="Noto Sans CJK TC"/>
                <a:cs typeface="Noto Sans CJK TC"/>
              </a:defRPr>
            </a:pPr>
            <a:r>
              <a:rPr sz="1350" b="1" i="0">
                <a:solidFill>
                  <a:srgbClr val="9B3D49"/>
                </a:solidFill>
                <a:latin typeface="Noto Sans CJK TC"/>
                <a:ea typeface="Noto Sans CJK TC"/>
                <a:cs typeface="Noto Sans CJK TC"/>
              </a:rPr>
              <a:t>GENE SCOPE</a:t>
            </a:r>
          </a:p>
        </p:txBody>
      </p:sp>
      <p:sp>
        <p:nvSpPr>
          <p:cNvPr id="36" name="audit-scope-7">
            <a:extLst xmlns:a="http://schemas.openxmlformats.org/drawingml/2006/main">
              <a:ext uri="{FF2B5EF4-FFF2-40B4-BE49-F238E27FC236}">
                <a16:creationId xmlns:a16="http://schemas.microsoft.com/office/drawing/2014/main" id="{D4C347C0-9A9D-498B-B049-E6E7C38349B3}"/>
              </a:ext>
            </a:extLst>
          </p:cNvPr>
          <p:cNvSpPr>
            <a:spLocks xmlns:a="http://schemas.openxmlformats.org/drawingml/2006/main" noGrp="1"/>
          </p:cNvSpPr>
          <p:nvPr/>
        </p:nvSpPr>
        <p:spPr>
          <a:xfrm xmlns:a="http://schemas.openxmlformats.org/drawingml/2006/main">
            <a:off x="1162050" y="8991600"/>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650" b="1" i="0">
                <a:solidFill>
                  <a:srgbClr val="431218"/>
                </a:solidFill>
                <a:latin typeface="Noto Sans CJK TC"/>
                <a:ea typeface="Noto Sans CJK TC"/>
                <a:cs typeface="Noto Sans CJK TC"/>
              </a:defRPr>
            </a:pPr>
            <a:r>
              <a:rPr sz="1650" b="1" i="0">
                <a:solidFill>
                  <a:srgbClr val="431218"/>
                </a:solidFill>
                <a:latin typeface="Noto Sans CJK TC"/>
                <a:ea typeface="Noto Sans CJK TC"/>
                <a:cs typeface="Noto Sans CJK TC"/>
              </a:rPr>
              <a:t>strategy_prompt + generation_prompt changed ｜ inherited_java unchanged</a:t>
            </a:r>
          </a:p>
        </p:txBody>
      </p:sp>
      <p:sp>
        <p:nvSpPr>
          <p:cNvPr id="37" name="audit-divider-7">
            <a:extLst xmlns:a="http://schemas.openxmlformats.org/drawingml/2006/main">
              <a:ext uri="{FF2B5EF4-FFF2-40B4-BE49-F238E27FC236}">
                <a16:creationId xmlns:a16="http://schemas.microsoft.com/office/drawing/2014/main" id="{8E163651-CF91-465D-8F63-EEA9F04940E2}"/>
              </a:ext>
            </a:extLst>
          </p:cNvPr>
          <p:cNvSpPr>
            <a:spLocks xmlns:a="http://schemas.openxmlformats.org/drawingml/2006/main" noGrp="1"/>
          </p:cNvSpPr>
          <p:nvPr/>
        </p:nvSpPr>
        <p:spPr>
          <a:xfrm xmlns:a="http://schemas.openxmlformats.org/drawingml/2006/main">
            <a:off x="7286625" y="8667750"/>
            <a:ext cx="0" cy="685800"/>
          </a:xfrm>
          <a:prstGeom xmlns:a="http://schemas.openxmlformats.org/drawingml/2006/main" prst="line">
            <a:avLst/>
          </a:prstGeom>
          <a:noFill xmlns:a="http://schemas.openxmlformats.org/drawingml/2006/main"/>
          <a:ln xmlns:a="http://schemas.openxmlformats.org/drawingml/2006/main" w="11430">
            <a:solidFill>
              <a:srgbClr val="9B3D49"/>
            </a:solidFill>
            <a:prstDash val="solid"/>
          </a:ln>
        </p:spPr>
      </p:sp>
      <p:sp>
        <p:nvSpPr>
          <p:cNvPr id="38" name="audit-review-label-7">
            <a:extLst xmlns:a="http://schemas.openxmlformats.org/drawingml/2006/main">
              <a:ext uri="{FF2B5EF4-FFF2-40B4-BE49-F238E27FC236}">
                <a16:creationId xmlns:a16="http://schemas.microsoft.com/office/drawing/2014/main" id="{C89958AA-4D1E-48EB-968A-AA2281EA6687}"/>
              </a:ext>
            </a:extLst>
          </p:cNvPr>
          <p:cNvSpPr>
            <a:spLocks xmlns:a="http://schemas.openxmlformats.org/drawingml/2006/main" noGrp="1"/>
          </p:cNvSpPr>
          <p:nvPr/>
        </p:nvSpPr>
        <p:spPr>
          <a:xfrm xmlns:a="http://schemas.openxmlformats.org/drawingml/2006/main">
            <a:off x="7620000" y="86868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i="0">
                <a:solidFill>
                  <a:srgbClr val="9B3D49"/>
                </a:solidFill>
                <a:latin typeface="Noto Sans CJK TC"/>
                <a:ea typeface="Noto Sans CJK TC"/>
                <a:cs typeface="Noto Sans CJK TC"/>
              </a:defRPr>
            </a:pPr>
            <a:r>
              <a:rPr sz="1350" b="1" i="0">
                <a:solidFill>
                  <a:srgbClr val="9B3D49"/>
                </a:solidFill>
                <a:latin typeface="Noto Sans CJK TC"/>
                <a:ea typeface="Noto Sans CJK TC"/>
                <a:cs typeface="Noto Sans CJK TC"/>
              </a:rPr>
              <a:t>人工確認重點</a:t>
            </a:r>
          </a:p>
        </p:txBody>
      </p:sp>
      <p:sp>
        <p:nvSpPr>
          <p:cNvPr id="39" name="audit-review-7">
            <a:extLst xmlns:a="http://schemas.openxmlformats.org/drawingml/2006/main">
              <a:ext uri="{FF2B5EF4-FFF2-40B4-BE49-F238E27FC236}">
                <a16:creationId xmlns:a16="http://schemas.microsoft.com/office/drawing/2014/main" id="{675F679D-9D07-4F77-8962-414FFFC00070}"/>
              </a:ext>
            </a:extLst>
          </p:cNvPr>
          <p:cNvSpPr>
            <a:spLocks xmlns:a="http://schemas.openxmlformats.org/drawingml/2006/main" noGrp="1"/>
          </p:cNvSpPr>
          <p:nvPr/>
        </p:nvSpPr>
        <p:spPr>
          <a:xfrm xmlns:a="http://schemas.openxmlformats.org/drawingml/2006/main">
            <a:off x="7620000" y="8991600"/>
            <a:ext cx="942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Policy 出現 Wall、Tower、Marine、Tank 與 100 seconds；語義超出 MicroRTS API。</a:t>
            </a:r>
          </a:p>
        </p:txBody>
      </p:sp>
    </p:spTree>
    <p:extLst>
      <p:ext uri="{BB962C8B-B14F-4D97-AF65-F5344CB8AC3E}">
        <p14:creationId xmlns:p14="http://schemas.microsoft.com/office/powerpoint/2010/main" val="1054734060"/>
      </p:ext>
    </p:extLst>
  </p:cSld>
</p:sld>
</file>

<file path=ppt/slides/slide8.xml><?xml version="1.0" encoding="utf-8"?>
<p:sld xmlns:p="http://schemas.openxmlformats.org/presentationml/2006/main">
  <p:cSld>
    <p:bg>
      <p:bgPr>
        <a:solidFill xmlns:a="http://schemas.openxmlformats.org/drawingml/2006/main">
          <a:srgbClr val="FFF9F3"/>
        </a:solidFill>
      </p:bgPr>
    </p:bg>
    <p:spTree>
      <p:nvGrpSpPr>
        <p:cNvPr id="1" name=""/>
        <p:cNvGrpSpPr/>
        <p:nvPr/>
      </p:nvGrpSpPr>
      <p:grpSpPr>
        <a:xfrm xmlns:a="http://schemas.openxmlformats.org/drawingml/2006/main"/>
      </p:grpSpPr>
      <p:sp>
        <p:nvSpPr>
          <p:cNvPr id="40" name="top-rule-8">
            <a:extLst xmlns:a="http://schemas.openxmlformats.org/drawingml/2006/main">
              <a:ext uri="{FF2B5EF4-FFF2-40B4-BE49-F238E27FC236}">
                <a16:creationId xmlns:a16="http://schemas.microsoft.com/office/drawing/2014/main" id="{352D25C1-53A3-4A8C-949D-0148E47FCE04}"/>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ule-right-8">
            <a:extLst xmlns:a="http://schemas.openxmlformats.org/drawingml/2006/main">
              <a:ext uri="{FF2B5EF4-FFF2-40B4-BE49-F238E27FC236}">
                <a16:creationId xmlns:a16="http://schemas.microsoft.com/office/drawing/2014/main" id="{1AAC7C86-2743-47A4-A567-A929E43C4F5C}"/>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top-diamond-a-8">
            <a:extLst xmlns:a="http://schemas.openxmlformats.org/drawingml/2006/main">
              <a:ext uri="{FF2B5EF4-FFF2-40B4-BE49-F238E27FC236}">
                <a16:creationId xmlns:a16="http://schemas.microsoft.com/office/drawing/2014/main" id="{1EBFE87A-F059-406A-8DCD-9EE47BCD3738}"/>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top-diamond-b-8">
            <a:extLst xmlns:a="http://schemas.openxmlformats.org/drawingml/2006/main">
              <a:ext uri="{FF2B5EF4-FFF2-40B4-BE49-F238E27FC236}">
                <a16:creationId xmlns:a16="http://schemas.microsoft.com/office/drawing/2014/main" id="{5951A237-FE44-4B13-A491-6A10312F20A9}"/>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top-diamond-c-8">
            <a:extLst xmlns:a="http://schemas.openxmlformats.org/drawingml/2006/main">
              <a:ext uri="{FF2B5EF4-FFF2-40B4-BE49-F238E27FC236}">
                <a16:creationId xmlns:a16="http://schemas.microsoft.com/office/drawing/2014/main" id="{1A1DBFEB-AB8D-41A7-8651-5E70108C13B1}"/>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circle-8">
            <a:extLst xmlns:a="http://schemas.openxmlformats.org/drawingml/2006/main">
              <a:ext uri="{FF2B5EF4-FFF2-40B4-BE49-F238E27FC236}">
                <a16:creationId xmlns:a16="http://schemas.microsoft.com/office/drawing/2014/main" id="{6C98370F-559C-49FA-BF6C-63E6F55D3FB9}"/>
              </a:ext>
            </a:extLst>
          </p:cNvPr>
          <p:cNvSpPr>
            <a:spLocks xmlns:a="http://schemas.openxmlformats.org/drawingml/2006/main" noGrp="1"/>
          </p:cNvSpPr>
          <p:nvPr/>
        </p:nvSpPr>
        <p:spPr>
          <a:xfrm xmlns:a="http://schemas.openxmlformats.org/drawingml/2006/main">
            <a:off x="742950" y="552450"/>
            <a:ext cx="685800" cy="6858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FFFDF9"/>
                </a:solidFill>
                <a:latin typeface="Noto Serif CJK TC"/>
                <a:ea typeface="Noto Serif CJK TC"/>
                <a:cs typeface="Noto Serif CJK TC"/>
              </a:defRPr>
            </a:pPr>
            <a:r>
              <a:rPr sz="2100" b="1">
                <a:solidFill>
                  <a:srgbClr val="FFFDF9"/>
                </a:solidFill>
                <a:latin typeface="Noto Serif CJK TC"/>
                <a:ea typeface="Noto Serif CJK TC"/>
                <a:cs typeface="Noto Serif CJK TC"/>
              </a:rPr>
              <a:t>B2</a:t>
            </a:r>
          </a:p>
        </p:txBody>
      </p:sp>
      <p:sp>
        <p:nvSpPr>
          <p:cNvPr id="7" name="status-8">
            <a:extLst xmlns:a="http://schemas.openxmlformats.org/drawingml/2006/main">
              <a:ext uri="{FF2B5EF4-FFF2-40B4-BE49-F238E27FC236}">
                <a16:creationId xmlns:a16="http://schemas.microsoft.com/office/drawing/2014/main" id="{A433E698-C9CF-40A4-85AD-9EADDE1728DA}"/>
              </a:ext>
            </a:extLst>
          </p:cNvPr>
          <p:cNvSpPr>
            <a:spLocks xmlns:a="http://schemas.openxmlformats.org/drawingml/2006/main" noGrp="1"/>
          </p:cNvSpPr>
          <p:nvPr/>
        </p:nvSpPr>
        <p:spPr>
          <a:xfrm xmlns:a="http://schemas.openxmlformats.org/drawingml/2006/main">
            <a:off x="13811250" y="628650"/>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650" b="1" i="0">
                <a:solidFill>
                  <a:srgbClr val="47795C"/>
                </a:solidFill>
                <a:latin typeface="Noto Sans CJK TC"/>
                <a:ea typeface="Noto Sans CJK TC"/>
                <a:cs typeface="Noto Sans CJK TC"/>
              </a:defRPr>
            </a:pPr>
            <a:r>
              <a:rPr sz="1650" b="1" i="0">
                <a:solidFill>
                  <a:srgbClr val="47795C"/>
                </a:solidFill>
                <a:latin typeface="Noto Sans CJK TC"/>
                <a:ea typeface="Noto Sans CJK TC"/>
                <a:cs typeface="Noto Sans CJK TC"/>
              </a:rPr>
              <a:t>APPLIED · reflection 1 / rewrites 2</a:t>
            </a:r>
          </a:p>
        </p:txBody>
      </p:sp>
      <p:sp>
        <p:nvSpPr>
          <p:cNvPr id="8" name="col-rule-a-8">
            <a:extLst xmlns:a="http://schemas.openxmlformats.org/drawingml/2006/main">
              <a:ext uri="{FF2B5EF4-FFF2-40B4-BE49-F238E27FC236}">
                <a16:creationId xmlns:a16="http://schemas.microsoft.com/office/drawing/2014/main" id="{758BB2A5-13C6-4602-9DCD-5A7681E1B024}"/>
              </a:ext>
            </a:extLst>
          </p:cNvPr>
          <p:cNvSpPr>
            <a:spLocks xmlns:a="http://schemas.openxmlformats.org/drawingml/2006/main" noGrp="1"/>
          </p:cNvSpPr>
          <p:nvPr/>
        </p:nvSpPr>
        <p:spPr>
          <a:xfrm xmlns:a="http://schemas.openxmlformats.org/drawingml/2006/main">
            <a:off x="5638800" y="1943100"/>
            <a:ext cx="0" cy="619125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9" name="col-rule-b-8">
            <a:extLst xmlns:a="http://schemas.openxmlformats.org/drawingml/2006/main">
              <a:ext uri="{FF2B5EF4-FFF2-40B4-BE49-F238E27FC236}">
                <a16:creationId xmlns:a16="http://schemas.microsoft.com/office/drawing/2014/main" id="{2009A95B-2EF5-4FE1-95E9-0A9C3EB6F8A9}"/>
              </a:ext>
            </a:extLst>
          </p:cNvPr>
          <p:cNvSpPr>
            <a:spLocks xmlns:a="http://schemas.openxmlformats.org/drawingml/2006/main" noGrp="1"/>
          </p:cNvSpPr>
          <p:nvPr/>
        </p:nvSpPr>
        <p:spPr>
          <a:xfrm xmlns:a="http://schemas.openxmlformats.org/drawingml/2006/main">
            <a:off x="11353800" y="1943100"/>
            <a:ext cx="0" cy="619125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10" name="flow-a-8">
            <a:extLst xmlns:a="http://schemas.openxmlformats.org/drawingml/2006/main">
              <a:ext uri="{FF2B5EF4-FFF2-40B4-BE49-F238E27FC236}">
                <a16:creationId xmlns:a16="http://schemas.microsoft.com/office/drawing/2014/main" id="{1A70F39E-4109-4313-9A7C-3CC0D346D5C7}"/>
              </a:ext>
            </a:extLst>
          </p:cNvPr>
          <p:cNvSpPr>
            <a:spLocks xmlns:a="http://schemas.openxmlformats.org/drawingml/2006/main" noGrp="1"/>
          </p:cNvSpPr>
          <p:nvPr/>
        </p:nvSpPr>
        <p:spPr>
          <a:xfrm xmlns:a="http://schemas.openxmlformats.org/drawingml/2006/main">
            <a:off x="5467350" y="1638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2175" b="1" i="0">
                <a:solidFill>
                  <a:srgbClr val="BF872B"/>
                </a:solidFill>
                <a:latin typeface="Noto Sans CJK TC"/>
                <a:ea typeface="Noto Sans CJK TC"/>
                <a:cs typeface="Noto Sans CJK TC"/>
              </a:defRPr>
            </a:pPr>
            <a:r>
              <a:rPr sz="2175" b="1" i="0">
                <a:solidFill>
                  <a:srgbClr val="BF872B"/>
                </a:solidFill>
                <a:latin typeface="Noto Sans CJK TC"/>
                <a:ea typeface="Noto Sans CJK TC"/>
                <a:cs typeface="Noto Sans CJK TC"/>
              </a:rPr>
              <a:t>→</a:t>
            </a:r>
          </a:p>
        </p:txBody>
      </p:sp>
      <p:sp>
        <p:nvSpPr>
          <p:cNvPr id="11" name="flow-b-8">
            <a:extLst xmlns:a="http://schemas.openxmlformats.org/drawingml/2006/main">
              <a:ext uri="{FF2B5EF4-FFF2-40B4-BE49-F238E27FC236}">
                <a16:creationId xmlns:a16="http://schemas.microsoft.com/office/drawing/2014/main" id="{C1EB68BE-9D44-4C15-9D48-DBC4AA1B8E1D}"/>
              </a:ext>
            </a:extLst>
          </p:cNvPr>
          <p:cNvSpPr>
            <a:spLocks xmlns:a="http://schemas.openxmlformats.org/drawingml/2006/main" noGrp="1"/>
          </p:cNvSpPr>
          <p:nvPr/>
        </p:nvSpPr>
        <p:spPr>
          <a:xfrm xmlns:a="http://schemas.openxmlformats.org/drawingml/2006/main">
            <a:off x="11182350" y="1638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2175" b="1" i="0">
                <a:solidFill>
                  <a:srgbClr val="BF872B"/>
                </a:solidFill>
                <a:latin typeface="Noto Sans CJK TC"/>
                <a:ea typeface="Noto Sans CJK TC"/>
                <a:cs typeface="Noto Sans CJK TC"/>
              </a:defRPr>
            </a:pPr>
            <a:r>
              <a:rPr sz="2175" b="1" i="0">
                <a:solidFill>
                  <a:srgbClr val="BF872B"/>
                </a:solidFill>
                <a:latin typeface="Noto Sans CJK TC"/>
                <a:ea typeface="Noto Sans CJK TC"/>
                <a:cs typeface="Noto Sans CJK TC"/>
              </a:rPr>
              <a:t>→</a:t>
            </a:r>
          </a:p>
        </p:txBody>
      </p:sp>
      <p:sp>
        <p:nvSpPr>
          <p:cNvPr id="12" name="bottom-rule-8">
            <a:extLst xmlns:a="http://schemas.openxmlformats.org/drawingml/2006/main">
              <a:ext uri="{FF2B5EF4-FFF2-40B4-BE49-F238E27FC236}">
                <a16:creationId xmlns:a16="http://schemas.microsoft.com/office/drawing/2014/main" id="{5266BEC8-D412-419D-8501-87B33ED5ABB7}"/>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13" name="page-8">
            <a:extLst xmlns:a="http://schemas.openxmlformats.org/drawingml/2006/main">
              <a:ext uri="{FF2B5EF4-FFF2-40B4-BE49-F238E27FC236}">
                <a16:creationId xmlns:a16="http://schemas.microsoft.com/office/drawing/2014/main" id="{5741A287-46C2-47CE-8AC7-CE24F8A07A3F}"/>
              </a:ext>
            </a:extLst>
          </p:cNvPr>
          <p:cNvSpPr>
            <a:spLocks xmlns:a="http://schemas.openxmlformats.org/drawingml/2006/main" noGrp="1"/>
          </p:cNvSpPr>
          <p:nvPr/>
        </p:nvSpPr>
        <p:spPr>
          <a:xfrm xmlns:a="http://schemas.openxmlformats.org/drawingml/2006/main">
            <a:off x="16383000" y="985837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08 / 09</a:t>
            </a:r>
          </a:p>
        </p:txBody>
      </p:sp>
      <p:sp>
        <p:nvSpPr>
          <p:cNvPr id="14" name="title-8">
            <a:extLst xmlns:a="http://schemas.openxmlformats.org/drawingml/2006/main">
              <a:ext uri="{FF2B5EF4-FFF2-40B4-BE49-F238E27FC236}">
                <a16:creationId xmlns:a16="http://schemas.microsoft.com/office/drawing/2014/main" id="{FEC5E2CE-A893-4C8C-BC78-BEE0CC04D683}"/>
              </a:ext>
            </a:extLst>
          </p:cNvPr>
          <p:cNvSpPr>
            <a:spLocks xmlns:a="http://schemas.openxmlformats.org/drawingml/2006/main" noGrp="1"/>
          </p:cNvSpPr>
          <p:nvPr/>
        </p:nvSpPr>
        <p:spPr>
          <a:xfrm xmlns:a="http://schemas.openxmlformats.org/drawingml/2006/main">
            <a:off x="1676400" y="476250"/>
            <a:ext cx="1162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4200" b="1" i="0">
                <a:solidFill>
                  <a:srgbClr val="431218"/>
                </a:solidFill>
                <a:latin typeface="Noto Serif CJK TC"/>
                <a:ea typeface="Noto Serif CJK TC"/>
                <a:cs typeface="Noto Serif CJK TC"/>
              </a:defRPr>
            </a:pPr>
            <a:r>
              <a:rPr sz="4200" b="1" i="0">
                <a:solidFill>
                  <a:srgbClr val="431218"/>
                </a:solidFill>
                <a:latin typeface="Noto Serif CJK TC"/>
                <a:ea typeface="Noto Serif CJK TC"/>
                <a:cs typeface="Noto Serif CJK TC"/>
              </a:rPr>
              <a:t>Balance 2｜W/D/L 生成異系統概念</a:t>
            </a:r>
          </a:p>
        </p:txBody>
      </p:sp>
      <p:sp>
        <p:nvSpPr>
          <p:cNvPr id="15" name="subtitle-8">
            <a:extLst xmlns:a="http://schemas.openxmlformats.org/drawingml/2006/main">
              <a:ext uri="{FF2B5EF4-FFF2-40B4-BE49-F238E27FC236}">
                <a16:creationId xmlns:a16="http://schemas.microsoft.com/office/drawing/2014/main" id="{AE9416D9-739E-40BD-B4F8-96E5B39839C0}"/>
              </a:ext>
            </a:extLst>
          </p:cNvPr>
          <p:cNvSpPr>
            <a:spLocks xmlns:a="http://schemas.openxmlformats.org/drawingml/2006/main" noGrp="1"/>
          </p:cNvSpPr>
          <p:nvPr/>
        </p:nvSpPr>
        <p:spPr>
          <a:xfrm xmlns:a="http://schemas.openxmlformats.org/drawingml/2006/main">
            <a:off x="1695450" y="1123950"/>
            <a:ext cx="1428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i="1">
                <a:solidFill>
                  <a:srgbClr val="62606A"/>
                </a:solidFill>
                <a:latin typeface="Noto Serif CJK TC"/>
                <a:ea typeface="Noto Serif CJK TC"/>
                <a:cs typeface="Noto Serif CJK TC"/>
              </a:defRPr>
            </a:pPr>
            <a:r>
              <a:rPr sz="1725" b="0" i="1">
                <a:solidFill>
                  <a:srgbClr val="62606A"/>
                </a:solidFill>
                <a:latin typeface="Noto Serif CJK TC"/>
                <a:ea typeface="Noto Serif CJK TC"/>
                <a:cs typeface="Noto Serif CJK TC"/>
              </a:rPr>
              <a:t>rush weakness 被改寫成 Armory、Siege Tower、tech 與 high ground</a:t>
            </a:r>
          </a:p>
        </p:txBody>
      </p:sp>
      <p:sp>
        <p:nvSpPr>
          <p:cNvPr id="16" name="column-heading-8-0">
            <a:extLst xmlns:a="http://schemas.openxmlformats.org/drawingml/2006/main">
              <a:ext uri="{FF2B5EF4-FFF2-40B4-BE49-F238E27FC236}">
                <a16:creationId xmlns:a16="http://schemas.microsoft.com/office/drawing/2014/main" id="{6778F2A0-B268-4B31-9B79-7C8DEA608942}"/>
              </a:ext>
            </a:extLst>
          </p:cNvPr>
          <p:cNvSpPr>
            <a:spLocks xmlns:a="http://schemas.openxmlformats.org/drawingml/2006/main" noGrp="1"/>
          </p:cNvSpPr>
          <p:nvPr/>
        </p:nvSpPr>
        <p:spPr>
          <a:xfrm xmlns:a="http://schemas.openxmlformats.org/drawingml/2006/main">
            <a:off x="857250" y="16573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原始 Policy</a:t>
            </a:r>
          </a:p>
        </p:txBody>
      </p:sp>
      <p:sp>
        <p:nvSpPr>
          <p:cNvPr id="17" name="column-rule-8-0">
            <a:extLst xmlns:a="http://schemas.openxmlformats.org/drawingml/2006/main">
              <a:ext uri="{FF2B5EF4-FFF2-40B4-BE49-F238E27FC236}">
                <a16:creationId xmlns:a16="http://schemas.microsoft.com/office/drawing/2014/main" id="{CE2B82E7-B9BE-49A0-A732-A867F9BFD888}"/>
              </a:ext>
            </a:extLst>
          </p:cNvPr>
          <p:cNvSpPr>
            <a:spLocks xmlns:a="http://schemas.openxmlformats.org/drawingml/2006/main" noGrp="1"/>
          </p:cNvSpPr>
          <p:nvPr/>
        </p:nvSpPr>
        <p:spPr>
          <a:xfrm xmlns:a="http://schemas.openxmlformats.org/drawingml/2006/main">
            <a:off x="857250" y="2057400"/>
            <a:ext cx="447675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18" name="column-heading-8-1">
            <a:extLst xmlns:a="http://schemas.openxmlformats.org/drawingml/2006/main">
              <a:ext uri="{FF2B5EF4-FFF2-40B4-BE49-F238E27FC236}">
                <a16:creationId xmlns:a16="http://schemas.microsoft.com/office/drawing/2014/main" id="{34623824-EED4-4E1B-9641-09231C7C4171}"/>
              </a:ext>
            </a:extLst>
          </p:cNvPr>
          <p:cNvSpPr>
            <a:spLocks xmlns:a="http://schemas.openxmlformats.org/drawingml/2006/main" noGrp="1"/>
          </p:cNvSpPr>
          <p:nvPr/>
        </p:nvSpPr>
        <p:spPr>
          <a:xfrm xmlns:a="http://schemas.openxmlformats.org/drawingml/2006/main">
            <a:off x="5924550" y="165735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送進 Reflection 的內容</a:t>
            </a:r>
          </a:p>
        </p:txBody>
      </p:sp>
      <p:sp>
        <p:nvSpPr>
          <p:cNvPr id="19" name="column-rule-8-1">
            <a:extLst xmlns:a="http://schemas.openxmlformats.org/drawingml/2006/main">
              <a:ext uri="{FF2B5EF4-FFF2-40B4-BE49-F238E27FC236}">
                <a16:creationId xmlns:a16="http://schemas.microsoft.com/office/drawing/2014/main" id="{D64E39F8-B761-4E76-8A67-8567168B8284}"/>
              </a:ext>
            </a:extLst>
          </p:cNvPr>
          <p:cNvSpPr>
            <a:spLocks xmlns:a="http://schemas.openxmlformats.org/drawingml/2006/main" noGrp="1"/>
          </p:cNvSpPr>
          <p:nvPr/>
        </p:nvSpPr>
        <p:spPr>
          <a:xfrm xmlns:a="http://schemas.openxmlformats.org/drawingml/2006/main">
            <a:off x="5924550" y="2057400"/>
            <a:ext cx="514350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20" name="column-heading-8-2">
            <a:extLst xmlns:a="http://schemas.openxmlformats.org/drawingml/2006/main">
              <a:ext uri="{FF2B5EF4-FFF2-40B4-BE49-F238E27FC236}">
                <a16:creationId xmlns:a16="http://schemas.microsoft.com/office/drawing/2014/main" id="{ABD3FC55-7A9C-4069-8F66-F09D330ACCEB}"/>
              </a:ext>
            </a:extLst>
          </p:cNvPr>
          <p:cNvSpPr>
            <a:spLocks xmlns:a="http://schemas.openxmlformats.org/drawingml/2006/main" noGrp="1"/>
          </p:cNvSpPr>
          <p:nvPr/>
        </p:nvSpPr>
        <p:spPr>
          <a:xfrm xmlns:a="http://schemas.openxmlformats.org/drawingml/2006/main">
            <a:off x="11639550" y="1657350"/>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Reflection 後／實際套用</a:t>
            </a:r>
          </a:p>
        </p:txBody>
      </p:sp>
      <p:sp>
        <p:nvSpPr>
          <p:cNvPr id="21" name="column-rule-8-2">
            <a:extLst xmlns:a="http://schemas.openxmlformats.org/drawingml/2006/main">
              <a:ext uri="{FF2B5EF4-FFF2-40B4-BE49-F238E27FC236}">
                <a16:creationId xmlns:a16="http://schemas.microsoft.com/office/drawing/2014/main" id="{DF5DD747-2D75-4FF2-B3E2-C65E239DAFB9}"/>
              </a:ext>
            </a:extLst>
          </p:cNvPr>
          <p:cNvSpPr>
            <a:spLocks xmlns:a="http://schemas.openxmlformats.org/drawingml/2006/main" noGrp="1"/>
          </p:cNvSpPr>
          <p:nvPr/>
        </p:nvSpPr>
        <p:spPr>
          <a:xfrm xmlns:a="http://schemas.openxmlformats.org/drawingml/2006/main">
            <a:off x="11639550" y="2057400"/>
            <a:ext cx="581025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22" name="original-policy-8">
            <a:extLst xmlns:a="http://schemas.openxmlformats.org/drawingml/2006/main">
              <a:ext uri="{FF2B5EF4-FFF2-40B4-BE49-F238E27FC236}">
                <a16:creationId xmlns:a16="http://schemas.microsoft.com/office/drawing/2014/main" id="{C4601477-19E6-4A64-8C1F-74DF7A30A1F0}"/>
              </a:ext>
            </a:extLst>
          </p:cNvPr>
          <p:cNvSpPr>
            <a:spLocks xmlns:a="http://schemas.openxmlformats.org/drawingml/2006/main" noGrp="1"/>
          </p:cNvSpPr>
          <p:nvPr/>
        </p:nvSpPr>
        <p:spPr>
          <a:xfrm xmlns:a="http://schemas.openxmlformats.org/drawingml/2006/main">
            <a:off x="857250" y="2305050"/>
            <a:ext cx="44767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i="0">
                <a:solidFill>
                  <a:srgbClr val="25252A"/>
                </a:solidFill>
                <a:latin typeface="Noto Serif CJK TC"/>
                <a:ea typeface="Noto Serif CJK TC"/>
                <a:cs typeface="Noto Serif CJK TC"/>
              </a:defRPr>
            </a:pPr>
            <a:r>
              <a:rPr sz="1650" b="0" i="0">
                <a:solidFill>
                  <a:srgbClr val="25252A"/>
                </a:solidFill>
                <a:latin typeface="Noto Serif CJK TC"/>
                <a:ea typeface="Noto Serif CJK TC"/>
                <a:cs typeface="Noto Serif CJK TC"/>
              </a:rPr>
              <a:t>Use a continuous Worker-rush policy.</a:t>
            </a:r>
          </a:p>
          <a:p xmlns:a="http://schemas.openxmlformats.org/drawingml/2006/main">
            <a:r>
              <a:t/>
            </a:r>
          </a:p>
          <a:p xmlns:a="http://schemas.openxmlformats.org/drawingml/2006/main">
            <a:pPr algn="l">
              <a:lnSpc>
                <a:spcPct val="116000"/>
              </a:lnSpc>
              <a:buNone/>
              <a:defRPr sz="1650" b="0" i="0">
                <a:solidFill>
                  <a:srgbClr val="25252A"/>
                </a:solidFill>
                <a:latin typeface="Noto Serif CJK TC"/>
                <a:ea typeface="Noto Serif CJK TC"/>
                <a:cs typeface="Noto Serif CJK TC"/>
              </a:defRPr>
            </a:pPr>
            <a:r>
              <a:rPr sz="1650" b="0" i="0">
                <a:solidFill>
                  <a:srgbClr val="25252A"/>
                </a:solidFill>
                <a:latin typeface="Noto Serif CJK TC"/>
                <a:ea typeface="Noto Serif CJK TC"/>
                <a:cs typeface="Noto Serif CJK TC"/>
              </a:rP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p:txBody>
      </p:sp>
      <p:sp>
        <p:nvSpPr>
          <p:cNvPr id="23" name="original-policy-fixed-8">
            <a:extLst xmlns:a="http://schemas.openxmlformats.org/drawingml/2006/main">
              <a:ext uri="{FF2B5EF4-FFF2-40B4-BE49-F238E27FC236}">
                <a16:creationId xmlns:a16="http://schemas.microsoft.com/office/drawing/2014/main" id="{9C549A63-ACA8-49F6-B5C8-EE6370C1598D}"/>
              </a:ext>
            </a:extLst>
          </p:cNvPr>
          <p:cNvSpPr>
            <a:spLocks xmlns:a="http://schemas.openxmlformats.org/drawingml/2006/main" noGrp="1"/>
          </p:cNvSpPr>
          <p:nvPr/>
        </p:nvSpPr>
        <p:spPr>
          <a:xfrm xmlns:a="http://schemas.openxmlformats.org/drawingml/2006/main">
            <a:off x="857250" y="7239000"/>
            <a:ext cx="4476750" cy="438150"/>
          </a:xfrm>
          <a:prstGeom xmlns:a="http://schemas.openxmlformats.org/drawingml/2006/main" prst="roundRect">
            <a:avLst>
              <a:gd name="adj" fmla="val 39130"/>
            </a:avLst>
          </a:prstGeom>
          <a:solidFill xmlns:a="http://schemas.openxmlformats.org/drawingml/2006/main">
            <a:srgbClr val="F4E5C7"/>
          </a:solidFill>
          <a:ln xmlns:a="http://schemas.openxmlformats.org/drawingml/2006/main" w="9525">
            <a:solidFill>
              <a:srgbClr val="BF872B"/>
            </a:solidFill>
            <a:prstDash val="solid"/>
          </a:ln>
        </p:spPr>
        <p:txBody>
          <a:bodyPr xmlns:a="http://schemas.openxmlformats.org/drawingml/2006/main" wrap="square" lIns="95250" tIns="38100" rIns="95250" bIns="38100" anchor="ctr">
            <a:noAutofit/>
          </a:bodyPr>
          <a:lstStyle xmlns:a="http://schemas.openxmlformats.org/drawingml/2006/main"/>
          <a:p xmlns:a="http://schemas.openxmlformats.org/drawingml/2006/main">
            <a:pPr algn="ctr">
              <a:lnSpc>
                <a:spcPct val="110000"/>
              </a:lnSpc>
              <a:buNone/>
              <a:defRPr sz="1575" b="1" i="0">
                <a:solidFill>
                  <a:srgbClr val="BF872B"/>
                </a:solidFill>
                <a:latin typeface="Noto Sans CJK TC"/>
                <a:ea typeface="Noto Sans CJK TC"/>
                <a:cs typeface="Noto Sans CJK TC"/>
              </a:defRPr>
            </a:pPr>
            <a:r>
              <a:rPr sz="1575" b="1" i="0">
                <a:solidFill>
                  <a:srgbClr val="BF872B"/>
                </a:solidFill>
                <a:latin typeface="Noto Sans CJK TC"/>
                <a:ea typeface="Noto Sans CJK TC"/>
                <a:cs typeface="Noto Sans CJK TC"/>
              </a:rPr>
              <a:t>固定輸入｜9 次完全相同</a:t>
            </a:r>
          </a:p>
        </p:txBody>
      </p:sp>
      <p:sp>
        <p:nvSpPr>
          <p:cNvPr id="24" name="original-policy-sha-8">
            <a:extLst xmlns:a="http://schemas.openxmlformats.org/drawingml/2006/main">
              <a:ext uri="{FF2B5EF4-FFF2-40B4-BE49-F238E27FC236}">
                <a16:creationId xmlns:a16="http://schemas.microsoft.com/office/drawing/2014/main" id="{6A85DC78-EDF8-4DA9-81BC-4093E327D92B}"/>
              </a:ext>
            </a:extLst>
          </p:cNvPr>
          <p:cNvSpPr>
            <a:spLocks xmlns:a="http://schemas.openxmlformats.org/drawingml/2006/main" noGrp="1"/>
          </p:cNvSpPr>
          <p:nvPr/>
        </p:nvSpPr>
        <p:spPr>
          <a:xfrm xmlns:a="http://schemas.openxmlformats.org/drawingml/2006/main">
            <a:off x="857250" y="78105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275" b="0" i="0">
                <a:solidFill>
                  <a:srgbClr val="62606A"/>
                </a:solidFill>
                <a:latin typeface="DejaVu Sans Mono"/>
                <a:ea typeface="DejaVu Sans Mono"/>
                <a:cs typeface="DejaVu Sans Mono"/>
              </a:defRPr>
            </a:pPr>
            <a:r>
              <a:rPr sz="1275" b="0" i="0">
                <a:solidFill>
                  <a:srgbClr val="62606A"/>
                </a:solidFill>
                <a:latin typeface="DejaVu Sans Mono"/>
                <a:ea typeface="DejaVu Sans Mono"/>
                <a:cs typeface="DejaVu Sans Mono"/>
              </a:rPr>
              <a:t>strategy_prompt SHA256  effc9103…9e88</a:t>
            </a:r>
          </a:p>
        </p:txBody>
      </p:sp>
      <p:sp>
        <p:nvSpPr>
          <p:cNvPr id="25" name="balance-input-summary-8">
            <a:extLst xmlns:a="http://schemas.openxmlformats.org/drawingml/2006/main">
              <a:ext uri="{FF2B5EF4-FFF2-40B4-BE49-F238E27FC236}">
                <a16:creationId xmlns:a16="http://schemas.microsoft.com/office/drawing/2014/main" id="{82AA6CB5-1F3E-42DA-A8DC-7E428734916C}"/>
              </a:ext>
            </a:extLst>
          </p:cNvPr>
          <p:cNvSpPr>
            <a:spLocks xmlns:a="http://schemas.openxmlformats.org/drawingml/2006/main" noGrp="1"/>
          </p:cNvSpPr>
          <p:nvPr/>
        </p:nvSpPr>
        <p:spPr>
          <a:xfrm xmlns:a="http://schemas.openxmlformats.org/drawingml/2006/main">
            <a:off x="5924550" y="2305050"/>
            <a:ext cx="514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1" i="0">
                <a:solidFill>
                  <a:srgbClr val="431218"/>
                </a:solidFill>
                <a:latin typeface="Noto Serif CJK TC"/>
                <a:ea typeface="Noto Serif CJK TC"/>
                <a:cs typeface="Noto Serif CJK TC"/>
              </a:defRPr>
            </a:pPr>
            <a:r>
              <a:rPr sz="1650" b="1" i="0">
                <a:solidFill>
                  <a:srgbClr val="431218"/>
                </a:solidFill>
                <a:latin typeface="Noto Serif CJK TC"/>
                <a:ea typeface="Noto Serif CJK TC"/>
                <a:cs typeface="Noto Serif CJK TC"/>
              </a:rPr>
              <a:t>Reflector 實際只收到 5,437-char W/D/L table；沒有 Policy，也沒有 Java</a:t>
            </a:r>
          </a:p>
        </p:txBody>
      </p:sp>
      <p:sp>
        <p:nvSpPr>
          <p:cNvPr id="26" name="balance-table-legend-8">
            <a:extLst xmlns:a="http://schemas.openxmlformats.org/drawingml/2006/main">
              <a:ext uri="{FF2B5EF4-FFF2-40B4-BE49-F238E27FC236}">
                <a16:creationId xmlns:a16="http://schemas.microsoft.com/office/drawing/2014/main" id="{92BF85C8-D6A3-4B03-9959-F4FC467C0D5B}"/>
              </a:ext>
            </a:extLst>
          </p:cNvPr>
          <p:cNvSpPr>
            <a:spLocks xmlns:a="http://schemas.openxmlformats.org/drawingml/2006/main" noGrp="1"/>
          </p:cNvSpPr>
          <p:nvPr/>
        </p:nvSpPr>
        <p:spPr>
          <a:xfrm xmlns:a="http://schemas.openxmlformats.org/drawingml/2006/main">
            <a:off x="5924550" y="29718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350" b="0" i="0">
                <a:solidFill>
                  <a:srgbClr val="62606A"/>
                </a:solidFill>
                <a:latin typeface="Noto Sans CJK TC"/>
                <a:ea typeface="Noto Sans CJK TC"/>
                <a:cs typeface="Noto Sans CJK TC"/>
              </a:defRPr>
            </a:pPr>
            <a:r>
              <a:rPr sz="1350" b="0" i="0">
                <a:solidFill>
                  <a:srgbClr val="62606A"/>
                </a:solidFill>
                <a:latin typeface="Noto Sans CJK TC"/>
                <a:ea typeface="Noto Sans CJK TC"/>
                <a:cs typeface="Noto Sans CJK TC"/>
              </a:rPr>
              <a:t>每格＝W / D / L（雙 side 合計，每 map 6 場）</a:t>
            </a:r>
          </a:p>
        </p:txBody>
      </p:sp>
      <p:graphicFrame>
        <p:nvGraphicFramePr>
          <p:cNvPr id="66" name=""/>
          <p:cNvGraphicFramePr/>
          <p:nvPr/>
        </p:nvGraphicFramePr>
        <p:xfrm>
          <a:off xmlns:a="http://schemas.openxmlformats.org/drawingml/2006/main" x="5924550" y="3390900"/>
          <a:ext xmlns:a="http://schemas.openxmlformats.org/drawingml/2006/main" cx="5143500" cy="4095750"/>
        </p:xfrm>
        <a:graphic xmlns:a="http://schemas.openxmlformats.org/drawingml/2006/main">
          <a:graphicData uri="http://schemas.openxmlformats.org/drawingml/2006/table">
            <a:tbl>
              <a:tblPr/>
              <a:tblGrid>
                <a:gridCol w="1714500"/>
                <a:gridCol w="1143000"/>
                <a:gridCol w="1143000"/>
                <a:gridCol w="1143000"/>
              </a:tblGrid>
              <a:tr h="372341">
                <a:tc>
                  <a:txBody>
                    <a:bodyPr/>
                    <a:lstStyle/>
                    <a:p>
                      <a:pPr algn="l"/>
                      <a:r>
                        <a:rPr sz="1350" b="1">
                          <a:solidFill>
                            <a:srgbClr val="FFFDF9"/>
                          </a:solidFill>
                          <a:latin typeface="Noto Sans CJK TC"/>
                          <a:ea typeface="Noto Sans CJK TC"/>
                          <a:cs typeface="Noto Sans CJK TC"/>
                        </a:rPr>
                        <a:t>Opponent</a:t>
                      </a:r>
                    </a:p>
                  </a:txBody>
                  <a:tcPr marL="91440" marR="91440" marT="45720" marB="45720" anchor="ctr">
                    <a:solidFill>
                      <a:srgbClr val="B95160"/>
                    </a:solidFill>
                  </a:tcPr>
                </a:tc>
                <a:tc>
                  <a:txBody>
                    <a:bodyPr/>
                    <a:lstStyle/>
                    <a:p>
                      <a:pPr algn="ctr"/>
                      <a:r>
                        <a:rPr sz="1350" b="1">
                          <a:solidFill>
                            <a:srgbClr val="FFFDF9"/>
                          </a:solidFill>
                          <a:latin typeface="DejaVu Sans Mono"/>
                          <a:ea typeface="DejaVu Sans Mono"/>
                          <a:cs typeface="DejaVu Sans Mono"/>
                        </a:rPr>
                        <a:t>map_1</a:t>
                      </a:r>
                    </a:p>
                  </a:txBody>
                  <a:tcPr marL="91440" marR="91440" marT="45720" marB="45720" anchor="ctr">
                    <a:solidFill>
                      <a:srgbClr val="B95160"/>
                    </a:solidFill>
                  </a:tcPr>
                </a:tc>
                <a:tc>
                  <a:txBody>
                    <a:bodyPr/>
                    <a:lstStyle/>
                    <a:p>
                      <a:pPr algn="ctr"/>
                      <a:r>
                        <a:rPr sz="1350" b="1">
                          <a:solidFill>
                            <a:srgbClr val="FFFDF9"/>
                          </a:solidFill>
                          <a:latin typeface="DejaVu Sans Mono"/>
                          <a:ea typeface="DejaVu Sans Mono"/>
                          <a:cs typeface="DejaVu Sans Mono"/>
                        </a:rPr>
                        <a:t>map_2</a:t>
                      </a:r>
                    </a:p>
                  </a:txBody>
                  <a:tcPr marL="91440" marR="91440" marT="45720" marB="45720" anchor="ctr">
                    <a:solidFill>
                      <a:srgbClr val="B95160"/>
                    </a:solidFill>
                  </a:tcPr>
                </a:tc>
                <a:tc>
                  <a:txBody>
                    <a:bodyPr/>
                    <a:lstStyle/>
                    <a:p>
                      <a:pPr algn="ctr"/>
                      <a:r>
                        <a:rPr sz="1350" b="1">
                          <a:solidFill>
                            <a:srgbClr val="FFFDF9"/>
                          </a:solidFill>
                          <a:latin typeface="DejaVu Sans Mono"/>
                          <a:ea typeface="DejaVu Sans Mono"/>
                          <a:cs typeface="DejaVu Sans Mono"/>
                        </a:rPr>
                        <a:t>map_3</a:t>
                      </a:r>
                    </a:p>
                  </a:txBody>
                  <a:tcPr marL="91440" marR="91440" marT="45720" marB="45720" anchor="ctr">
                    <a:solidFill>
                      <a:srgbClr val="B95160"/>
                    </a:solidFill>
                  </a:tcPr>
                </a:tc>
              </a:tr>
              <a:tr h="372341">
                <a:tc>
                  <a:txBody>
                    <a:bodyPr/>
                    <a:lstStyle/>
                    <a:p>
                      <a:pPr algn="l"/>
                      <a:r>
                        <a:rPr sz="1275" b="1">
                          <a:solidFill>
                            <a:srgbClr val="25252A"/>
                          </a:solidFill>
                          <a:latin typeface="Noto Sans CJK TC"/>
                          <a:ea typeface="Noto Sans CJK TC"/>
                          <a:cs typeface="Noto Sans CJK TC"/>
                        </a:rPr>
                        <a:t>passive</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r>
              <a:tr h="372341">
                <a:tc>
                  <a:txBody>
                    <a:bodyPr/>
                    <a:lstStyle/>
                    <a:p>
                      <a:pPr algn="l"/>
                      <a:r>
                        <a:rPr sz="1275" b="1">
                          <a:solidFill>
                            <a:srgbClr val="25252A"/>
                          </a:solidFill>
                          <a:latin typeface="Noto Sans CJK TC"/>
                          <a:ea typeface="Noto Sans CJK TC"/>
                          <a:cs typeface="Noto Sans CJK TC"/>
                        </a:rPr>
                        <a:t>random</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r>
              <a:tr h="372341">
                <a:tc>
                  <a:txBody>
                    <a:bodyPr/>
                    <a:lstStyle/>
                    <a:p>
                      <a:pPr algn="l"/>
                      <a:r>
                        <a:rPr sz="1275" b="1">
                          <a:solidFill>
                            <a:srgbClr val="25252A"/>
                          </a:solidFill>
                          <a:latin typeface="Noto Sans CJK TC"/>
                          <a:ea typeface="Noto Sans CJK TC"/>
                          <a:cs typeface="Noto Sans CJK TC"/>
                        </a:rPr>
                        <a:t>randombias</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0/1/5</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0/4/2</a:t>
                      </a:r>
                    </a:p>
                  </a:txBody>
                  <a:tcPr marL="91440" marR="91440" marT="45720" marB="45720" anchor="ctr">
                    <a:solidFill>
                      <a:srgbClr val="F7E7C8"/>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r>
              <a:tr h="372341">
                <a:tc>
                  <a:txBody>
                    <a:bodyPr/>
                    <a:lstStyle/>
                    <a:p>
                      <a:pPr algn="l"/>
                      <a:r>
                        <a:rPr sz="1275" b="1">
                          <a:solidFill>
                            <a:srgbClr val="25252A"/>
                          </a:solidFill>
                          <a:latin typeface="Noto Sans CJK TC"/>
                          <a:ea typeface="Noto Sans CJK TC"/>
                          <a:cs typeface="Noto Sans CJK TC"/>
                        </a:rPr>
                        <a:t>lightrush</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r h="372341">
                <a:tc>
                  <a:txBody>
                    <a:bodyPr/>
                    <a:lstStyle/>
                    <a:p>
                      <a:pPr algn="l"/>
                      <a:r>
                        <a:rPr sz="1275" b="1">
                          <a:solidFill>
                            <a:srgbClr val="25252A"/>
                          </a:solidFill>
                          <a:latin typeface="Noto Sans CJK TC"/>
                          <a:ea typeface="Noto Sans CJK TC"/>
                          <a:cs typeface="Noto Sans CJK TC"/>
                        </a:rPr>
                        <a:t>heavyrush</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r h="372341">
                <a:tc>
                  <a:txBody>
                    <a:bodyPr/>
                    <a:lstStyle/>
                    <a:p>
                      <a:pPr algn="l"/>
                      <a:r>
                        <a:rPr sz="1275" b="1">
                          <a:solidFill>
                            <a:srgbClr val="25252A"/>
                          </a:solidFill>
                          <a:latin typeface="Noto Sans CJK TC"/>
                          <a:ea typeface="Noto Sans CJK TC"/>
                          <a:cs typeface="Noto Sans CJK TC"/>
                        </a:rPr>
                        <a:t>workerrush</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r h="372341">
                <a:tc>
                  <a:txBody>
                    <a:bodyPr/>
                    <a:lstStyle/>
                    <a:p>
                      <a:pPr algn="l"/>
                      <a:r>
                        <a:rPr sz="1275" b="1">
                          <a:solidFill>
                            <a:srgbClr val="25252A"/>
                          </a:solidFill>
                          <a:latin typeface="Noto Sans CJK TC"/>
                          <a:ea typeface="Noto Sans CJK TC"/>
                          <a:cs typeface="Noto Sans CJK TC"/>
                        </a:rPr>
                        <a:t>allinbot</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r h="372341">
                <a:tc>
                  <a:txBody>
                    <a:bodyPr/>
                    <a:lstStyle/>
                    <a:p>
                      <a:pPr algn="l"/>
                      <a:r>
                        <a:rPr sz="1275" b="1">
                          <a:solidFill>
                            <a:srgbClr val="25252A"/>
                          </a:solidFill>
                          <a:latin typeface="Noto Sans CJK TC"/>
                          <a:ea typeface="Noto Sans CJK TC"/>
                          <a:cs typeface="Noto Sans CJK TC"/>
                        </a:rPr>
                        <a:t>mayari</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r h="372341">
                <a:tc>
                  <a:txBody>
                    <a:bodyPr/>
                    <a:lstStyle/>
                    <a:p>
                      <a:pPr algn="l"/>
                      <a:r>
                        <a:rPr sz="1275" b="1">
                          <a:solidFill>
                            <a:srgbClr val="25252A"/>
                          </a:solidFill>
                          <a:latin typeface="Noto Sans CJK TC"/>
                          <a:ea typeface="Noto Sans CJK TC"/>
                          <a:cs typeface="Noto Sans CJK TC"/>
                        </a:rPr>
                        <a:t>coac</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r h="372341">
                <a:tc>
                  <a:txBody>
                    <a:bodyPr/>
                    <a:lstStyle/>
                    <a:p>
                      <a:pPr algn="l"/>
                      <a:r>
                        <a:rPr sz="1275" b="1">
                          <a:solidFill>
                            <a:srgbClr val="25252A"/>
                          </a:solidFill>
                          <a:latin typeface="Noto Sans CJK TC"/>
                          <a:ea typeface="Noto Sans CJK TC"/>
                          <a:cs typeface="Noto Sans CJK TC"/>
                        </a:rPr>
                        <a:t>tma</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bl>
          </a:graphicData>
        </a:graphic>
      </p:graphicFrame>
      <p:sp>
        <p:nvSpPr>
          <p:cNvPr id="28" name="balance-input-bottom-8">
            <a:extLst xmlns:a="http://schemas.openxmlformats.org/drawingml/2006/main">
              <a:ext uri="{FF2B5EF4-FFF2-40B4-BE49-F238E27FC236}">
                <a16:creationId xmlns:a16="http://schemas.microsoft.com/office/drawing/2014/main" id="{393A996E-06E6-4A9F-9B4D-DCCB139A31DF}"/>
              </a:ext>
            </a:extLst>
          </p:cNvPr>
          <p:cNvSpPr>
            <a:spLocks xmlns:a="http://schemas.openxmlformats.org/drawingml/2006/main" noGrp="1"/>
          </p:cNvSpPr>
          <p:nvPr/>
        </p:nvSpPr>
        <p:spPr>
          <a:xfrm xmlns:a="http://schemas.openxmlformats.org/drawingml/2006/main">
            <a:off x="5924550" y="767715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425" b="1" i="0">
                <a:solidFill>
                  <a:srgbClr val="BF872B"/>
                </a:solidFill>
                <a:latin typeface="Noto Sans CJK TC"/>
                <a:ea typeface="Noto Sans CJK TC"/>
                <a:cs typeface="Noto Sans CJK TC"/>
              </a:defRPr>
            </a:pPr>
            <a:r>
              <a:rPr sz="1425" b="1" i="0">
                <a:solidFill>
                  <a:srgbClr val="BF872B"/>
                </a:solidFill>
                <a:latin typeface="Noto Sans CJK TC"/>
                <a:ea typeface="Noto Sans CJK TC"/>
                <a:cs typeface="Noto Sans CJK TC"/>
              </a:rPr>
              <a:t>固定 input：10 opponents × 3 maps × 2 sides = 180 matches</a:t>
            </a:r>
          </a:p>
        </p:txBody>
      </p:sp>
      <p:sp>
        <p:nvSpPr>
          <p:cNvPr id="29" name="balance-focus-8">
            <a:extLst xmlns:a="http://schemas.openxmlformats.org/drawingml/2006/main">
              <a:ext uri="{FF2B5EF4-FFF2-40B4-BE49-F238E27FC236}">
                <a16:creationId xmlns:a16="http://schemas.microsoft.com/office/drawing/2014/main" id="{677F8FEA-152B-433E-B4CB-4B3E46DFD944}"/>
              </a:ext>
            </a:extLst>
          </p:cNvPr>
          <p:cNvSpPr>
            <a:spLocks xmlns:a="http://schemas.openxmlformats.org/drawingml/2006/main" noGrp="1"/>
          </p:cNvSpPr>
          <p:nvPr/>
        </p:nvSpPr>
        <p:spPr>
          <a:xfrm xmlns:a="http://schemas.openxmlformats.org/drawingml/2006/main">
            <a:off x="11639550" y="2305050"/>
            <a:ext cx="58102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Improve defensive structures against rush strategies (lightrush, heavyrush, workerrush).</a:t>
            </a:r>
          </a:p>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Develop adaptive macro strategies to counter biased randomness (randombias).</a:t>
            </a:r>
          </a:p>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Enhance decision-making against versatile opponents (mayari, tma, coac).</a:t>
            </a:r>
          </a:p>
        </p:txBody>
      </p:sp>
      <p:sp>
        <p:nvSpPr>
          <p:cNvPr id="30" name="balance-policy-label-8">
            <a:extLst xmlns:a="http://schemas.openxmlformats.org/drawingml/2006/main">
              <a:ext uri="{FF2B5EF4-FFF2-40B4-BE49-F238E27FC236}">
                <a16:creationId xmlns:a16="http://schemas.microsoft.com/office/drawing/2014/main" id="{46442568-7534-4AEB-9E6B-01F61835058A}"/>
              </a:ext>
            </a:extLst>
          </p:cNvPr>
          <p:cNvSpPr>
            <a:spLocks xmlns:a="http://schemas.openxmlformats.org/drawingml/2006/main" noGrp="1"/>
          </p:cNvSpPr>
          <p:nvPr/>
        </p:nvSpPr>
        <p:spPr>
          <a:xfrm xmlns:a="http://schemas.openxmlformats.org/drawingml/2006/main">
            <a:off x="11639550" y="4000500"/>
            <a:ext cx="581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1" i="0">
                <a:solidFill>
                  <a:srgbClr val="BF872B"/>
                </a:solidFill>
                <a:latin typeface="Noto Serif CJK TC"/>
                <a:ea typeface="Noto Serif CJK TC"/>
                <a:cs typeface="Noto Serif CJK TC"/>
              </a:defRPr>
            </a:pPr>
            <a:r>
              <a:rPr sz="1725" b="1" i="0">
                <a:solidFill>
                  <a:srgbClr val="BF872B"/>
                </a:solidFill>
                <a:latin typeface="Noto Serif CJK TC"/>
                <a:ea typeface="Noto Serif CJK TC"/>
                <a:cs typeface="Noto Serif CJK TC"/>
              </a:rPr>
              <a:t>套用後 Policy（節錄）</a:t>
            </a:r>
          </a:p>
        </p:txBody>
      </p:sp>
      <p:sp>
        <p:nvSpPr>
          <p:cNvPr id="31" name="balance-policy-excerpt-8">
            <a:extLst xmlns:a="http://schemas.openxmlformats.org/drawingml/2006/main">
              <a:ext uri="{FF2B5EF4-FFF2-40B4-BE49-F238E27FC236}">
                <a16:creationId xmlns:a16="http://schemas.microsoft.com/office/drawing/2014/main" id="{F4D24D68-67B2-491A-8A02-8346403697DA}"/>
              </a:ext>
            </a:extLst>
          </p:cNvPr>
          <p:cNvSpPr>
            <a:spLocks xmlns:a="http://schemas.openxmlformats.org/drawingml/2006/main" noGrp="1"/>
          </p:cNvSpPr>
          <p:nvPr/>
        </p:nvSpPr>
        <p:spPr>
          <a:xfrm xmlns:a="http://schemas.openxmlformats.org/drawingml/2006/main">
            <a:off x="11639550" y="4400550"/>
            <a:ext cx="581025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Revised Strategy Prompt:</a:t>
            </a:r>
          </a:p>
          <a:p xmlns:a="http://schemas.openxmlformats.org/drawingml/2006/main">
            <a:pPr algn="l">
              <a:lnSpc>
                <a:spcPct val="108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Adopt a balanced defensive-adaptive macro strategy that prioritizes early defensive structures while dynamically countering opponent types.</a:t>
            </a:r>
          </a:p>
          <a:p xmlns:a="http://schemas.openxmlformats.org/drawingml/2006/main">
            <a:pPr algn="l">
              <a:lnSpc>
                <a:spcPct val="108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1. Defensive Foundation:</a:t>
            </a:r>
          </a:p>
          <a:p xmlns:a="http://schemas.openxmlformats.org/drawingml/2006/main">
            <a:pPr algn="l">
              <a:lnSpc>
                <a:spcPct val="108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   - Immediately construct Barracks and Armories at every Base to produce defensive units (e.g., Rangers, Swordsmen, or Siege Towers) as soon as resources allow. …</a:t>
            </a:r>
          </a:p>
        </p:txBody>
      </p:sp>
      <p:sp>
        <p:nvSpPr>
          <p:cNvPr id="32" name="balance-rule-delta-8">
            <a:extLst xmlns:a="http://schemas.openxmlformats.org/drawingml/2006/main">
              <a:ext uri="{FF2B5EF4-FFF2-40B4-BE49-F238E27FC236}">
                <a16:creationId xmlns:a16="http://schemas.microsoft.com/office/drawing/2014/main" id="{7219D06E-362E-45DD-BA15-13C556E8D7E6}"/>
              </a:ext>
            </a:extLst>
          </p:cNvPr>
          <p:cNvSpPr>
            <a:spLocks xmlns:a="http://schemas.openxmlformats.org/drawingml/2006/main" noGrp="1"/>
          </p:cNvSpPr>
          <p:nvPr/>
        </p:nvSpPr>
        <p:spPr>
          <a:xfrm xmlns:a="http://schemas.openxmlformats.org/drawingml/2006/main">
            <a:off x="11639550" y="6419850"/>
            <a:ext cx="581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i="0">
                <a:solidFill>
                  <a:srgbClr val="BF872B"/>
                </a:solidFill>
                <a:latin typeface="DejaVu Sans Mono"/>
                <a:ea typeface="DejaVu Sans Mono"/>
                <a:cs typeface="DejaVu Sans Mono"/>
              </a:defRPr>
            </a:pPr>
            <a:r>
              <a:rPr sz="1275" b="0" i="0">
                <a:solidFill>
                  <a:srgbClr val="BF872B"/>
                </a:solidFill>
                <a:latin typeface="DejaVu Sans Mono"/>
                <a:ea typeface="DejaVu Sans Mono"/>
                <a:cs typeface="DejaVu Sans Mono"/>
              </a:rPr>
              <a:t>Generation prompt delta</a:t>
            </a:r>
          </a:p>
          <a:p xmlns:a="http://schemas.openxmlformats.org/drawingml/2006/main">
            <a:pPr algn="l">
              <a:lnSpc>
                <a:spcPct val="104000"/>
              </a:lnSpc>
              <a:buNone/>
              <a:defRPr sz="1275" b="0" i="0">
                <a:solidFill>
                  <a:srgbClr val="BF872B"/>
                </a:solidFill>
                <a:latin typeface="DejaVu Sans Mono"/>
                <a:ea typeface="DejaVu Sans Mono"/>
                <a:cs typeface="DejaVu Sans Mono"/>
              </a:defRPr>
            </a:pPr>
            <a:r>
              <a:rPr sz="1275" b="0" i="0">
                <a:solidFill>
                  <a:srgbClr val="BF872B"/>
                </a:solidFill>
                <a:latin typeface="DejaVu Sans Mono"/>
                <a:ea typeface="DejaVu Sans Mono"/>
                <a:cs typeface="DejaVu Sans Mono"/>
              </a:rPr>
              <a:t>＋ [rule-ae13c2e37c03] policy_grounding | Enforce deterministic state transitions by grounding all unit actions in explicit API-allowed state checks and helper parameters.</a:t>
            </a:r>
          </a:p>
        </p:txBody>
      </p:sp>
      <p:sp>
        <p:nvSpPr>
          <p:cNvPr id="33" name="balance-output-note-8">
            <a:extLst xmlns:a="http://schemas.openxmlformats.org/drawingml/2006/main">
              <a:ext uri="{FF2B5EF4-FFF2-40B4-BE49-F238E27FC236}">
                <a16:creationId xmlns:a16="http://schemas.microsoft.com/office/drawing/2014/main" id="{D6A10DFD-EAE5-4336-8A18-659F336D45BA}"/>
              </a:ext>
            </a:extLst>
          </p:cNvPr>
          <p:cNvSpPr>
            <a:spLocks xmlns:a="http://schemas.openxmlformats.org/drawingml/2006/main" noGrp="1"/>
          </p:cNvSpPr>
          <p:nvPr/>
        </p:nvSpPr>
        <p:spPr>
          <a:xfrm xmlns:a="http://schemas.openxmlformats.org/drawingml/2006/main">
            <a:off x="11639550" y="7981950"/>
            <a:ext cx="581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275" b="0" i="1">
                <a:solidFill>
                  <a:srgbClr val="62606A"/>
                </a:solidFill>
                <a:latin typeface="Noto Sans CJK TC"/>
                <a:ea typeface="Noto Sans CJK TC"/>
                <a:cs typeface="Noto Sans CJK TC"/>
              </a:defRPr>
            </a:pPr>
            <a:r>
              <a:rPr sz="1275" b="0" i="1">
                <a:solidFill>
                  <a:srgbClr val="62606A"/>
                </a:solidFill>
                <a:latin typeface="Noto Sans CJK TC"/>
                <a:ea typeface="Noto Sans CJK TC"/>
                <a:cs typeface="Noto Sans CJK TC"/>
              </a:rPr>
              <a:t>完整原文與原始 response：Speaker Notes</a:t>
            </a:r>
          </a:p>
        </p:txBody>
      </p:sp>
      <p:sp>
        <p:nvSpPr>
          <p:cNvPr id="34" name="audit-strip-8">
            <a:extLst xmlns:a="http://schemas.openxmlformats.org/drawingml/2006/main">
              <a:ext uri="{FF2B5EF4-FFF2-40B4-BE49-F238E27FC236}">
                <a16:creationId xmlns:a16="http://schemas.microsoft.com/office/drawing/2014/main" id="{5FA7BF43-A96C-4ACB-A985-0A9D8454DEC2}"/>
              </a:ext>
            </a:extLst>
          </p:cNvPr>
          <p:cNvSpPr>
            <a:spLocks xmlns:a="http://schemas.openxmlformats.org/drawingml/2006/main" noGrp="1"/>
          </p:cNvSpPr>
          <p:nvPr/>
        </p:nvSpPr>
        <p:spPr>
          <a:xfrm xmlns:a="http://schemas.openxmlformats.org/drawingml/2006/main">
            <a:off x="857250" y="8477250"/>
            <a:ext cx="16573500" cy="1066800"/>
          </a:xfrm>
          <a:prstGeom xmlns:a="http://schemas.openxmlformats.org/drawingml/2006/main" prst="roundRect">
            <a:avLst>
              <a:gd name="adj" fmla="val 19643"/>
            </a:avLst>
          </a:prstGeom>
          <a:solidFill xmlns:a="http://schemas.openxmlformats.org/drawingml/2006/main">
            <a:srgbClr val="F6DCDD"/>
          </a:solidFill>
          <a:ln xmlns:a="http://schemas.openxmlformats.org/drawingml/2006/main" w="14288">
            <a:solidFill>
              <a:srgbClr val="9B3D49"/>
            </a:solidFill>
            <a:prstDash val="solid"/>
          </a:ln>
        </p:spPr>
      </p:sp>
      <p:sp>
        <p:nvSpPr>
          <p:cNvPr id="35" name="audit-scope-label-8">
            <a:extLst xmlns:a="http://schemas.openxmlformats.org/drawingml/2006/main">
              <a:ext uri="{FF2B5EF4-FFF2-40B4-BE49-F238E27FC236}">
                <a16:creationId xmlns:a16="http://schemas.microsoft.com/office/drawing/2014/main" id="{465DE0B6-A3EA-4503-BFC2-A83A5B224E61}"/>
              </a:ext>
            </a:extLst>
          </p:cNvPr>
          <p:cNvSpPr>
            <a:spLocks xmlns:a="http://schemas.openxmlformats.org/drawingml/2006/main" noGrp="1"/>
          </p:cNvSpPr>
          <p:nvPr/>
        </p:nvSpPr>
        <p:spPr>
          <a:xfrm xmlns:a="http://schemas.openxmlformats.org/drawingml/2006/main">
            <a:off x="1162050" y="86868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i="0">
                <a:solidFill>
                  <a:srgbClr val="9B3D49"/>
                </a:solidFill>
                <a:latin typeface="Noto Sans CJK TC"/>
                <a:ea typeface="Noto Sans CJK TC"/>
                <a:cs typeface="Noto Sans CJK TC"/>
              </a:defRPr>
            </a:pPr>
            <a:r>
              <a:rPr sz="1350" b="1" i="0">
                <a:solidFill>
                  <a:srgbClr val="9B3D49"/>
                </a:solidFill>
                <a:latin typeface="Noto Sans CJK TC"/>
                <a:ea typeface="Noto Sans CJK TC"/>
                <a:cs typeface="Noto Sans CJK TC"/>
              </a:rPr>
              <a:t>GENE SCOPE</a:t>
            </a:r>
          </a:p>
        </p:txBody>
      </p:sp>
      <p:sp>
        <p:nvSpPr>
          <p:cNvPr id="36" name="audit-scope-8">
            <a:extLst xmlns:a="http://schemas.openxmlformats.org/drawingml/2006/main">
              <a:ext uri="{FF2B5EF4-FFF2-40B4-BE49-F238E27FC236}">
                <a16:creationId xmlns:a16="http://schemas.microsoft.com/office/drawing/2014/main" id="{EB713074-C7E6-49DB-835E-891DAB438F15}"/>
              </a:ext>
            </a:extLst>
          </p:cNvPr>
          <p:cNvSpPr>
            <a:spLocks xmlns:a="http://schemas.openxmlformats.org/drawingml/2006/main" noGrp="1"/>
          </p:cNvSpPr>
          <p:nvPr/>
        </p:nvSpPr>
        <p:spPr>
          <a:xfrm xmlns:a="http://schemas.openxmlformats.org/drawingml/2006/main">
            <a:off x="1162050" y="8991600"/>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650" b="1" i="0">
                <a:solidFill>
                  <a:srgbClr val="431218"/>
                </a:solidFill>
                <a:latin typeface="Noto Sans CJK TC"/>
                <a:ea typeface="Noto Sans CJK TC"/>
                <a:cs typeface="Noto Sans CJK TC"/>
              </a:defRPr>
            </a:pPr>
            <a:r>
              <a:rPr sz="1650" b="1" i="0">
                <a:solidFill>
                  <a:srgbClr val="431218"/>
                </a:solidFill>
                <a:latin typeface="Noto Sans CJK TC"/>
                <a:ea typeface="Noto Sans CJK TC"/>
                <a:cs typeface="Noto Sans CJK TC"/>
              </a:rPr>
              <a:t>strategy_prompt + generation_prompt changed ｜ inherited_java unchanged</a:t>
            </a:r>
          </a:p>
        </p:txBody>
      </p:sp>
      <p:sp>
        <p:nvSpPr>
          <p:cNvPr id="37" name="audit-divider-8">
            <a:extLst xmlns:a="http://schemas.openxmlformats.org/drawingml/2006/main">
              <a:ext uri="{FF2B5EF4-FFF2-40B4-BE49-F238E27FC236}">
                <a16:creationId xmlns:a16="http://schemas.microsoft.com/office/drawing/2014/main" id="{F56F6963-49BD-48BA-9074-802D43EB8B22}"/>
              </a:ext>
            </a:extLst>
          </p:cNvPr>
          <p:cNvSpPr>
            <a:spLocks xmlns:a="http://schemas.openxmlformats.org/drawingml/2006/main" noGrp="1"/>
          </p:cNvSpPr>
          <p:nvPr/>
        </p:nvSpPr>
        <p:spPr>
          <a:xfrm xmlns:a="http://schemas.openxmlformats.org/drawingml/2006/main">
            <a:off x="7286625" y="8667750"/>
            <a:ext cx="0" cy="685800"/>
          </a:xfrm>
          <a:prstGeom xmlns:a="http://schemas.openxmlformats.org/drawingml/2006/main" prst="line">
            <a:avLst/>
          </a:prstGeom>
          <a:noFill xmlns:a="http://schemas.openxmlformats.org/drawingml/2006/main"/>
          <a:ln xmlns:a="http://schemas.openxmlformats.org/drawingml/2006/main" w="11430">
            <a:solidFill>
              <a:srgbClr val="9B3D49"/>
            </a:solidFill>
            <a:prstDash val="solid"/>
          </a:ln>
        </p:spPr>
      </p:sp>
      <p:sp>
        <p:nvSpPr>
          <p:cNvPr id="38" name="audit-review-label-8">
            <a:extLst xmlns:a="http://schemas.openxmlformats.org/drawingml/2006/main">
              <a:ext uri="{FF2B5EF4-FFF2-40B4-BE49-F238E27FC236}">
                <a16:creationId xmlns:a16="http://schemas.microsoft.com/office/drawing/2014/main" id="{A6F2E3A0-9F70-459A-887F-445D0D528134}"/>
              </a:ext>
            </a:extLst>
          </p:cNvPr>
          <p:cNvSpPr>
            <a:spLocks xmlns:a="http://schemas.openxmlformats.org/drawingml/2006/main" noGrp="1"/>
          </p:cNvSpPr>
          <p:nvPr/>
        </p:nvSpPr>
        <p:spPr>
          <a:xfrm xmlns:a="http://schemas.openxmlformats.org/drawingml/2006/main">
            <a:off x="7620000" y="86868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i="0">
                <a:solidFill>
                  <a:srgbClr val="9B3D49"/>
                </a:solidFill>
                <a:latin typeface="Noto Sans CJK TC"/>
                <a:ea typeface="Noto Sans CJK TC"/>
                <a:cs typeface="Noto Sans CJK TC"/>
              </a:defRPr>
            </a:pPr>
            <a:r>
              <a:rPr sz="1350" b="1" i="0">
                <a:solidFill>
                  <a:srgbClr val="9B3D49"/>
                </a:solidFill>
                <a:latin typeface="Noto Sans CJK TC"/>
                <a:ea typeface="Noto Sans CJK TC"/>
                <a:cs typeface="Noto Sans CJK TC"/>
              </a:rPr>
              <a:t>人工確認重點</a:t>
            </a:r>
          </a:p>
        </p:txBody>
      </p:sp>
      <p:sp>
        <p:nvSpPr>
          <p:cNvPr id="39" name="audit-review-8">
            <a:extLst xmlns:a="http://schemas.openxmlformats.org/drawingml/2006/main">
              <a:ext uri="{FF2B5EF4-FFF2-40B4-BE49-F238E27FC236}">
                <a16:creationId xmlns:a16="http://schemas.microsoft.com/office/drawing/2014/main" id="{63E5AC18-8F7A-48A0-BEB8-2A27F060D9F5}"/>
              </a:ext>
            </a:extLst>
          </p:cNvPr>
          <p:cNvSpPr>
            <a:spLocks xmlns:a="http://schemas.openxmlformats.org/drawingml/2006/main" noGrp="1"/>
          </p:cNvSpPr>
          <p:nvPr/>
        </p:nvSpPr>
        <p:spPr>
          <a:xfrm xmlns:a="http://schemas.openxmlformats.org/drawingml/2006/main">
            <a:off x="7620000" y="8991600"/>
            <a:ext cx="942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Armory、Ranger、Swordsman、Flyer、Wood/Metal、neutral trade 均非現有 MicroRTS contract。</a:t>
            </a:r>
          </a:p>
        </p:txBody>
      </p:sp>
    </p:spTree>
    <p:extLst>
      <p:ext uri="{BB962C8B-B14F-4D97-AF65-F5344CB8AC3E}">
        <p14:creationId xmlns:p14="http://schemas.microsoft.com/office/powerpoint/2010/main" val="1464629603"/>
      </p:ext>
    </p:extLst>
  </p:cSld>
</p:sld>
</file>

<file path=ppt/slides/slide9.xml><?xml version="1.0" encoding="utf-8"?>
<p:sld xmlns:p="http://schemas.openxmlformats.org/presentationml/2006/main">
  <p:cSld>
    <p:bg>
      <p:bgPr>
        <a:solidFill xmlns:a="http://schemas.openxmlformats.org/drawingml/2006/main">
          <a:srgbClr val="FFF9F3"/>
        </a:solidFill>
      </p:bgPr>
    </p:bg>
    <p:spTree>
      <p:nvGrpSpPr>
        <p:cNvPr id="1" name=""/>
        <p:cNvGrpSpPr/>
        <p:nvPr/>
      </p:nvGrpSpPr>
      <p:grpSpPr>
        <a:xfrm xmlns:a="http://schemas.openxmlformats.org/drawingml/2006/main"/>
      </p:grpSpPr>
      <p:sp>
        <p:nvSpPr>
          <p:cNvPr id="40" name="top-rule-9">
            <a:extLst xmlns:a="http://schemas.openxmlformats.org/drawingml/2006/main">
              <a:ext uri="{FF2B5EF4-FFF2-40B4-BE49-F238E27FC236}">
                <a16:creationId xmlns:a16="http://schemas.microsoft.com/office/drawing/2014/main" id="{BFBF0D65-785D-4DD6-9C17-366F16722FC3}"/>
              </a:ext>
            </a:extLst>
          </p:cNvPr>
          <p:cNvSpPr>
            <a:spLocks xmlns:a="http://schemas.openxmlformats.org/drawingml/2006/main" noGrp="1"/>
          </p:cNvSpPr>
          <p:nvPr/>
        </p:nvSpPr>
        <p:spPr>
          <a:xfrm xmlns:a="http://schemas.openxmlformats.org/drawingml/2006/main">
            <a:off x="76200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2" name="top-rule-right-9">
            <a:extLst xmlns:a="http://schemas.openxmlformats.org/drawingml/2006/main">
              <a:ext uri="{FF2B5EF4-FFF2-40B4-BE49-F238E27FC236}">
                <a16:creationId xmlns:a16="http://schemas.microsoft.com/office/drawing/2014/main" id="{A27DCE0E-EF91-4D6C-9467-64BAF1A903DF}"/>
              </a:ext>
            </a:extLst>
          </p:cNvPr>
          <p:cNvSpPr>
            <a:spLocks xmlns:a="http://schemas.openxmlformats.org/drawingml/2006/main" noGrp="1"/>
          </p:cNvSpPr>
          <p:nvPr/>
        </p:nvSpPr>
        <p:spPr>
          <a:xfrm xmlns:a="http://schemas.openxmlformats.org/drawingml/2006/main">
            <a:off x="12668250" y="323850"/>
            <a:ext cx="4857750" cy="0"/>
          </a:xfrm>
          <a:prstGeom xmlns:a="http://schemas.openxmlformats.org/drawingml/2006/main" prst="line">
            <a:avLst/>
          </a:prstGeom>
          <a:noFill xmlns:a="http://schemas.openxmlformats.org/drawingml/2006/main"/>
          <a:ln xmlns:a="http://schemas.openxmlformats.org/drawingml/2006/main" w="19050">
            <a:solidFill>
              <a:srgbClr val="E36B78"/>
            </a:solidFill>
            <a:prstDash val="solid"/>
          </a:ln>
        </p:spPr>
      </p:sp>
      <p:sp>
        <p:nvSpPr>
          <p:cNvPr id="3" name="top-diamond-a-9">
            <a:extLst xmlns:a="http://schemas.openxmlformats.org/drawingml/2006/main">
              <a:ext uri="{FF2B5EF4-FFF2-40B4-BE49-F238E27FC236}">
                <a16:creationId xmlns:a16="http://schemas.microsoft.com/office/drawing/2014/main" id="{A29F9FA9-372A-4B44-863A-4326B5FAE195}"/>
              </a:ext>
            </a:extLst>
          </p:cNvPr>
          <p:cNvSpPr>
            <a:spLocks xmlns:a="http://schemas.openxmlformats.org/drawingml/2006/main" noGrp="1"/>
          </p:cNvSpPr>
          <p:nvPr/>
        </p:nvSpPr>
        <p:spPr>
          <a:xfrm xmlns:a="http://schemas.openxmlformats.org/drawingml/2006/main" rot="2700000">
            <a:off x="9010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4" name="top-diamond-b-9">
            <a:extLst xmlns:a="http://schemas.openxmlformats.org/drawingml/2006/main">
              <a:ext uri="{FF2B5EF4-FFF2-40B4-BE49-F238E27FC236}">
                <a16:creationId xmlns:a16="http://schemas.microsoft.com/office/drawing/2014/main" id="{43E8A78E-5B43-446B-AE6D-326F806E4581}"/>
              </a:ext>
            </a:extLst>
          </p:cNvPr>
          <p:cNvSpPr>
            <a:spLocks xmlns:a="http://schemas.openxmlformats.org/drawingml/2006/main" noGrp="1"/>
          </p:cNvSpPr>
          <p:nvPr/>
        </p:nvSpPr>
        <p:spPr>
          <a:xfrm xmlns:a="http://schemas.openxmlformats.org/drawingml/2006/main" rot="2700000">
            <a:off x="9201150" y="257175"/>
            <a:ext cx="114300" cy="114300"/>
          </a:xfrm>
          <a:prstGeom xmlns:a="http://schemas.openxmlformats.org/drawingml/2006/main" prst="rect">
            <a:avLst/>
          </a:prstGeom>
          <a:solidFill xmlns:a="http://schemas.openxmlformats.org/drawingml/2006/main">
            <a:srgbClr val="F8D8D8"/>
          </a:solidFill>
          <a:ln xmlns:a="http://schemas.openxmlformats.org/drawingml/2006/main" w="0">
            <a:noFill/>
            <a:prstDash val="solid"/>
          </a:ln>
        </p:spPr>
      </p:sp>
      <p:sp>
        <p:nvSpPr>
          <p:cNvPr id="5" name="top-diamond-c-9">
            <a:extLst xmlns:a="http://schemas.openxmlformats.org/drawingml/2006/main">
              <a:ext uri="{FF2B5EF4-FFF2-40B4-BE49-F238E27FC236}">
                <a16:creationId xmlns:a16="http://schemas.microsoft.com/office/drawing/2014/main" id="{EF350EB6-B763-477D-937D-242838BA7889}"/>
              </a:ext>
            </a:extLst>
          </p:cNvPr>
          <p:cNvSpPr>
            <a:spLocks xmlns:a="http://schemas.openxmlformats.org/drawingml/2006/main" noGrp="1"/>
          </p:cNvSpPr>
          <p:nvPr/>
        </p:nvSpPr>
        <p:spPr>
          <a:xfrm xmlns:a="http://schemas.openxmlformats.org/drawingml/2006/main" rot="2700000">
            <a:off x="9391650" y="257175"/>
            <a:ext cx="114300" cy="114300"/>
          </a:xfrm>
          <a:prstGeom xmlns:a="http://schemas.openxmlformats.org/drawingml/2006/main" prst="rect">
            <a:avLst/>
          </a:prstGeom>
          <a:solidFill xmlns:a="http://schemas.openxmlformats.org/drawingml/2006/main">
            <a:srgbClr val="E36B78"/>
          </a:solidFill>
          <a:ln xmlns:a="http://schemas.openxmlformats.org/drawingml/2006/main" w="0">
            <a:noFill/>
            <a:prstDash val="solid"/>
          </a:ln>
        </p:spPr>
      </p:sp>
      <p:sp>
        <p:nvSpPr>
          <p:cNvPr id="6" name="section-circle-9">
            <a:extLst xmlns:a="http://schemas.openxmlformats.org/drawingml/2006/main">
              <a:ext uri="{FF2B5EF4-FFF2-40B4-BE49-F238E27FC236}">
                <a16:creationId xmlns:a16="http://schemas.microsoft.com/office/drawing/2014/main" id="{DD16F968-E17B-464E-9F17-3B32D62CEBCB}"/>
              </a:ext>
            </a:extLst>
          </p:cNvPr>
          <p:cNvSpPr>
            <a:spLocks xmlns:a="http://schemas.openxmlformats.org/drawingml/2006/main" noGrp="1"/>
          </p:cNvSpPr>
          <p:nvPr/>
        </p:nvSpPr>
        <p:spPr>
          <a:xfrm xmlns:a="http://schemas.openxmlformats.org/drawingml/2006/main">
            <a:off x="742950" y="552450"/>
            <a:ext cx="685800" cy="685800"/>
          </a:xfrm>
          <a:prstGeom xmlns:a="http://schemas.openxmlformats.org/drawingml/2006/main" prst="ellipse">
            <a:avLst/>
          </a:prstGeom>
          <a:solidFill xmlns:a="http://schemas.openxmlformats.org/drawingml/2006/main">
            <a:srgbClr val="E36B78"/>
          </a:solidFill>
          <a:ln xmlns:a="http://schemas.openxmlformats.org/drawingml/2006/main" w="9525">
            <a:solidFill>
              <a:srgbClr val="E36B78"/>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2100" b="1">
                <a:solidFill>
                  <a:srgbClr val="FFFDF9"/>
                </a:solidFill>
                <a:latin typeface="Noto Serif CJK TC"/>
                <a:ea typeface="Noto Serif CJK TC"/>
                <a:cs typeface="Noto Serif CJK TC"/>
              </a:defRPr>
            </a:pPr>
            <a:r>
              <a:rPr sz="2100" b="1">
                <a:solidFill>
                  <a:srgbClr val="FFFDF9"/>
                </a:solidFill>
                <a:latin typeface="Noto Serif CJK TC"/>
                <a:ea typeface="Noto Serif CJK TC"/>
                <a:cs typeface="Noto Serif CJK TC"/>
              </a:rPr>
              <a:t>B3</a:t>
            </a:r>
          </a:p>
        </p:txBody>
      </p:sp>
      <p:sp>
        <p:nvSpPr>
          <p:cNvPr id="7" name="status-9">
            <a:extLst xmlns:a="http://schemas.openxmlformats.org/drawingml/2006/main">
              <a:ext uri="{FF2B5EF4-FFF2-40B4-BE49-F238E27FC236}">
                <a16:creationId xmlns:a16="http://schemas.microsoft.com/office/drawing/2014/main" id="{A6C25745-C34C-4C6A-BF39-00F65612D474}"/>
              </a:ext>
            </a:extLst>
          </p:cNvPr>
          <p:cNvSpPr>
            <a:spLocks xmlns:a="http://schemas.openxmlformats.org/drawingml/2006/main" noGrp="1"/>
          </p:cNvSpPr>
          <p:nvPr/>
        </p:nvSpPr>
        <p:spPr>
          <a:xfrm xmlns:a="http://schemas.openxmlformats.org/drawingml/2006/main">
            <a:off x="13811250" y="628650"/>
            <a:ext cx="3714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r">
              <a:lnSpc>
                <a:spcPct val="110000"/>
              </a:lnSpc>
              <a:buNone/>
              <a:defRPr sz="1650" b="1" i="0">
                <a:solidFill>
                  <a:srgbClr val="47795C"/>
                </a:solidFill>
                <a:latin typeface="Noto Sans CJK TC"/>
                <a:ea typeface="Noto Sans CJK TC"/>
                <a:cs typeface="Noto Sans CJK TC"/>
              </a:defRPr>
            </a:pPr>
            <a:r>
              <a:rPr sz="1650" b="1" i="0">
                <a:solidFill>
                  <a:srgbClr val="47795C"/>
                </a:solidFill>
                <a:latin typeface="Noto Sans CJK TC"/>
                <a:ea typeface="Noto Sans CJK TC"/>
                <a:cs typeface="Noto Sans CJK TC"/>
              </a:rPr>
              <a:t>APPLIED · reflection 1 / rewrites 2</a:t>
            </a:r>
          </a:p>
        </p:txBody>
      </p:sp>
      <p:sp>
        <p:nvSpPr>
          <p:cNvPr id="8" name="col-rule-a-9">
            <a:extLst xmlns:a="http://schemas.openxmlformats.org/drawingml/2006/main">
              <a:ext uri="{FF2B5EF4-FFF2-40B4-BE49-F238E27FC236}">
                <a16:creationId xmlns:a16="http://schemas.microsoft.com/office/drawing/2014/main" id="{4E9B39A8-DC4A-4155-9677-FDF6DE2848C8}"/>
              </a:ext>
            </a:extLst>
          </p:cNvPr>
          <p:cNvSpPr>
            <a:spLocks xmlns:a="http://schemas.openxmlformats.org/drawingml/2006/main" noGrp="1"/>
          </p:cNvSpPr>
          <p:nvPr/>
        </p:nvSpPr>
        <p:spPr>
          <a:xfrm xmlns:a="http://schemas.openxmlformats.org/drawingml/2006/main">
            <a:off x="5638800" y="1943100"/>
            <a:ext cx="0" cy="619125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9" name="col-rule-b-9">
            <a:extLst xmlns:a="http://schemas.openxmlformats.org/drawingml/2006/main">
              <a:ext uri="{FF2B5EF4-FFF2-40B4-BE49-F238E27FC236}">
                <a16:creationId xmlns:a16="http://schemas.microsoft.com/office/drawing/2014/main" id="{9A52A73B-CF6D-403C-A7D9-5523E1E802A9}"/>
              </a:ext>
            </a:extLst>
          </p:cNvPr>
          <p:cNvSpPr>
            <a:spLocks xmlns:a="http://schemas.openxmlformats.org/drawingml/2006/main" noGrp="1"/>
          </p:cNvSpPr>
          <p:nvPr/>
        </p:nvSpPr>
        <p:spPr>
          <a:xfrm xmlns:a="http://schemas.openxmlformats.org/drawingml/2006/main">
            <a:off x="11353800" y="1943100"/>
            <a:ext cx="0" cy="6191250"/>
          </a:xfrm>
          <a:prstGeom xmlns:a="http://schemas.openxmlformats.org/drawingml/2006/main" prst="line">
            <a:avLst/>
          </a:prstGeom>
          <a:noFill xmlns:a="http://schemas.openxmlformats.org/drawingml/2006/main"/>
          <a:ln xmlns:a="http://schemas.openxmlformats.org/drawingml/2006/main" w="14288">
            <a:solidFill>
              <a:srgbClr val="E7B9B5"/>
            </a:solidFill>
            <a:prstDash val="solid"/>
          </a:ln>
        </p:spPr>
      </p:sp>
      <p:sp>
        <p:nvSpPr>
          <p:cNvPr id="10" name="flow-a-9">
            <a:extLst xmlns:a="http://schemas.openxmlformats.org/drawingml/2006/main">
              <a:ext uri="{FF2B5EF4-FFF2-40B4-BE49-F238E27FC236}">
                <a16:creationId xmlns:a16="http://schemas.microsoft.com/office/drawing/2014/main" id="{C6C96145-468B-44BF-BF27-EB0384A1E53E}"/>
              </a:ext>
            </a:extLst>
          </p:cNvPr>
          <p:cNvSpPr>
            <a:spLocks xmlns:a="http://schemas.openxmlformats.org/drawingml/2006/main" noGrp="1"/>
          </p:cNvSpPr>
          <p:nvPr/>
        </p:nvSpPr>
        <p:spPr>
          <a:xfrm xmlns:a="http://schemas.openxmlformats.org/drawingml/2006/main">
            <a:off x="5467350" y="1638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2175" b="1" i="0">
                <a:solidFill>
                  <a:srgbClr val="BF872B"/>
                </a:solidFill>
                <a:latin typeface="Noto Sans CJK TC"/>
                <a:ea typeface="Noto Sans CJK TC"/>
                <a:cs typeface="Noto Sans CJK TC"/>
              </a:defRPr>
            </a:pPr>
            <a:r>
              <a:rPr sz="2175" b="1" i="0">
                <a:solidFill>
                  <a:srgbClr val="BF872B"/>
                </a:solidFill>
                <a:latin typeface="Noto Sans CJK TC"/>
                <a:ea typeface="Noto Sans CJK TC"/>
                <a:cs typeface="Noto Sans CJK TC"/>
              </a:rPr>
              <a:t>→</a:t>
            </a:r>
          </a:p>
        </p:txBody>
      </p:sp>
      <p:sp>
        <p:nvSpPr>
          <p:cNvPr id="11" name="flow-b-9">
            <a:extLst xmlns:a="http://schemas.openxmlformats.org/drawingml/2006/main">
              <a:ext uri="{FF2B5EF4-FFF2-40B4-BE49-F238E27FC236}">
                <a16:creationId xmlns:a16="http://schemas.microsoft.com/office/drawing/2014/main" id="{65C9DB79-6021-4C15-8AB0-7B5827F3FADE}"/>
              </a:ext>
            </a:extLst>
          </p:cNvPr>
          <p:cNvSpPr>
            <a:spLocks xmlns:a="http://schemas.openxmlformats.org/drawingml/2006/main" noGrp="1"/>
          </p:cNvSpPr>
          <p:nvPr/>
        </p:nvSpPr>
        <p:spPr>
          <a:xfrm xmlns:a="http://schemas.openxmlformats.org/drawingml/2006/main">
            <a:off x="11182350" y="1638300"/>
            <a:ext cx="400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2175" b="1" i="0">
                <a:solidFill>
                  <a:srgbClr val="BF872B"/>
                </a:solidFill>
                <a:latin typeface="Noto Sans CJK TC"/>
                <a:ea typeface="Noto Sans CJK TC"/>
                <a:cs typeface="Noto Sans CJK TC"/>
              </a:defRPr>
            </a:pPr>
            <a:r>
              <a:rPr sz="2175" b="1" i="0">
                <a:solidFill>
                  <a:srgbClr val="BF872B"/>
                </a:solidFill>
                <a:latin typeface="Noto Sans CJK TC"/>
                <a:ea typeface="Noto Sans CJK TC"/>
                <a:cs typeface="Noto Sans CJK TC"/>
              </a:rPr>
              <a:t>→</a:t>
            </a:r>
          </a:p>
        </p:txBody>
      </p:sp>
      <p:sp>
        <p:nvSpPr>
          <p:cNvPr id="12" name="bottom-rule-9">
            <a:extLst xmlns:a="http://schemas.openxmlformats.org/drawingml/2006/main">
              <a:ext uri="{FF2B5EF4-FFF2-40B4-BE49-F238E27FC236}">
                <a16:creationId xmlns:a16="http://schemas.microsoft.com/office/drawing/2014/main" id="{4153A287-C71C-44E5-8D44-6AA4A1BCBC6F}"/>
              </a:ext>
            </a:extLst>
          </p:cNvPr>
          <p:cNvSpPr>
            <a:spLocks xmlns:a="http://schemas.openxmlformats.org/drawingml/2006/main" noGrp="1"/>
          </p:cNvSpPr>
          <p:nvPr/>
        </p:nvSpPr>
        <p:spPr>
          <a:xfrm xmlns:a="http://schemas.openxmlformats.org/drawingml/2006/main">
            <a:off x="762000" y="9763125"/>
            <a:ext cx="1676400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13" name="page-9">
            <a:extLst xmlns:a="http://schemas.openxmlformats.org/drawingml/2006/main">
              <a:ext uri="{FF2B5EF4-FFF2-40B4-BE49-F238E27FC236}">
                <a16:creationId xmlns:a16="http://schemas.microsoft.com/office/drawing/2014/main" id="{2B02845A-607D-45D6-9133-4A39F8BBC5C2}"/>
              </a:ext>
            </a:extLst>
          </p:cNvPr>
          <p:cNvSpPr>
            <a:spLocks xmlns:a="http://schemas.openxmlformats.org/drawingml/2006/main" noGrp="1"/>
          </p:cNvSpPr>
          <p:nvPr/>
        </p:nvSpPr>
        <p:spPr>
          <a:xfrm xmlns:a="http://schemas.openxmlformats.org/drawingml/2006/main">
            <a:off x="16383000" y="985837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275" b="0" i="0">
                <a:solidFill>
                  <a:srgbClr val="62606A"/>
                </a:solidFill>
                <a:latin typeface="Noto Sans CJK TC"/>
                <a:ea typeface="Noto Sans CJK TC"/>
                <a:cs typeface="Noto Sans CJK TC"/>
              </a:defRPr>
            </a:pPr>
            <a:r>
              <a:rPr sz="1275" b="0" i="0">
                <a:solidFill>
                  <a:srgbClr val="62606A"/>
                </a:solidFill>
                <a:latin typeface="Noto Sans CJK TC"/>
                <a:ea typeface="Noto Sans CJK TC"/>
                <a:cs typeface="Noto Sans CJK TC"/>
              </a:rPr>
              <a:t>09 / 09</a:t>
            </a:r>
          </a:p>
        </p:txBody>
      </p:sp>
      <p:sp>
        <p:nvSpPr>
          <p:cNvPr id="14" name="title-9">
            <a:extLst xmlns:a="http://schemas.openxmlformats.org/drawingml/2006/main">
              <a:ext uri="{FF2B5EF4-FFF2-40B4-BE49-F238E27FC236}">
                <a16:creationId xmlns:a16="http://schemas.microsoft.com/office/drawing/2014/main" id="{7155A6C7-73C9-429C-BBA4-C2E95A3FFC20}"/>
              </a:ext>
            </a:extLst>
          </p:cNvPr>
          <p:cNvSpPr>
            <a:spLocks xmlns:a="http://schemas.openxmlformats.org/drawingml/2006/main" noGrp="1"/>
          </p:cNvSpPr>
          <p:nvPr/>
        </p:nvSpPr>
        <p:spPr>
          <a:xfrm xmlns:a="http://schemas.openxmlformats.org/drawingml/2006/main">
            <a:off x="1676400" y="476250"/>
            <a:ext cx="116205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4200" b="1" i="0">
                <a:solidFill>
                  <a:srgbClr val="431218"/>
                </a:solidFill>
                <a:latin typeface="Noto Serif CJK TC"/>
                <a:ea typeface="Noto Serif CJK TC"/>
                <a:cs typeface="Noto Serif CJK TC"/>
              </a:defRPr>
            </a:pPr>
            <a:r>
              <a:rPr sz="4200" b="1" i="0">
                <a:solidFill>
                  <a:srgbClr val="431218"/>
                </a:solidFill>
                <a:latin typeface="Noto Serif CJK TC"/>
                <a:ea typeface="Noto Serif CJK TC"/>
                <a:cs typeface="Noto Serif CJK TC"/>
              </a:rPr>
              <a:t>Balance 3｜Marines＋Siege Tanks hybrid</a:t>
            </a:r>
          </a:p>
        </p:txBody>
      </p:sp>
      <p:sp>
        <p:nvSpPr>
          <p:cNvPr id="15" name="subtitle-9">
            <a:extLst xmlns:a="http://schemas.openxmlformats.org/drawingml/2006/main">
              <a:ext uri="{FF2B5EF4-FFF2-40B4-BE49-F238E27FC236}">
                <a16:creationId xmlns:a16="http://schemas.microsoft.com/office/drawing/2014/main" id="{7310478C-8D56-4EDC-A8E4-2C09ED4CFA62}"/>
              </a:ext>
            </a:extLst>
          </p:cNvPr>
          <p:cNvSpPr>
            <a:spLocks xmlns:a="http://schemas.openxmlformats.org/drawingml/2006/main" noGrp="1"/>
          </p:cNvSpPr>
          <p:nvPr/>
        </p:nvSpPr>
        <p:spPr>
          <a:xfrm xmlns:a="http://schemas.openxmlformats.org/drawingml/2006/main">
            <a:off x="1695450" y="1123950"/>
            <a:ext cx="1428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0" i="1">
                <a:solidFill>
                  <a:srgbClr val="62606A"/>
                </a:solidFill>
                <a:latin typeface="Noto Serif CJK TC"/>
                <a:ea typeface="Noto Serif CJK TC"/>
                <a:cs typeface="Noto Serif CJK TC"/>
              </a:defRPr>
            </a:pPr>
            <a:r>
              <a:rPr sz="1725" b="0" i="1">
                <a:solidFill>
                  <a:srgbClr val="62606A"/>
                </a:solidFill>
                <a:latin typeface="Noto Serif CJK TC"/>
                <a:ea typeface="Noto Serif CJK TC"/>
                <a:cs typeface="Noto Serif CJK TC"/>
              </a:rPr>
              <a:t>相同 input；第三次生成 StarCraft 式兵種、300-unit 距離與 reinforcement learning</a:t>
            </a:r>
          </a:p>
        </p:txBody>
      </p:sp>
      <p:sp>
        <p:nvSpPr>
          <p:cNvPr id="16" name="column-heading-9-0">
            <a:extLst xmlns:a="http://schemas.openxmlformats.org/drawingml/2006/main">
              <a:ext uri="{FF2B5EF4-FFF2-40B4-BE49-F238E27FC236}">
                <a16:creationId xmlns:a16="http://schemas.microsoft.com/office/drawing/2014/main" id="{01B301F1-ECC5-427E-B974-C3638DD809B5}"/>
              </a:ext>
            </a:extLst>
          </p:cNvPr>
          <p:cNvSpPr>
            <a:spLocks xmlns:a="http://schemas.openxmlformats.org/drawingml/2006/main" noGrp="1"/>
          </p:cNvSpPr>
          <p:nvPr/>
        </p:nvSpPr>
        <p:spPr>
          <a:xfrm xmlns:a="http://schemas.openxmlformats.org/drawingml/2006/main">
            <a:off x="857250" y="1657350"/>
            <a:ext cx="447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原始 Policy</a:t>
            </a:r>
          </a:p>
        </p:txBody>
      </p:sp>
      <p:sp>
        <p:nvSpPr>
          <p:cNvPr id="17" name="column-rule-9-0">
            <a:extLst xmlns:a="http://schemas.openxmlformats.org/drawingml/2006/main">
              <a:ext uri="{FF2B5EF4-FFF2-40B4-BE49-F238E27FC236}">
                <a16:creationId xmlns:a16="http://schemas.microsoft.com/office/drawing/2014/main" id="{873365B8-4F5D-45D2-A9F2-B03FBC014458}"/>
              </a:ext>
            </a:extLst>
          </p:cNvPr>
          <p:cNvSpPr>
            <a:spLocks xmlns:a="http://schemas.openxmlformats.org/drawingml/2006/main" noGrp="1"/>
          </p:cNvSpPr>
          <p:nvPr/>
        </p:nvSpPr>
        <p:spPr>
          <a:xfrm xmlns:a="http://schemas.openxmlformats.org/drawingml/2006/main">
            <a:off x="857250" y="2057400"/>
            <a:ext cx="447675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18" name="column-heading-9-1">
            <a:extLst xmlns:a="http://schemas.openxmlformats.org/drawingml/2006/main">
              <a:ext uri="{FF2B5EF4-FFF2-40B4-BE49-F238E27FC236}">
                <a16:creationId xmlns:a16="http://schemas.microsoft.com/office/drawing/2014/main" id="{6B7C6F71-6174-4B39-87B7-06A099AE68B9}"/>
              </a:ext>
            </a:extLst>
          </p:cNvPr>
          <p:cNvSpPr>
            <a:spLocks xmlns:a="http://schemas.openxmlformats.org/drawingml/2006/main" noGrp="1"/>
          </p:cNvSpPr>
          <p:nvPr/>
        </p:nvSpPr>
        <p:spPr>
          <a:xfrm xmlns:a="http://schemas.openxmlformats.org/drawingml/2006/main">
            <a:off x="5924550" y="1657350"/>
            <a:ext cx="5143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送進 Reflection 的內容</a:t>
            </a:r>
          </a:p>
        </p:txBody>
      </p:sp>
      <p:sp>
        <p:nvSpPr>
          <p:cNvPr id="19" name="column-rule-9-1">
            <a:extLst xmlns:a="http://schemas.openxmlformats.org/drawingml/2006/main">
              <a:ext uri="{FF2B5EF4-FFF2-40B4-BE49-F238E27FC236}">
                <a16:creationId xmlns:a16="http://schemas.microsoft.com/office/drawing/2014/main" id="{87E47C0B-2082-4D30-A2E1-172BEE45CBBF}"/>
              </a:ext>
            </a:extLst>
          </p:cNvPr>
          <p:cNvSpPr>
            <a:spLocks xmlns:a="http://schemas.openxmlformats.org/drawingml/2006/main" noGrp="1"/>
          </p:cNvSpPr>
          <p:nvPr/>
        </p:nvSpPr>
        <p:spPr>
          <a:xfrm xmlns:a="http://schemas.openxmlformats.org/drawingml/2006/main">
            <a:off x="5924550" y="2057400"/>
            <a:ext cx="514350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20" name="column-heading-9-2">
            <a:extLst xmlns:a="http://schemas.openxmlformats.org/drawingml/2006/main">
              <a:ext uri="{FF2B5EF4-FFF2-40B4-BE49-F238E27FC236}">
                <a16:creationId xmlns:a16="http://schemas.microsoft.com/office/drawing/2014/main" id="{3B061C17-255C-4214-A311-83F933D21F6C}"/>
              </a:ext>
            </a:extLst>
          </p:cNvPr>
          <p:cNvSpPr>
            <a:spLocks xmlns:a="http://schemas.openxmlformats.org/drawingml/2006/main" noGrp="1"/>
          </p:cNvSpPr>
          <p:nvPr/>
        </p:nvSpPr>
        <p:spPr>
          <a:xfrm xmlns:a="http://schemas.openxmlformats.org/drawingml/2006/main">
            <a:off x="11639550" y="1657350"/>
            <a:ext cx="5810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2100" b="1" i="0">
                <a:solidFill>
                  <a:srgbClr val="B95160"/>
                </a:solidFill>
                <a:latin typeface="Noto Serif CJK TC"/>
                <a:ea typeface="Noto Serif CJK TC"/>
                <a:cs typeface="Noto Serif CJK TC"/>
              </a:defRPr>
            </a:pPr>
            <a:r>
              <a:rPr sz="2100" b="1" i="0">
                <a:solidFill>
                  <a:srgbClr val="B95160"/>
                </a:solidFill>
                <a:latin typeface="Noto Serif CJK TC"/>
                <a:ea typeface="Noto Serif CJK TC"/>
                <a:cs typeface="Noto Serif CJK TC"/>
              </a:rPr>
              <a:t>Reflection 後／實際套用</a:t>
            </a:r>
          </a:p>
        </p:txBody>
      </p:sp>
      <p:sp>
        <p:nvSpPr>
          <p:cNvPr id="21" name="column-rule-9-2">
            <a:extLst xmlns:a="http://schemas.openxmlformats.org/drawingml/2006/main">
              <a:ext uri="{FF2B5EF4-FFF2-40B4-BE49-F238E27FC236}">
                <a16:creationId xmlns:a16="http://schemas.microsoft.com/office/drawing/2014/main" id="{8431632B-D585-4865-9D5F-65C24551B0C1}"/>
              </a:ext>
            </a:extLst>
          </p:cNvPr>
          <p:cNvSpPr>
            <a:spLocks xmlns:a="http://schemas.openxmlformats.org/drawingml/2006/main" noGrp="1"/>
          </p:cNvSpPr>
          <p:nvPr/>
        </p:nvSpPr>
        <p:spPr>
          <a:xfrm xmlns:a="http://schemas.openxmlformats.org/drawingml/2006/main">
            <a:off x="11639550" y="2057400"/>
            <a:ext cx="5810250" cy="0"/>
          </a:xfrm>
          <a:prstGeom xmlns:a="http://schemas.openxmlformats.org/drawingml/2006/main" prst="line">
            <a:avLst/>
          </a:prstGeom>
          <a:noFill xmlns:a="http://schemas.openxmlformats.org/drawingml/2006/main"/>
          <a:ln xmlns:a="http://schemas.openxmlformats.org/drawingml/2006/main" w="14288">
            <a:solidFill>
              <a:srgbClr val="E36B78"/>
            </a:solidFill>
            <a:prstDash val="solid"/>
          </a:ln>
        </p:spPr>
      </p:sp>
      <p:sp>
        <p:nvSpPr>
          <p:cNvPr id="22" name="original-policy-9">
            <a:extLst xmlns:a="http://schemas.openxmlformats.org/drawingml/2006/main">
              <a:ext uri="{FF2B5EF4-FFF2-40B4-BE49-F238E27FC236}">
                <a16:creationId xmlns:a16="http://schemas.microsoft.com/office/drawing/2014/main" id="{6C4A523C-89A0-4041-B0C1-A4C56FBD804E}"/>
              </a:ext>
            </a:extLst>
          </p:cNvPr>
          <p:cNvSpPr>
            <a:spLocks xmlns:a="http://schemas.openxmlformats.org/drawingml/2006/main" noGrp="1"/>
          </p:cNvSpPr>
          <p:nvPr/>
        </p:nvSpPr>
        <p:spPr>
          <a:xfrm xmlns:a="http://schemas.openxmlformats.org/drawingml/2006/main">
            <a:off x="857250" y="2305050"/>
            <a:ext cx="4476750" cy="476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6000"/>
              </a:lnSpc>
              <a:buNone/>
              <a:defRPr sz="1650" b="0" i="0">
                <a:solidFill>
                  <a:srgbClr val="25252A"/>
                </a:solidFill>
                <a:latin typeface="Noto Serif CJK TC"/>
                <a:ea typeface="Noto Serif CJK TC"/>
                <a:cs typeface="Noto Serif CJK TC"/>
              </a:defRPr>
            </a:pPr>
            <a:r>
              <a:rPr sz="1650" b="0" i="0">
                <a:solidFill>
                  <a:srgbClr val="25252A"/>
                </a:solidFill>
                <a:latin typeface="Noto Serif CJK TC"/>
                <a:ea typeface="Noto Serif CJK TC"/>
                <a:cs typeface="Noto Serif CJK TC"/>
              </a:rPr>
              <a:t>Use a continuous Worker-rush policy.</a:t>
            </a:r>
          </a:p>
          <a:p xmlns:a="http://schemas.openxmlformats.org/drawingml/2006/main">
            <a:r>
              <a:t/>
            </a:r>
          </a:p>
          <a:p xmlns:a="http://schemas.openxmlformats.org/drawingml/2006/main">
            <a:pPr algn="l">
              <a:lnSpc>
                <a:spcPct val="116000"/>
              </a:lnSpc>
              <a:buNone/>
              <a:defRPr sz="1650" b="0" i="0">
                <a:solidFill>
                  <a:srgbClr val="25252A"/>
                </a:solidFill>
                <a:latin typeface="Noto Serif CJK TC"/>
                <a:ea typeface="Noto Serif CJK TC"/>
                <a:cs typeface="Noto Serif CJK TC"/>
              </a:defRPr>
            </a:pPr>
            <a:r>
              <a:rPr sz="1650" b="0" i="0">
                <a:solidFill>
                  <a:srgbClr val="25252A"/>
                </a:solidFill>
                <a:latin typeface="Noto Serif CJK TC"/>
                <a:ea typeface="Noto Serif CJK TC"/>
                <a:cs typeface="Noto Serif CJK TC"/>
              </a:rPr>
              <a:t>Every Base continuously produces Workers whenever resources allow. Keep one Worker harvesting the nearest reachable resource and returning it to the nearest friendly Base so production continues. Every additional Worker advances toward the enemy Base and attacks it. If the enemy Base is not visible, advance toward enemy territory and attack the nearest enemy unit or structure encountered. Nearby Workers may eliminate an immediate threat to a friendly Base before resuming the rush. Do not build Barracks or produce non-Worker combat units.</a:t>
            </a:r>
          </a:p>
        </p:txBody>
      </p:sp>
      <p:sp>
        <p:nvSpPr>
          <p:cNvPr id="23" name="original-policy-fixed-9">
            <a:extLst xmlns:a="http://schemas.openxmlformats.org/drawingml/2006/main">
              <a:ext uri="{FF2B5EF4-FFF2-40B4-BE49-F238E27FC236}">
                <a16:creationId xmlns:a16="http://schemas.microsoft.com/office/drawing/2014/main" id="{79BE99BF-00E0-4617-AB8E-DF140AC03660}"/>
              </a:ext>
            </a:extLst>
          </p:cNvPr>
          <p:cNvSpPr>
            <a:spLocks xmlns:a="http://schemas.openxmlformats.org/drawingml/2006/main" noGrp="1"/>
          </p:cNvSpPr>
          <p:nvPr/>
        </p:nvSpPr>
        <p:spPr>
          <a:xfrm xmlns:a="http://schemas.openxmlformats.org/drawingml/2006/main">
            <a:off x="857250" y="7239000"/>
            <a:ext cx="4476750" cy="438150"/>
          </a:xfrm>
          <a:prstGeom xmlns:a="http://schemas.openxmlformats.org/drawingml/2006/main" prst="roundRect">
            <a:avLst>
              <a:gd name="adj" fmla="val 39130"/>
            </a:avLst>
          </a:prstGeom>
          <a:solidFill xmlns:a="http://schemas.openxmlformats.org/drawingml/2006/main">
            <a:srgbClr val="F4E5C7"/>
          </a:solidFill>
          <a:ln xmlns:a="http://schemas.openxmlformats.org/drawingml/2006/main" w="9525">
            <a:solidFill>
              <a:srgbClr val="BF872B"/>
            </a:solidFill>
            <a:prstDash val="solid"/>
          </a:ln>
        </p:spPr>
        <p:txBody>
          <a:bodyPr xmlns:a="http://schemas.openxmlformats.org/drawingml/2006/main" wrap="square" lIns="95250" tIns="38100" rIns="95250" bIns="38100" anchor="ctr">
            <a:noAutofit/>
          </a:bodyPr>
          <a:lstStyle xmlns:a="http://schemas.openxmlformats.org/drawingml/2006/main"/>
          <a:p xmlns:a="http://schemas.openxmlformats.org/drawingml/2006/main">
            <a:pPr algn="ctr">
              <a:lnSpc>
                <a:spcPct val="110000"/>
              </a:lnSpc>
              <a:buNone/>
              <a:defRPr sz="1575" b="1" i="0">
                <a:solidFill>
                  <a:srgbClr val="BF872B"/>
                </a:solidFill>
                <a:latin typeface="Noto Sans CJK TC"/>
                <a:ea typeface="Noto Sans CJK TC"/>
                <a:cs typeface="Noto Sans CJK TC"/>
              </a:defRPr>
            </a:pPr>
            <a:r>
              <a:rPr sz="1575" b="1" i="0">
                <a:solidFill>
                  <a:srgbClr val="BF872B"/>
                </a:solidFill>
                <a:latin typeface="Noto Sans CJK TC"/>
                <a:ea typeface="Noto Sans CJK TC"/>
                <a:cs typeface="Noto Sans CJK TC"/>
              </a:rPr>
              <a:t>固定輸入｜9 次完全相同</a:t>
            </a:r>
          </a:p>
        </p:txBody>
      </p:sp>
      <p:sp>
        <p:nvSpPr>
          <p:cNvPr id="24" name="original-policy-sha-9">
            <a:extLst xmlns:a="http://schemas.openxmlformats.org/drawingml/2006/main">
              <a:ext uri="{FF2B5EF4-FFF2-40B4-BE49-F238E27FC236}">
                <a16:creationId xmlns:a16="http://schemas.microsoft.com/office/drawing/2014/main" id="{4912F9DA-AFE9-4843-A066-02B09EFAA4D6}"/>
              </a:ext>
            </a:extLst>
          </p:cNvPr>
          <p:cNvSpPr>
            <a:spLocks xmlns:a="http://schemas.openxmlformats.org/drawingml/2006/main" noGrp="1"/>
          </p:cNvSpPr>
          <p:nvPr/>
        </p:nvSpPr>
        <p:spPr>
          <a:xfrm xmlns:a="http://schemas.openxmlformats.org/drawingml/2006/main">
            <a:off x="857250" y="7810500"/>
            <a:ext cx="447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275" b="0" i="0">
                <a:solidFill>
                  <a:srgbClr val="62606A"/>
                </a:solidFill>
                <a:latin typeface="DejaVu Sans Mono"/>
                <a:ea typeface="DejaVu Sans Mono"/>
                <a:cs typeface="DejaVu Sans Mono"/>
              </a:defRPr>
            </a:pPr>
            <a:r>
              <a:rPr sz="1275" b="0" i="0">
                <a:solidFill>
                  <a:srgbClr val="62606A"/>
                </a:solidFill>
                <a:latin typeface="DejaVu Sans Mono"/>
                <a:ea typeface="DejaVu Sans Mono"/>
                <a:cs typeface="DejaVu Sans Mono"/>
              </a:rPr>
              <a:t>strategy_prompt SHA256  effc9103…9e88</a:t>
            </a:r>
          </a:p>
        </p:txBody>
      </p:sp>
      <p:sp>
        <p:nvSpPr>
          <p:cNvPr id="25" name="balance-input-summary-9">
            <a:extLst xmlns:a="http://schemas.openxmlformats.org/drawingml/2006/main">
              <a:ext uri="{FF2B5EF4-FFF2-40B4-BE49-F238E27FC236}">
                <a16:creationId xmlns:a16="http://schemas.microsoft.com/office/drawing/2014/main" id="{993926D0-4D55-4BF2-8D3C-76D817672EE2}"/>
              </a:ext>
            </a:extLst>
          </p:cNvPr>
          <p:cNvSpPr>
            <a:spLocks xmlns:a="http://schemas.openxmlformats.org/drawingml/2006/main" noGrp="1"/>
          </p:cNvSpPr>
          <p:nvPr/>
        </p:nvSpPr>
        <p:spPr>
          <a:xfrm xmlns:a="http://schemas.openxmlformats.org/drawingml/2006/main">
            <a:off x="5924550" y="2305050"/>
            <a:ext cx="5143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650" b="1" i="0">
                <a:solidFill>
                  <a:srgbClr val="431218"/>
                </a:solidFill>
                <a:latin typeface="Noto Serif CJK TC"/>
                <a:ea typeface="Noto Serif CJK TC"/>
                <a:cs typeface="Noto Serif CJK TC"/>
              </a:defRPr>
            </a:pPr>
            <a:r>
              <a:rPr sz="1650" b="1" i="0">
                <a:solidFill>
                  <a:srgbClr val="431218"/>
                </a:solidFill>
                <a:latin typeface="Noto Serif CJK TC"/>
                <a:ea typeface="Noto Serif CJK TC"/>
                <a:cs typeface="Noto Serif CJK TC"/>
              </a:rPr>
              <a:t>Reflector 實際只收到 5,437-char W/D/L table；沒有 Policy，也沒有 Java</a:t>
            </a:r>
          </a:p>
        </p:txBody>
      </p:sp>
      <p:sp>
        <p:nvSpPr>
          <p:cNvPr id="26" name="balance-table-legend-9">
            <a:extLst xmlns:a="http://schemas.openxmlformats.org/drawingml/2006/main">
              <a:ext uri="{FF2B5EF4-FFF2-40B4-BE49-F238E27FC236}">
                <a16:creationId xmlns:a16="http://schemas.microsoft.com/office/drawing/2014/main" id="{1111A650-5C5D-411A-8CD5-A596622EF439}"/>
              </a:ext>
            </a:extLst>
          </p:cNvPr>
          <p:cNvSpPr>
            <a:spLocks xmlns:a="http://schemas.openxmlformats.org/drawingml/2006/main" noGrp="1"/>
          </p:cNvSpPr>
          <p:nvPr/>
        </p:nvSpPr>
        <p:spPr>
          <a:xfrm xmlns:a="http://schemas.openxmlformats.org/drawingml/2006/main">
            <a:off x="5924550" y="2971800"/>
            <a:ext cx="514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350" b="0" i="0">
                <a:solidFill>
                  <a:srgbClr val="62606A"/>
                </a:solidFill>
                <a:latin typeface="Noto Sans CJK TC"/>
                <a:ea typeface="Noto Sans CJK TC"/>
                <a:cs typeface="Noto Sans CJK TC"/>
              </a:defRPr>
            </a:pPr>
            <a:r>
              <a:rPr sz="1350" b="0" i="0">
                <a:solidFill>
                  <a:srgbClr val="62606A"/>
                </a:solidFill>
                <a:latin typeface="Noto Sans CJK TC"/>
                <a:ea typeface="Noto Sans CJK TC"/>
                <a:cs typeface="Noto Sans CJK TC"/>
              </a:rPr>
              <a:t>每格＝W / D / L（雙 side 合計，每 map 6 場）</a:t>
            </a:r>
          </a:p>
        </p:txBody>
      </p:sp>
      <p:graphicFrame>
        <p:nvGraphicFramePr>
          <p:cNvPr id="66" name=""/>
          <p:cNvGraphicFramePr/>
          <p:nvPr/>
        </p:nvGraphicFramePr>
        <p:xfrm>
          <a:off xmlns:a="http://schemas.openxmlformats.org/drawingml/2006/main" x="5924550" y="3390900"/>
          <a:ext xmlns:a="http://schemas.openxmlformats.org/drawingml/2006/main" cx="5143500" cy="4095750"/>
        </p:xfrm>
        <a:graphic xmlns:a="http://schemas.openxmlformats.org/drawingml/2006/main">
          <a:graphicData uri="http://schemas.openxmlformats.org/drawingml/2006/table">
            <a:tbl>
              <a:tblPr/>
              <a:tblGrid>
                <a:gridCol w="1714500"/>
                <a:gridCol w="1143000"/>
                <a:gridCol w="1143000"/>
                <a:gridCol w="1143000"/>
              </a:tblGrid>
              <a:tr h="372341">
                <a:tc>
                  <a:txBody>
                    <a:bodyPr/>
                    <a:lstStyle/>
                    <a:p>
                      <a:pPr algn="l"/>
                      <a:r>
                        <a:rPr sz="1350" b="1">
                          <a:solidFill>
                            <a:srgbClr val="FFFDF9"/>
                          </a:solidFill>
                          <a:latin typeface="Noto Sans CJK TC"/>
                          <a:ea typeface="Noto Sans CJK TC"/>
                          <a:cs typeface="Noto Sans CJK TC"/>
                        </a:rPr>
                        <a:t>Opponent</a:t>
                      </a:r>
                    </a:p>
                  </a:txBody>
                  <a:tcPr marL="91440" marR="91440" marT="45720" marB="45720" anchor="ctr">
                    <a:solidFill>
                      <a:srgbClr val="B95160"/>
                    </a:solidFill>
                  </a:tcPr>
                </a:tc>
                <a:tc>
                  <a:txBody>
                    <a:bodyPr/>
                    <a:lstStyle/>
                    <a:p>
                      <a:pPr algn="ctr"/>
                      <a:r>
                        <a:rPr sz="1350" b="1">
                          <a:solidFill>
                            <a:srgbClr val="FFFDF9"/>
                          </a:solidFill>
                          <a:latin typeface="DejaVu Sans Mono"/>
                          <a:ea typeface="DejaVu Sans Mono"/>
                          <a:cs typeface="DejaVu Sans Mono"/>
                        </a:rPr>
                        <a:t>map_1</a:t>
                      </a:r>
                    </a:p>
                  </a:txBody>
                  <a:tcPr marL="91440" marR="91440" marT="45720" marB="45720" anchor="ctr">
                    <a:solidFill>
                      <a:srgbClr val="B95160"/>
                    </a:solidFill>
                  </a:tcPr>
                </a:tc>
                <a:tc>
                  <a:txBody>
                    <a:bodyPr/>
                    <a:lstStyle/>
                    <a:p>
                      <a:pPr algn="ctr"/>
                      <a:r>
                        <a:rPr sz="1350" b="1">
                          <a:solidFill>
                            <a:srgbClr val="FFFDF9"/>
                          </a:solidFill>
                          <a:latin typeface="DejaVu Sans Mono"/>
                          <a:ea typeface="DejaVu Sans Mono"/>
                          <a:cs typeface="DejaVu Sans Mono"/>
                        </a:rPr>
                        <a:t>map_2</a:t>
                      </a:r>
                    </a:p>
                  </a:txBody>
                  <a:tcPr marL="91440" marR="91440" marT="45720" marB="45720" anchor="ctr">
                    <a:solidFill>
                      <a:srgbClr val="B95160"/>
                    </a:solidFill>
                  </a:tcPr>
                </a:tc>
                <a:tc>
                  <a:txBody>
                    <a:bodyPr/>
                    <a:lstStyle/>
                    <a:p>
                      <a:pPr algn="ctr"/>
                      <a:r>
                        <a:rPr sz="1350" b="1">
                          <a:solidFill>
                            <a:srgbClr val="FFFDF9"/>
                          </a:solidFill>
                          <a:latin typeface="DejaVu Sans Mono"/>
                          <a:ea typeface="DejaVu Sans Mono"/>
                          <a:cs typeface="DejaVu Sans Mono"/>
                        </a:rPr>
                        <a:t>map_3</a:t>
                      </a:r>
                    </a:p>
                  </a:txBody>
                  <a:tcPr marL="91440" marR="91440" marT="45720" marB="45720" anchor="ctr">
                    <a:solidFill>
                      <a:srgbClr val="B95160"/>
                    </a:solidFill>
                  </a:tcPr>
                </a:tc>
              </a:tr>
              <a:tr h="372341">
                <a:tc>
                  <a:txBody>
                    <a:bodyPr/>
                    <a:lstStyle/>
                    <a:p>
                      <a:pPr algn="l"/>
                      <a:r>
                        <a:rPr sz="1275" b="1">
                          <a:solidFill>
                            <a:srgbClr val="25252A"/>
                          </a:solidFill>
                          <a:latin typeface="Noto Sans CJK TC"/>
                          <a:ea typeface="Noto Sans CJK TC"/>
                          <a:cs typeface="Noto Sans CJK TC"/>
                        </a:rPr>
                        <a:t>passive</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r>
              <a:tr h="372341">
                <a:tc>
                  <a:txBody>
                    <a:bodyPr/>
                    <a:lstStyle/>
                    <a:p>
                      <a:pPr algn="l"/>
                      <a:r>
                        <a:rPr sz="1275" b="1">
                          <a:solidFill>
                            <a:srgbClr val="25252A"/>
                          </a:solidFill>
                          <a:latin typeface="Noto Sans CJK TC"/>
                          <a:ea typeface="Noto Sans CJK TC"/>
                          <a:cs typeface="Noto Sans CJK TC"/>
                        </a:rPr>
                        <a:t>random</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r>
              <a:tr h="372341">
                <a:tc>
                  <a:txBody>
                    <a:bodyPr/>
                    <a:lstStyle/>
                    <a:p>
                      <a:pPr algn="l"/>
                      <a:r>
                        <a:rPr sz="1275" b="1">
                          <a:solidFill>
                            <a:srgbClr val="25252A"/>
                          </a:solidFill>
                          <a:latin typeface="Noto Sans CJK TC"/>
                          <a:ea typeface="Noto Sans CJK TC"/>
                          <a:cs typeface="Noto Sans CJK TC"/>
                        </a:rPr>
                        <a:t>randombias</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0/1/5</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0/4/2</a:t>
                      </a:r>
                    </a:p>
                  </a:txBody>
                  <a:tcPr marL="91440" marR="91440" marT="45720" marB="45720" anchor="ctr">
                    <a:solidFill>
                      <a:srgbClr val="F7E7C8"/>
                    </a:solidFill>
                  </a:tcPr>
                </a:tc>
                <a:tc>
                  <a:txBody>
                    <a:bodyPr/>
                    <a:lstStyle/>
                    <a:p>
                      <a:pPr algn="ctr"/>
                      <a:r>
                        <a:rPr sz="1275" b="0">
                          <a:solidFill>
                            <a:srgbClr val="25252A"/>
                          </a:solidFill>
                          <a:latin typeface="DejaVu Sans Mono"/>
                          <a:ea typeface="DejaVu Sans Mono"/>
                          <a:cs typeface="DejaVu Sans Mono"/>
                        </a:rPr>
                        <a:t>0/6/0</a:t>
                      </a:r>
                    </a:p>
                  </a:txBody>
                  <a:tcPr marL="91440" marR="91440" marT="45720" marB="45720" anchor="ctr">
                    <a:solidFill>
                      <a:srgbClr val="FFFDF9"/>
                    </a:solidFill>
                  </a:tcPr>
                </a:tc>
              </a:tr>
              <a:tr h="372341">
                <a:tc>
                  <a:txBody>
                    <a:bodyPr/>
                    <a:lstStyle/>
                    <a:p>
                      <a:pPr algn="l"/>
                      <a:r>
                        <a:rPr sz="1275" b="1">
                          <a:solidFill>
                            <a:srgbClr val="25252A"/>
                          </a:solidFill>
                          <a:latin typeface="Noto Sans CJK TC"/>
                          <a:ea typeface="Noto Sans CJK TC"/>
                          <a:cs typeface="Noto Sans CJK TC"/>
                        </a:rPr>
                        <a:t>lightrush</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r h="372341">
                <a:tc>
                  <a:txBody>
                    <a:bodyPr/>
                    <a:lstStyle/>
                    <a:p>
                      <a:pPr algn="l"/>
                      <a:r>
                        <a:rPr sz="1275" b="1">
                          <a:solidFill>
                            <a:srgbClr val="25252A"/>
                          </a:solidFill>
                          <a:latin typeface="Noto Sans CJK TC"/>
                          <a:ea typeface="Noto Sans CJK TC"/>
                          <a:cs typeface="Noto Sans CJK TC"/>
                        </a:rPr>
                        <a:t>heavyrush</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r h="372341">
                <a:tc>
                  <a:txBody>
                    <a:bodyPr/>
                    <a:lstStyle/>
                    <a:p>
                      <a:pPr algn="l"/>
                      <a:r>
                        <a:rPr sz="1275" b="1">
                          <a:solidFill>
                            <a:srgbClr val="25252A"/>
                          </a:solidFill>
                          <a:latin typeface="Noto Sans CJK TC"/>
                          <a:ea typeface="Noto Sans CJK TC"/>
                          <a:cs typeface="Noto Sans CJK TC"/>
                        </a:rPr>
                        <a:t>workerrush</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r h="372341">
                <a:tc>
                  <a:txBody>
                    <a:bodyPr/>
                    <a:lstStyle/>
                    <a:p>
                      <a:pPr algn="l"/>
                      <a:r>
                        <a:rPr sz="1275" b="1">
                          <a:solidFill>
                            <a:srgbClr val="25252A"/>
                          </a:solidFill>
                          <a:latin typeface="Noto Sans CJK TC"/>
                          <a:ea typeface="Noto Sans CJK TC"/>
                          <a:cs typeface="Noto Sans CJK TC"/>
                        </a:rPr>
                        <a:t>allinbot</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r h="372341">
                <a:tc>
                  <a:txBody>
                    <a:bodyPr/>
                    <a:lstStyle/>
                    <a:p>
                      <a:pPr algn="l"/>
                      <a:r>
                        <a:rPr sz="1275" b="1">
                          <a:solidFill>
                            <a:srgbClr val="25252A"/>
                          </a:solidFill>
                          <a:latin typeface="Noto Sans CJK TC"/>
                          <a:ea typeface="Noto Sans CJK TC"/>
                          <a:cs typeface="Noto Sans CJK TC"/>
                        </a:rPr>
                        <a:t>mayari</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r h="372341">
                <a:tc>
                  <a:txBody>
                    <a:bodyPr/>
                    <a:lstStyle/>
                    <a:p>
                      <a:pPr algn="l"/>
                      <a:r>
                        <a:rPr sz="1275" b="1">
                          <a:solidFill>
                            <a:srgbClr val="25252A"/>
                          </a:solidFill>
                          <a:latin typeface="Noto Sans CJK TC"/>
                          <a:ea typeface="Noto Sans CJK TC"/>
                          <a:cs typeface="Noto Sans CJK TC"/>
                        </a:rPr>
                        <a:t>coac</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r h="372341">
                <a:tc>
                  <a:txBody>
                    <a:bodyPr/>
                    <a:lstStyle/>
                    <a:p>
                      <a:pPr algn="l"/>
                      <a:r>
                        <a:rPr sz="1275" b="1">
                          <a:solidFill>
                            <a:srgbClr val="25252A"/>
                          </a:solidFill>
                          <a:latin typeface="Noto Sans CJK TC"/>
                          <a:ea typeface="Noto Sans CJK TC"/>
                          <a:cs typeface="Noto Sans CJK TC"/>
                        </a:rPr>
                        <a:t>tma</a:t>
                      </a:r>
                    </a:p>
                  </a:txBody>
                  <a:tcPr marL="91440" marR="91440" marT="45720" marB="45720" anchor="ctr">
                    <a:solidFill>
                      <a:srgbClr val="FFFDF9"/>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c>
                  <a:txBody>
                    <a:bodyPr/>
                    <a:lstStyle/>
                    <a:p>
                      <a:pPr algn="ctr"/>
                      <a:r>
                        <a:rPr sz="1275" b="0">
                          <a:solidFill>
                            <a:srgbClr val="25252A"/>
                          </a:solidFill>
                          <a:latin typeface="DejaVu Sans Mono"/>
                          <a:ea typeface="DejaVu Sans Mono"/>
                          <a:cs typeface="DejaVu Sans Mono"/>
                        </a:rPr>
                        <a:t>0/0/6</a:t>
                      </a:r>
                    </a:p>
                  </a:txBody>
                  <a:tcPr marL="91440" marR="91440" marT="45720" marB="45720" anchor="ctr">
                    <a:solidFill>
                      <a:srgbClr val="F6DCDD"/>
                    </a:solidFill>
                  </a:tcPr>
                </a:tc>
              </a:tr>
            </a:tbl>
          </a:graphicData>
        </a:graphic>
      </p:graphicFrame>
      <p:sp>
        <p:nvSpPr>
          <p:cNvPr id="28" name="balance-input-bottom-9">
            <a:extLst xmlns:a="http://schemas.openxmlformats.org/drawingml/2006/main">
              <a:ext uri="{FF2B5EF4-FFF2-40B4-BE49-F238E27FC236}">
                <a16:creationId xmlns:a16="http://schemas.microsoft.com/office/drawing/2014/main" id="{A8461475-D61F-4E52-B585-9C3BF0859680}"/>
              </a:ext>
            </a:extLst>
          </p:cNvPr>
          <p:cNvSpPr>
            <a:spLocks xmlns:a="http://schemas.openxmlformats.org/drawingml/2006/main" noGrp="1"/>
          </p:cNvSpPr>
          <p:nvPr/>
        </p:nvSpPr>
        <p:spPr>
          <a:xfrm xmlns:a="http://schemas.openxmlformats.org/drawingml/2006/main">
            <a:off x="5924550" y="7677150"/>
            <a:ext cx="5143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0000"/>
              </a:lnSpc>
              <a:buNone/>
              <a:defRPr sz="1425" b="1" i="0">
                <a:solidFill>
                  <a:srgbClr val="BF872B"/>
                </a:solidFill>
                <a:latin typeface="Noto Sans CJK TC"/>
                <a:ea typeface="Noto Sans CJK TC"/>
                <a:cs typeface="Noto Sans CJK TC"/>
              </a:defRPr>
            </a:pPr>
            <a:r>
              <a:rPr sz="1425" b="1" i="0">
                <a:solidFill>
                  <a:srgbClr val="BF872B"/>
                </a:solidFill>
                <a:latin typeface="Noto Sans CJK TC"/>
                <a:ea typeface="Noto Sans CJK TC"/>
                <a:cs typeface="Noto Sans CJK TC"/>
              </a:rPr>
              <a:t>固定 input：10 opponents × 3 maps × 2 sides = 180 matches</a:t>
            </a:r>
          </a:p>
        </p:txBody>
      </p:sp>
      <p:sp>
        <p:nvSpPr>
          <p:cNvPr id="29" name="balance-focus-9">
            <a:extLst xmlns:a="http://schemas.openxmlformats.org/drawingml/2006/main">
              <a:ext uri="{FF2B5EF4-FFF2-40B4-BE49-F238E27FC236}">
                <a16:creationId xmlns:a16="http://schemas.microsoft.com/office/drawing/2014/main" id="{A680CC46-D53F-4A1C-AB01-D1CF3DEF1D6E}"/>
              </a:ext>
            </a:extLst>
          </p:cNvPr>
          <p:cNvSpPr>
            <a:spLocks xmlns:a="http://schemas.openxmlformats.org/drawingml/2006/main" noGrp="1"/>
          </p:cNvSpPr>
          <p:nvPr/>
        </p:nvSpPr>
        <p:spPr>
          <a:xfrm xmlns:a="http://schemas.openxmlformats.org/drawingml/2006/main">
            <a:off x="11639550" y="2305050"/>
            <a:ext cx="581025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Improve resilience against aggressive rush strategies (lightrush, heavyrush,…</a:t>
            </a:r>
          </a:p>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Develop adaptive playstyles to counter balanced/cooperative opponents (mayari, coac,…</a:t>
            </a:r>
          </a:p>
          <a:p xmlns:a="http://schemas.openxmlformats.org/drawingml/2006/main">
            <a:pPr algn="l">
              <a:lnSpc>
                <a:spcPct val="112000"/>
              </a:lnSpc>
              <a:buNone/>
              <a:defRPr sz="1500" b="0" i="0">
                <a:solidFill>
                  <a:srgbClr val="25252A"/>
                </a:solidFill>
                <a:latin typeface="Noto Sans CJK TC"/>
                <a:ea typeface="Noto Sans CJK TC"/>
                <a:cs typeface="Noto Sans CJK TC"/>
              </a:defRPr>
            </a:pPr>
            <a:r>
              <a:rPr sz="1500" b="0" i="0">
                <a:solidFill>
                  <a:srgbClr val="25252A"/>
                </a:solidFill>
                <a:latin typeface="Noto Sans CJK TC"/>
                <a:ea typeface="Noto Sans CJK TC"/>
                <a:cs typeface="Noto Sans CJK TC"/>
              </a:rPr>
              <a:t>• Address economic or territorial inefficiencies exposed by worker-heavy or all-in bots…</a:t>
            </a:r>
          </a:p>
        </p:txBody>
      </p:sp>
      <p:sp>
        <p:nvSpPr>
          <p:cNvPr id="30" name="balance-policy-label-9">
            <a:extLst xmlns:a="http://schemas.openxmlformats.org/drawingml/2006/main">
              <a:ext uri="{FF2B5EF4-FFF2-40B4-BE49-F238E27FC236}">
                <a16:creationId xmlns:a16="http://schemas.microsoft.com/office/drawing/2014/main" id="{490B6B4E-82BE-4994-81F8-9DD490D50584}"/>
              </a:ext>
            </a:extLst>
          </p:cNvPr>
          <p:cNvSpPr>
            <a:spLocks xmlns:a="http://schemas.openxmlformats.org/drawingml/2006/main" noGrp="1"/>
          </p:cNvSpPr>
          <p:nvPr/>
        </p:nvSpPr>
        <p:spPr>
          <a:xfrm xmlns:a="http://schemas.openxmlformats.org/drawingml/2006/main">
            <a:off x="11639550" y="4000500"/>
            <a:ext cx="581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725" b="1" i="0">
                <a:solidFill>
                  <a:srgbClr val="BF872B"/>
                </a:solidFill>
                <a:latin typeface="Noto Serif CJK TC"/>
                <a:ea typeface="Noto Serif CJK TC"/>
                <a:cs typeface="Noto Serif CJK TC"/>
              </a:defRPr>
            </a:pPr>
            <a:r>
              <a:rPr sz="1725" b="1" i="0">
                <a:solidFill>
                  <a:srgbClr val="BF872B"/>
                </a:solidFill>
                <a:latin typeface="Noto Serif CJK TC"/>
                <a:ea typeface="Noto Serif CJK TC"/>
                <a:cs typeface="Noto Serif CJK TC"/>
              </a:rPr>
              <a:t>套用後 Policy（節錄）</a:t>
            </a:r>
          </a:p>
        </p:txBody>
      </p:sp>
      <p:sp>
        <p:nvSpPr>
          <p:cNvPr id="31" name="balance-policy-excerpt-9">
            <a:extLst xmlns:a="http://schemas.openxmlformats.org/drawingml/2006/main">
              <a:ext uri="{FF2B5EF4-FFF2-40B4-BE49-F238E27FC236}">
                <a16:creationId xmlns:a16="http://schemas.microsoft.com/office/drawing/2014/main" id="{894F3E89-7085-45EB-B14C-015EAAE4C356}"/>
              </a:ext>
            </a:extLst>
          </p:cNvPr>
          <p:cNvSpPr>
            <a:spLocks xmlns:a="http://schemas.openxmlformats.org/drawingml/2006/main" noGrp="1"/>
          </p:cNvSpPr>
          <p:nvPr/>
        </p:nvSpPr>
        <p:spPr>
          <a:xfrm xmlns:a="http://schemas.openxmlformats.org/drawingml/2006/main">
            <a:off x="11639550" y="4400550"/>
            <a:ext cx="5810250" cy="1847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Use a hybrid adaptive strategy that balances economic expansion, defensive resilience, and counter-rush tactics. Prioritize defensive structures (e.g., early Barracks placement near chokepoints) and unit diversification (e.g., early Marines for light rush, Siege Tanks for heavy rush) while maintaining a worker-based economic backbone.</a:t>
            </a:r>
          </a:p>
          <a:p xmlns:a="http://schemas.openxmlformats.org/drawingml/2006/main">
            <a:pPr algn="l">
              <a:lnSpc>
                <a:spcPct val="108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Key Adjustments:</a:t>
            </a:r>
          </a:p>
          <a:p xmlns:a="http://schemas.openxmlformats.org/drawingml/2006/main">
            <a:pPr algn="l">
              <a:lnSpc>
                <a:spcPct val="108000"/>
              </a:lnSpc>
              <a:buNone/>
              <a:defRPr sz="1500" b="0" i="0">
                <a:solidFill>
                  <a:srgbClr val="25252A"/>
                </a:solidFill>
                <a:latin typeface="Noto Serif CJK TC"/>
                <a:ea typeface="Noto Serif CJK TC"/>
                <a:cs typeface="Noto Serif CJK TC"/>
              </a:defRPr>
            </a:pPr>
            <a:r>
              <a:rPr sz="1500" b="0" i="0">
                <a:solidFill>
                  <a:srgbClr val="25252A"/>
                </a:solidFill>
                <a:latin typeface="Noto Serif CJK TC"/>
                <a:ea typeface="Noto Serif CJK TC"/>
                <a:cs typeface="Noto Serif CJK TC"/>
              </a:rPr>
              <a:t>1. …</a:t>
            </a:r>
          </a:p>
        </p:txBody>
      </p:sp>
      <p:sp>
        <p:nvSpPr>
          <p:cNvPr id="32" name="balance-rule-delta-9">
            <a:extLst xmlns:a="http://schemas.openxmlformats.org/drawingml/2006/main">
              <a:ext uri="{FF2B5EF4-FFF2-40B4-BE49-F238E27FC236}">
                <a16:creationId xmlns:a16="http://schemas.microsoft.com/office/drawing/2014/main" id="{7467375F-2B48-4891-AC16-1B0135E547C3}"/>
              </a:ext>
            </a:extLst>
          </p:cNvPr>
          <p:cNvSpPr>
            <a:spLocks xmlns:a="http://schemas.openxmlformats.org/drawingml/2006/main" noGrp="1"/>
          </p:cNvSpPr>
          <p:nvPr/>
        </p:nvSpPr>
        <p:spPr>
          <a:xfrm xmlns:a="http://schemas.openxmlformats.org/drawingml/2006/main">
            <a:off x="11639550" y="6419850"/>
            <a:ext cx="581025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4000"/>
              </a:lnSpc>
              <a:buNone/>
              <a:defRPr sz="1275" b="0" i="0">
                <a:solidFill>
                  <a:srgbClr val="BF872B"/>
                </a:solidFill>
                <a:latin typeface="DejaVu Sans Mono"/>
                <a:ea typeface="DejaVu Sans Mono"/>
                <a:cs typeface="DejaVu Sans Mono"/>
              </a:defRPr>
            </a:pPr>
            <a:r>
              <a:rPr sz="1275" b="0" i="0">
                <a:solidFill>
                  <a:srgbClr val="BF872B"/>
                </a:solidFill>
                <a:latin typeface="DejaVu Sans Mono"/>
                <a:ea typeface="DejaVu Sans Mono"/>
                <a:cs typeface="DejaVu Sans Mono"/>
              </a:rPr>
              <a:t>Generation prompt delta</a:t>
            </a:r>
          </a:p>
          <a:p xmlns:a="http://schemas.openxmlformats.org/drawingml/2006/main">
            <a:pPr algn="l">
              <a:lnSpc>
                <a:spcPct val="104000"/>
              </a:lnSpc>
              <a:buNone/>
              <a:defRPr sz="1275" b="0" i="0">
                <a:solidFill>
                  <a:srgbClr val="BF872B"/>
                </a:solidFill>
                <a:latin typeface="DejaVu Sans Mono"/>
                <a:ea typeface="DejaVu Sans Mono"/>
                <a:cs typeface="DejaVu Sans Mono"/>
              </a:defRPr>
            </a:pPr>
            <a:r>
              <a:rPr sz="1275" b="0" i="0">
                <a:solidFill>
                  <a:srgbClr val="BF872B"/>
                </a:solidFill>
                <a:latin typeface="DejaVu Sans Mono"/>
                <a:ea typeface="DejaVu Sans Mono"/>
                <a:cs typeface="DejaVu Sans Mono"/>
              </a:rPr>
              <a:t>＋ [rule-853cd64950e8] targeting_fallback | Enforce explicit fallback logic for conditional targeting by prioritizing reachable branches with deterministic unit selection criteria</a:t>
            </a:r>
          </a:p>
        </p:txBody>
      </p:sp>
      <p:sp>
        <p:nvSpPr>
          <p:cNvPr id="33" name="balance-output-note-9">
            <a:extLst xmlns:a="http://schemas.openxmlformats.org/drawingml/2006/main">
              <a:ext uri="{FF2B5EF4-FFF2-40B4-BE49-F238E27FC236}">
                <a16:creationId xmlns:a16="http://schemas.microsoft.com/office/drawing/2014/main" id="{99C8EE1D-548B-496C-BF36-C687A934B5E2}"/>
              </a:ext>
            </a:extLst>
          </p:cNvPr>
          <p:cNvSpPr>
            <a:spLocks xmlns:a="http://schemas.openxmlformats.org/drawingml/2006/main" noGrp="1"/>
          </p:cNvSpPr>
          <p:nvPr/>
        </p:nvSpPr>
        <p:spPr>
          <a:xfrm xmlns:a="http://schemas.openxmlformats.org/drawingml/2006/main">
            <a:off x="11639550" y="7981950"/>
            <a:ext cx="5810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10000"/>
              </a:lnSpc>
              <a:buNone/>
              <a:defRPr sz="1275" b="0" i="1">
                <a:solidFill>
                  <a:srgbClr val="62606A"/>
                </a:solidFill>
                <a:latin typeface="Noto Sans CJK TC"/>
                <a:ea typeface="Noto Sans CJK TC"/>
                <a:cs typeface="Noto Sans CJK TC"/>
              </a:defRPr>
            </a:pPr>
            <a:r>
              <a:rPr sz="1275" b="0" i="1">
                <a:solidFill>
                  <a:srgbClr val="62606A"/>
                </a:solidFill>
                <a:latin typeface="Noto Sans CJK TC"/>
                <a:ea typeface="Noto Sans CJK TC"/>
                <a:cs typeface="Noto Sans CJK TC"/>
              </a:rPr>
              <a:t>完整原文與原始 response：Speaker Notes</a:t>
            </a:r>
          </a:p>
        </p:txBody>
      </p:sp>
      <p:sp>
        <p:nvSpPr>
          <p:cNvPr id="34" name="audit-strip-9">
            <a:extLst xmlns:a="http://schemas.openxmlformats.org/drawingml/2006/main">
              <a:ext uri="{FF2B5EF4-FFF2-40B4-BE49-F238E27FC236}">
                <a16:creationId xmlns:a16="http://schemas.microsoft.com/office/drawing/2014/main" id="{C1F8716C-505C-44DA-8EFA-D14D68A28075}"/>
              </a:ext>
            </a:extLst>
          </p:cNvPr>
          <p:cNvSpPr>
            <a:spLocks xmlns:a="http://schemas.openxmlformats.org/drawingml/2006/main" noGrp="1"/>
          </p:cNvSpPr>
          <p:nvPr/>
        </p:nvSpPr>
        <p:spPr>
          <a:xfrm xmlns:a="http://schemas.openxmlformats.org/drawingml/2006/main">
            <a:off x="857250" y="8477250"/>
            <a:ext cx="16573500" cy="1066800"/>
          </a:xfrm>
          <a:prstGeom xmlns:a="http://schemas.openxmlformats.org/drawingml/2006/main" prst="roundRect">
            <a:avLst>
              <a:gd name="adj" fmla="val 19643"/>
            </a:avLst>
          </a:prstGeom>
          <a:solidFill xmlns:a="http://schemas.openxmlformats.org/drawingml/2006/main">
            <a:srgbClr val="F6DCDD"/>
          </a:solidFill>
          <a:ln xmlns:a="http://schemas.openxmlformats.org/drawingml/2006/main" w="14288">
            <a:solidFill>
              <a:srgbClr val="9B3D49"/>
            </a:solidFill>
            <a:prstDash val="solid"/>
          </a:ln>
        </p:spPr>
      </p:sp>
      <p:sp>
        <p:nvSpPr>
          <p:cNvPr id="35" name="audit-scope-label-9">
            <a:extLst xmlns:a="http://schemas.openxmlformats.org/drawingml/2006/main">
              <a:ext uri="{FF2B5EF4-FFF2-40B4-BE49-F238E27FC236}">
                <a16:creationId xmlns:a16="http://schemas.microsoft.com/office/drawing/2014/main" id="{186C2B95-1277-4C35-9077-A28D40A6A397}"/>
              </a:ext>
            </a:extLst>
          </p:cNvPr>
          <p:cNvSpPr>
            <a:spLocks xmlns:a="http://schemas.openxmlformats.org/drawingml/2006/main" noGrp="1"/>
          </p:cNvSpPr>
          <p:nvPr/>
        </p:nvSpPr>
        <p:spPr>
          <a:xfrm xmlns:a="http://schemas.openxmlformats.org/drawingml/2006/main">
            <a:off x="1162050" y="86868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i="0">
                <a:solidFill>
                  <a:srgbClr val="9B3D49"/>
                </a:solidFill>
                <a:latin typeface="Noto Sans CJK TC"/>
                <a:ea typeface="Noto Sans CJK TC"/>
                <a:cs typeface="Noto Sans CJK TC"/>
              </a:defRPr>
            </a:pPr>
            <a:r>
              <a:rPr sz="1350" b="1" i="0">
                <a:solidFill>
                  <a:srgbClr val="9B3D49"/>
                </a:solidFill>
                <a:latin typeface="Noto Sans CJK TC"/>
                <a:ea typeface="Noto Sans CJK TC"/>
                <a:cs typeface="Noto Sans CJK TC"/>
              </a:rPr>
              <a:t>GENE SCOPE</a:t>
            </a:r>
          </a:p>
        </p:txBody>
      </p:sp>
      <p:sp>
        <p:nvSpPr>
          <p:cNvPr id="36" name="audit-scope-9">
            <a:extLst xmlns:a="http://schemas.openxmlformats.org/drawingml/2006/main">
              <a:ext uri="{FF2B5EF4-FFF2-40B4-BE49-F238E27FC236}">
                <a16:creationId xmlns:a16="http://schemas.microsoft.com/office/drawing/2014/main" id="{A96C1F07-DABC-4E49-92BB-8E2A33614982}"/>
              </a:ext>
            </a:extLst>
          </p:cNvPr>
          <p:cNvSpPr>
            <a:spLocks xmlns:a="http://schemas.openxmlformats.org/drawingml/2006/main" noGrp="1"/>
          </p:cNvSpPr>
          <p:nvPr/>
        </p:nvSpPr>
        <p:spPr>
          <a:xfrm xmlns:a="http://schemas.openxmlformats.org/drawingml/2006/main">
            <a:off x="1162050" y="8991600"/>
            <a:ext cx="5810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650" b="1" i="0">
                <a:solidFill>
                  <a:srgbClr val="431218"/>
                </a:solidFill>
                <a:latin typeface="Noto Sans CJK TC"/>
                <a:ea typeface="Noto Sans CJK TC"/>
                <a:cs typeface="Noto Sans CJK TC"/>
              </a:defRPr>
            </a:pPr>
            <a:r>
              <a:rPr sz="1650" b="1" i="0">
                <a:solidFill>
                  <a:srgbClr val="431218"/>
                </a:solidFill>
                <a:latin typeface="Noto Sans CJK TC"/>
                <a:ea typeface="Noto Sans CJK TC"/>
                <a:cs typeface="Noto Sans CJK TC"/>
              </a:rPr>
              <a:t>strategy_prompt + generation_prompt changed ｜ inherited_java unchanged</a:t>
            </a:r>
          </a:p>
        </p:txBody>
      </p:sp>
      <p:sp>
        <p:nvSpPr>
          <p:cNvPr id="37" name="audit-divider-9">
            <a:extLst xmlns:a="http://schemas.openxmlformats.org/drawingml/2006/main">
              <a:ext uri="{FF2B5EF4-FFF2-40B4-BE49-F238E27FC236}">
                <a16:creationId xmlns:a16="http://schemas.microsoft.com/office/drawing/2014/main" id="{B9512D7F-D036-4914-9B2C-5C8EB5889007}"/>
              </a:ext>
            </a:extLst>
          </p:cNvPr>
          <p:cNvSpPr>
            <a:spLocks xmlns:a="http://schemas.openxmlformats.org/drawingml/2006/main" noGrp="1"/>
          </p:cNvSpPr>
          <p:nvPr/>
        </p:nvSpPr>
        <p:spPr>
          <a:xfrm xmlns:a="http://schemas.openxmlformats.org/drawingml/2006/main">
            <a:off x="7286625" y="8667750"/>
            <a:ext cx="0" cy="685800"/>
          </a:xfrm>
          <a:prstGeom xmlns:a="http://schemas.openxmlformats.org/drawingml/2006/main" prst="line">
            <a:avLst/>
          </a:prstGeom>
          <a:noFill xmlns:a="http://schemas.openxmlformats.org/drawingml/2006/main"/>
          <a:ln xmlns:a="http://schemas.openxmlformats.org/drawingml/2006/main" w="11430">
            <a:solidFill>
              <a:srgbClr val="9B3D49"/>
            </a:solidFill>
            <a:prstDash val="solid"/>
          </a:ln>
        </p:spPr>
      </p:sp>
      <p:sp>
        <p:nvSpPr>
          <p:cNvPr id="38" name="audit-review-label-9">
            <a:extLst xmlns:a="http://schemas.openxmlformats.org/drawingml/2006/main">
              <a:ext uri="{FF2B5EF4-FFF2-40B4-BE49-F238E27FC236}">
                <a16:creationId xmlns:a16="http://schemas.microsoft.com/office/drawing/2014/main" id="{D1384E65-335D-4EDE-9689-7AD3EB31B4B6}"/>
              </a:ext>
            </a:extLst>
          </p:cNvPr>
          <p:cNvSpPr>
            <a:spLocks xmlns:a="http://schemas.openxmlformats.org/drawingml/2006/main" noGrp="1"/>
          </p:cNvSpPr>
          <p:nvPr/>
        </p:nvSpPr>
        <p:spPr>
          <a:xfrm xmlns:a="http://schemas.openxmlformats.org/drawingml/2006/main">
            <a:off x="7620000" y="86868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0000"/>
              </a:lnSpc>
              <a:buNone/>
              <a:defRPr sz="1350" b="1" i="0">
                <a:solidFill>
                  <a:srgbClr val="9B3D49"/>
                </a:solidFill>
                <a:latin typeface="Noto Sans CJK TC"/>
                <a:ea typeface="Noto Sans CJK TC"/>
                <a:cs typeface="Noto Sans CJK TC"/>
              </a:defRPr>
            </a:pPr>
            <a:r>
              <a:rPr sz="1350" b="1" i="0">
                <a:solidFill>
                  <a:srgbClr val="9B3D49"/>
                </a:solidFill>
                <a:latin typeface="Noto Sans CJK TC"/>
                <a:ea typeface="Noto Sans CJK TC"/>
                <a:cs typeface="Noto Sans CJK TC"/>
              </a:rPr>
              <a:t>人工確認重點</a:t>
            </a:r>
          </a:p>
        </p:txBody>
      </p:sp>
      <p:sp>
        <p:nvSpPr>
          <p:cNvPr id="39" name="audit-review-9">
            <a:extLst xmlns:a="http://schemas.openxmlformats.org/drawingml/2006/main">
              <a:ext uri="{FF2B5EF4-FFF2-40B4-BE49-F238E27FC236}">
                <a16:creationId xmlns:a16="http://schemas.microsoft.com/office/drawing/2014/main" id="{7B2EC079-3DE2-41B8-B5C5-BDFEA1399714}"/>
              </a:ext>
            </a:extLst>
          </p:cNvPr>
          <p:cNvSpPr>
            <a:spLocks xmlns:a="http://schemas.openxmlformats.org/drawingml/2006/main" noGrp="1"/>
          </p:cNvSpPr>
          <p:nvPr/>
        </p:nvSpPr>
        <p:spPr>
          <a:xfrm xmlns:a="http://schemas.openxmlformats.org/drawingml/2006/main">
            <a:off x="7620000" y="8991600"/>
            <a:ext cx="9429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10000"/>
              </a:lnSpc>
              <a:buNone/>
              <a:defRPr sz="1575" b="0" i="0">
                <a:solidFill>
                  <a:srgbClr val="25252A"/>
                </a:solidFill>
                <a:latin typeface="Noto Sans CJK TC"/>
                <a:ea typeface="Noto Sans CJK TC"/>
                <a:cs typeface="Noto Sans CJK TC"/>
              </a:defRPr>
            </a:pPr>
            <a:r>
              <a:rPr sz="1575" b="0" i="0">
                <a:solidFill>
                  <a:srgbClr val="25252A"/>
                </a:solidFill>
                <a:latin typeface="Noto Sans CJK TC"/>
                <a:ea typeface="Noto Sans CJK TC"/>
                <a:cs typeface="Noto Sans CJK TC"/>
              </a:rPr>
              <a:t>Marines、Siege Tanks、Raiders、mines、RL 不可直接映射現有 API；文字 delta 不等於有效行為。</a:t>
            </a:r>
          </a:p>
        </p:txBody>
      </p:sp>
    </p:spTree>
    <p:extLst>
      <p:ext uri="{BB962C8B-B14F-4D97-AF65-F5344CB8AC3E}">
        <p14:creationId xmlns:p14="http://schemas.microsoft.com/office/powerpoint/2010/main" val="5746400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2026-09-03T11:27:57.4260000Z</dcterms:created>
  <dcterms:modified xsi:type="dcterms:W3CDTF">2026-09-03T11:27:57.4260000Z</dcterms:modified>
</coreProperties>
</file>