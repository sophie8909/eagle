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2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0" r:id="rId1"/>
  </p:sldMasterIdLst>
  <p:notesMasterIdLst>
    <p:notesMasterId r:id="rId22"/>
  </p:notesMasterIdLst>
  <p:sldIdLst>
    <p:sldId id="256" r:id="rId2"/>
    <p:sldId id="259" r:id="rId3"/>
    <p:sldId id="260" r:id="rId4"/>
    <p:sldId id="276" r:id="rId5"/>
    <p:sldId id="277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5925800" cy="8963025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全 Worker Rush</c:v>
          </c:tx>
          <c:spPr>
            <a:ln w="38100">
              <a:solidFill>
                <a:srgbClr val="CF8792"/>
              </a:solidFill>
            </a:ln>
          </c:spPr>
          <c:marker>
            <c:symbol val="circle"/>
            <c:size val="9"/>
            <c:spPr>
              <a:solidFill>
                <a:srgbClr val="CF8792"/>
              </a:solidFill>
            </c:spPr>
          </c:marker>
          <c:xVal>
            <c:numRef>
              <c:f>'Chart Data'!$A$2:$A$7</c:f>
              <c:numCache>
                <c:formatCode>General</c:formatCode>
                <c:ptCount val="6"/>
                <c:pt idx="0">
                  <c:v>0</c:v>
                </c:pt>
                <c:pt idx="1">
                  <c:v>1</c:v>
                </c:pt>
                <c:pt idx="2">
                  <c:v>5</c:v>
                </c:pt>
                <c:pt idx="3">
                  <c:v>10</c:v>
                </c:pt>
                <c:pt idx="4">
                  <c:v>12</c:v>
                </c:pt>
                <c:pt idx="5">
                  <c:v>20</c:v>
                </c:pt>
              </c:numCache>
            </c:numRef>
          </c:xVal>
          <c:yVal>
            <c:numRef>
              <c:f>'Chart Data'!$B$2:$B$7</c:f>
              <c:numCache>
                <c:formatCode>General</c:formatCode>
                <c:ptCount val="6"/>
                <c:pt idx="0">
                  <c:v>-89.46</c:v>
                </c:pt>
                <c:pt idx="1">
                  <c:v>-88.96</c:v>
                </c:pt>
                <c:pt idx="2">
                  <c:v>-88.31</c:v>
                </c:pt>
                <c:pt idx="3">
                  <c:v>-89.25</c:v>
                </c:pt>
                <c:pt idx="4">
                  <c:v>-89.13</c:v>
                </c:pt>
                <c:pt idx="5">
                  <c:v>-87.78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8DEF-49FE-9297-FE618D01DF6A}"/>
            </c:ext>
          </c:extLst>
        </c:ser>
        <c:ser>
          <c:idx val="1"/>
          <c:order val="1"/>
          <c:tx>
            <c:v>Mixed</c:v>
          </c:tx>
          <c:spPr>
            <a:ln w="38100">
              <a:solidFill>
                <a:srgbClr val="47171C"/>
              </a:solidFill>
            </a:ln>
          </c:spPr>
          <c:marker>
            <c:symbol val="circle"/>
            <c:size val="9"/>
            <c:spPr>
              <a:solidFill>
                <a:srgbClr val="47171C"/>
              </a:solidFill>
            </c:spPr>
          </c:marker>
          <c:xVal>
            <c:numRef>
              <c:f>'Chart Data'!$C$2:$C$7</c:f>
              <c:numCache>
                <c:formatCode>General</c:formatCode>
                <c:ptCount val="6"/>
                <c:pt idx="0">
                  <c:v>0</c:v>
                </c:pt>
                <c:pt idx="1">
                  <c:v>1</c:v>
                </c:pt>
                <c:pt idx="2">
                  <c:v>5</c:v>
                </c:pt>
                <c:pt idx="3">
                  <c:v>10</c:v>
                </c:pt>
                <c:pt idx="4">
                  <c:v>12</c:v>
                </c:pt>
                <c:pt idx="5">
                  <c:v>20</c:v>
                </c:pt>
              </c:numCache>
            </c:numRef>
          </c:xVal>
          <c:yVal>
            <c:numRef>
              <c:f>'Chart Data'!$D$2:$D$7</c:f>
              <c:numCache>
                <c:formatCode>General</c:formatCode>
                <c:ptCount val="6"/>
                <c:pt idx="0">
                  <c:v>-90.29</c:v>
                </c:pt>
                <c:pt idx="1">
                  <c:v>-81.96</c:v>
                </c:pt>
                <c:pt idx="2">
                  <c:v>-78.26</c:v>
                </c:pt>
                <c:pt idx="3">
                  <c:v>-69.34</c:v>
                </c:pt>
                <c:pt idx="4">
                  <c:v>-52.1</c:v>
                </c:pt>
                <c:pt idx="5">
                  <c:v>-50.51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8DEF-49FE-9297-FE618D01DF6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-40"/>
          <c:min val="-100"/>
        </c:scaling>
        <c:delete val="0"/>
        <c:axPos val="l"/>
        <c:title>
          <c:tx>
            <c:rich>
              <a:bodyPr/>
              <a:lstStyle/>
              <a:p>
                <a:r>
                  <a:t>Best GP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lang="zh-TW"/>
          </a:p>
        </c:txPr>
        <c:crossAx val="48650112"/>
        <c:crosses val="autoZero"/>
        <c:crossBetween val="midCat"/>
        <c:majorUnit val="10"/>
      </c:valAx>
      <c:valAx>
        <c:axId val="48650112"/>
        <c:scaling>
          <c:orientation val="minMax"/>
          <c:max val="20"/>
          <c:min val="0"/>
        </c:scaling>
        <c:delete val="0"/>
        <c:axPos val="b"/>
        <c:title>
          <c:tx>
            <c:rich>
              <a:bodyPr/>
              <a:lstStyle/>
              <a:p>
                <a:r>
                  <a:t>Generation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lang="zh-TW"/>
          </a:p>
        </c:txPr>
        <c:crossAx val="48672768"/>
        <c:crosses val="autoZero"/>
        <c:crossBetween val="midCat"/>
        <c:majorUnit val="5"/>
      </c:valAx>
      <c:spPr>
        <a:solidFill>
          <a:srgbClr val="FCF8F5"/>
        </a:solidFill>
      </c:spPr>
    </c:plotArea>
    <c:legend>
      <c:legendPos val="b"/>
      <c:overlay val="0"/>
      <c:txPr>
        <a:bodyPr anchorCtr="1"/>
        <a:lstStyle/>
        <a:p>
          <a:pPr>
            <a:defRPr sz="1875">
              <a:solidFill>
                <a:srgbClr val="423C3B"/>
              </a:solidFill>
              <a:latin typeface="Source Han Serif TW"/>
              <a:ea typeface="Source Han Serif TW"/>
              <a:cs typeface="Source Han Serif TW"/>
            </a:defRPr>
          </a:pPr>
          <a:endParaRPr lang="zh-TW"/>
        </a:p>
      </c:txPr>
    </c:legend>
    <c:plotVisOnly val="1"/>
    <c:dispBlanksAs val="zero"/>
    <c:showDLblsOverMax val="1"/>
  </c:chart>
  <c:spPr>
    <a:solidFill>
      <a:srgbClr val="FCF8F5"/>
    </a:solidFill>
    <a:ln w="0">
      <a:noFill/>
    </a:ln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Mixed 勝率</c:v>
          </c:tx>
          <c:spPr>
            <a:solidFill>
              <a:srgbClr val="CF8792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875">
                    <a:solidFill>
                      <a:srgbClr val="423C3B"/>
                    </a:solidFill>
                    <a:latin typeface="Source Han Serif TW"/>
                    <a:ea typeface="Source Han Serif TW"/>
                    <a:cs typeface="Source Han Serif TW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Data'!$A$2:$A$4</c:f>
              <c:strCache>
                <c:ptCount val="3"/>
                <c:pt idx="0">
                  <c:v>8×8</c:v>
                </c:pt>
                <c:pt idx="1">
                  <c:v>16×16</c:v>
                </c:pt>
                <c:pt idx="2">
                  <c:v>24×24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49</c:v>
                </c:pt>
                <c:pt idx="1">
                  <c:v>45</c:v>
                </c:pt>
                <c:pt idx="2">
                  <c:v>34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7A80-49E7-A837-964F83B55C0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lang="zh-TW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6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t>勝率（%）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lang="zh-TW"/>
          </a:p>
        </c:txPr>
        <c:crossAx val="48650112"/>
        <c:crosses val="autoZero"/>
        <c:crossBetween val="between"/>
        <c:majorUnit val="20"/>
      </c:valAx>
      <c:spPr>
        <a:solidFill>
          <a:srgbClr val="FCF8F5"/>
        </a:solidFill>
      </c:spPr>
    </c:plotArea>
    <c:plotVisOnly val="1"/>
    <c:dispBlanksAs val="zero"/>
    <c:showDLblsOverMax val="1"/>
  </c:chart>
  <c:spPr>
    <a:solidFill>
      <a:srgbClr val="FCF8F5"/>
    </a:solidFill>
    <a:ln w="0">
      <a:noFill/>
    </a:ln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本簡報日期為 2026/09/17，資料整理截至 2026/09/12。</a:t>
            </a:r>
          </a:p>
          <a:p>
            <a:r>
              <a:t>資料來源：Meeting/20260912_initial_population_comparison_20x10/initial_population_comparison_presentation_content.md。數值引用該分析稿；其原始 September run artifacts 未隨本地 checkout 提供，數值沿用既有分析，未重新執行實驗。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50"/>
              <a:t>演算法來源：</a:t>
            </a:r>
            <a:r>
              <a:rPr lang="en-US" sz="1350"/>
              <a:t>docs/eagle_architecture_spec.md。</a:t>
            </a:r>
            <a:r>
              <a:rPr lang="zh-TW" altLang="en-US" sz="1350"/>
              <a:t>此次使用 </a:t>
            </a:r>
            <a:r>
              <a:rPr lang="en-US" sz="1350"/>
              <a:t>inherited_genotype、</a:t>
            </a:r>
            <a:r>
              <a:rPr lang="zh-TW" altLang="en-US" sz="1350"/>
              <a:t>十個 </a:t>
            </a:r>
            <a:r>
              <a:rPr lang="en-US" sz="1350"/>
              <a:t>opponent cases、mu_plus_lambda </a:t>
            </a:r>
            <a:r>
              <a:rPr lang="zh-TW" altLang="en-US" sz="1350"/>
              <a:t>與 </a:t>
            </a:r>
            <a:r>
              <a:rPr lang="en-US" sz="1350"/>
              <a:t>static operator selection。Strategy </a:t>
            </a:r>
            <a:r>
              <a:rPr lang="zh-TW" altLang="en-US" sz="1350"/>
              <a:t>修改 </a:t>
            </a:r>
            <a:r>
              <a:rPr lang="en-US" sz="1350"/>
              <a:t>strategy_prompt；Prompt </a:t>
            </a:r>
            <a:r>
              <a:rPr lang="zh-TW" altLang="en-US" sz="1350"/>
              <a:t>修改 </a:t>
            </a:r>
            <a:r>
              <a:rPr lang="en-US" sz="1350"/>
              <a:t>generation_prompt；Code </a:t>
            </a:r>
            <a:r>
              <a:rPr lang="zh-TW" altLang="en-US" sz="1350"/>
              <a:t>先診斷，再於 </a:t>
            </a:r>
            <a:r>
              <a:rPr lang="en-US" sz="1350"/>
              <a:t>materialization </a:t>
            </a:r>
            <a:r>
              <a:rPr lang="zh-TW" altLang="en-US" sz="1350"/>
              <a:t>階段 </a:t>
            </a:r>
            <a:r>
              <a:rPr lang="en-US" sz="1350"/>
              <a:t>revision Java。Code </a:t>
            </a:r>
            <a:r>
              <a:rPr lang="zh-TW" altLang="en-US" sz="1350"/>
              <a:t>與 </a:t>
            </a:r>
            <a:r>
              <a:rPr lang="en-US" sz="1350"/>
              <a:t>Prompt </a:t>
            </a:r>
            <a:r>
              <a:rPr lang="zh-TW" altLang="en-US" sz="1350"/>
              <a:t>不使用勝負 </a:t>
            </a:r>
            <a:r>
              <a:rPr lang="en-US" sz="1350"/>
              <a:t>evidence。</a:t>
            </a:r>
            <a:endParaRPr sz="135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071506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50"/>
              <a:t>演算法來源：</a:t>
            </a:r>
            <a:r>
              <a:rPr lang="en-US" sz="1350"/>
              <a:t>docs/eagle_architecture_spec.md。</a:t>
            </a:r>
            <a:r>
              <a:rPr lang="zh-TW" altLang="en-US" sz="1350"/>
              <a:t>此次使用 </a:t>
            </a:r>
            <a:r>
              <a:rPr lang="en-US" sz="1350"/>
              <a:t>inherited_genotype、</a:t>
            </a:r>
            <a:r>
              <a:rPr lang="zh-TW" altLang="en-US" sz="1350"/>
              <a:t>十個 </a:t>
            </a:r>
            <a:r>
              <a:rPr lang="en-US" sz="1350"/>
              <a:t>opponent cases、mu_plus_lambda </a:t>
            </a:r>
            <a:r>
              <a:rPr lang="zh-TW" altLang="en-US" sz="1350"/>
              <a:t>與 </a:t>
            </a:r>
            <a:r>
              <a:rPr lang="en-US" sz="1350"/>
              <a:t>static operator selection。Strategy </a:t>
            </a:r>
            <a:r>
              <a:rPr lang="zh-TW" altLang="en-US" sz="1350"/>
              <a:t>修改 </a:t>
            </a:r>
            <a:r>
              <a:rPr lang="en-US" sz="1350"/>
              <a:t>strategy_prompt；Prompt </a:t>
            </a:r>
            <a:r>
              <a:rPr lang="zh-TW" altLang="en-US" sz="1350"/>
              <a:t>修改 </a:t>
            </a:r>
            <a:r>
              <a:rPr lang="en-US" sz="1350"/>
              <a:t>generation_prompt；Code </a:t>
            </a:r>
            <a:r>
              <a:rPr lang="zh-TW" altLang="en-US" sz="1350"/>
              <a:t>先診斷，再於 </a:t>
            </a:r>
            <a:r>
              <a:rPr lang="en-US" sz="1350"/>
              <a:t>materialization </a:t>
            </a:r>
            <a:r>
              <a:rPr lang="zh-TW" altLang="en-US" sz="1350"/>
              <a:t>階段 </a:t>
            </a:r>
            <a:r>
              <a:rPr lang="en-US" sz="1350"/>
              <a:t>revision Java。Code </a:t>
            </a:r>
            <a:r>
              <a:rPr lang="zh-TW" altLang="en-US" sz="1350"/>
              <a:t>與 </a:t>
            </a:r>
            <a:r>
              <a:rPr lang="en-US" sz="1350"/>
              <a:t>Prompt </a:t>
            </a:r>
            <a:r>
              <a:rPr lang="zh-TW" altLang="en-US" sz="1350"/>
              <a:t>不使用勝負 </a:t>
            </a:r>
            <a:r>
              <a:rPr lang="en-US" sz="1350"/>
              <a:t>evidence。</a:t>
            </a:r>
            <a:endParaRPr sz="135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595732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50"/>
              <a:t>演算法來源：</a:t>
            </a:r>
            <a:r>
              <a:rPr lang="en-US" sz="1350"/>
              <a:t>docs/eagle_architecture_spec.md。</a:t>
            </a:r>
            <a:r>
              <a:rPr lang="zh-TW" altLang="en-US" sz="1350"/>
              <a:t>此次使用 </a:t>
            </a:r>
            <a:r>
              <a:rPr lang="en-US" sz="1350"/>
              <a:t>inherited_genotype、</a:t>
            </a:r>
            <a:r>
              <a:rPr lang="zh-TW" altLang="en-US" sz="1350"/>
              <a:t>十個 </a:t>
            </a:r>
            <a:r>
              <a:rPr lang="en-US" sz="1350"/>
              <a:t>opponent cases、mu_plus_lambda </a:t>
            </a:r>
            <a:r>
              <a:rPr lang="zh-TW" altLang="en-US" sz="1350"/>
              <a:t>與 </a:t>
            </a:r>
            <a:r>
              <a:rPr lang="en-US" sz="1350"/>
              <a:t>static operator selection。Strategy </a:t>
            </a:r>
            <a:r>
              <a:rPr lang="zh-TW" altLang="en-US" sz="1350"/>
              <a:t>修改 </a:t>
            </a:r>
            <a:r>
              <a:rPr lang="en-US" sz="1350"/>
              <a:t>strategy_prompt；Prompt </a:t>
            </a:r>
            <a:r>
              <a:rPr lang="zh-TW" altLang="en-US" sz="1350"/>
              <a:t>修改 </a:t>
            </a:r>
            <a:r>
              <a:rPr lang="en-US" sz="1350"/>
              <a:t>generation_prompt；Code </a:t>
            </a:r>
            <a:r>
              <a:rPr lang="zh-TW" altLang="en-US" sz="1350"/>
              <a:t>先診斷，再於 </a:t>
            </a:r>
            <a:r>
              <a:rPr lang="en-US" sz="1350"/>
              <a:t>materialization </a:t>
            </a:r>
            <a:r>
              <a:rPr lang="zh-TW" altLang="en-US" sz="1350"/>
              <a:t>階段 </a:t>
            </a:r>
            <a:r>
              <a:rPr lang="en-US" sz="1350"/>
              <a:t>revision Java。Code </a:t>
            </a:r>
            <a:r>
              <a:rPr lang="zh-TW" altLang="en-US" sz="1350"/>
              <a:t>與 </a:t>
            </a:r>
            <a:r>
              <a:rPr lang="en-US" sz="1350"/>
              <a:t>Prompt </a:t>
            </a:r>
            <a:r>
              <a:rPr lang="zh-TW" altLang="en-US" sz="1350"/>
              <a:t>不使用勝負 </a:t>
            </a:r>
            <a:r>
              <a:rPr lang="en-US" sz="1350"/>
              <a:t>evidence。</a:t>
            </a:r>
            <a:endParaRPr sz="135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967311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50"/>
              <a:t>演算法來源：</a:t>
            </a:r>
            <a:r>
              <a:rPr lang="en-US" sz="1350"/>
              <a:t>docs/eagle_architecture_spec.md。</a:t>
            </a:r>
            <a:r>
              <a:rPr lang="zh-TW" altLang="en-US" sz="1350"/>
              <a:t>此次使用 </a:t>
            </a:r>
            <a:r>
              <a:rPr lang="en-US" sz="1350"/>
              <a:t>inherited_genotype、</a:t>
            </a:r>
            <a:r>
              <a:rPr lang="zh-TW" altLang="en-US" sz="1350"/>
              <a:t>十個 </a:t>
            </a:r>
            <a:r>
              <a:rPr lang="en-US" sz="1350"/>
              <a:t>opponent cases、mu_plus_lambda </a:t>
            </a:r>
            <a:r>
              <a:rPr lang="zh-TW" altLang="en-US" sz="1350"/>
              <a:t>與 </a:t>
            </a:r>
            <a:r>
              <a:rPr lang="en-US" sz="1350"/>
              <a:t>static operator selection。Strategy </a:t>
            </a:r>
            <a:r>
              <a:rPr lang="zh-TW" altLang="en-US" sz="1350"/>
              <a:t>修改 </a:t>
            </a:r>
            <a:r>
              <a:rPr lang="en-US" sz="1350"/>
              <a:t>strategy_prompt；Prompt </a:t>
            </a:r>
            <a:r>
              <a:rPr lang="zh-TW" altLang="en-US" sz="1350"/>
              <a:t>修改 </a:t>
            </a:r>
            <a:r>
              <a:rPr lang="en-US" sz="1350"/>
              <a:t>generation_prompt；Code </a:t>
            </a:r>
            <a:r>
              <a:rPr lang="zh-TW" altLang="en-US" sz="1350"/>
              <a:t>先診斷，再於 </a:t>
            </a:r>
            <a:r>
              <a:rPr lang="en-US" sz="1350"/>
              <a:t>materialization </a:t>
            </a:r>
            <a:r>
              <a:rPr lang="zh-TW" altLang="en-US" sz="1350"/>
              <a:t>階段 </a:t>
            </a:r>
            <a:r>
              <a:rPr lang="en-US" sz="1350"/>
              <a:t>revision Java。Code </a:t>
            </a:r>
            <a:r>
              <a:rPr lang="zh-TW" altLang="en-US" sz="1350"/>
              <a:t>與 </a:t>
            </a:r>
            <a:r>
              <a:rPr lang="en-US" sz="1350"/>
              <a:t>Prompt </a:t>
            </a:r>
            <a:r>
              <a:rPr lang="zh-TW" altLang="en-US" sz="1350"/>
              <a:t>不使用勝負 </a:t>
            </a:r>
            <a:r>
              <a:rPr lang="en-US" sz="1350"/>
              <a:t>evidence。</a:t>
            </a:r>
            <a:endParaRPr sz="135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778486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資料來源：Meeting/20260912_initial_population_comparison_20x10/initial_population_comparison_presentation_content.md。數值引用該分析稿；其原始 September run artifacts 未隨本地 checkout 提供，數值沿用既有分析，未重新執行實驗。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資料來源：Meeting/20260912_initial_population_comparison_20x10/initial_population_comparison_presentation_content.md。數值引用該分析稿；其原始 September run artifacts 未隨本地 checkout 提供，數值沿用既有分析，未重新執行實驗。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資料來源：Meeting/20260912_initial_population_comparison_20x10/initial_population_comparison_presentation_content.md。數值引用該分析稿；其原始 September run artifacts 未隨本地 checkout 提供，數值沿用既有分析，未重新執行實驗。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資料來源：Meeting/20260912_initial_population_comparison_20x10/initial_population_comparison_presentation_content.md。數值引用該分析稿；其原始 September run artifacts 未隨本地 checkout 提供，數值沿用既有分析，未重新執行實驗。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資料來源：Meeting/20260912_initial_population_comparison_20x10/initial_population_comparison_presentation_content.md。數值引用該分析稿；其原始 September run artifacts 未隨本地 checkout 提供，數值沿用既有分析，未重新執行實驗。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資料來源：Meeting/20260912_initial_population_comparison_20x10/initial_population_comparison_presentation_content.md。數值引用該分析稿；其原始 September run artifacts 未隨本地 checkout 提供，數值沿用既有分析，未重新執行實驗。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資料來源：Meeting/20260912_initial_population_comparison_20x10/initial_population_comparison_presentation_content.md。數值引用該分析稿；其原始 September run artifacts 未隨本地 checkout 提供，數值沿用既有分析，未重新執行實驗。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資料來源：Meeting/20260912_initial_population_comparison_20x10/initial_population_comparison_presentation_content.md。數值引用該分析稿；其原始 September run artifacts 未隨本地 checkout 提供，數值沿用既有分析，未重新執行實驗。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資料來源：Meeting/20260912_initial_population_comparison_20x10/initial_population_comparison_presentation_content.md。數值引用該分析稿；其原始 September run artifacts 未隨本地 checkout 提供，數值沿用既有分析，未重新執行實驗。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資料來源：Meeting/20260912_initial_population_comparison_20x10/initial_population_comparison_presentation_content.md。數值引用該分析稿；其原始 September run artifacts 未隨本地 checkout 提供，數值沿用既有分析，未重新執行實驗。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資料來源：Meeting/20260912_initial_population_comparison_20x10/initial_population_comparison_presentation_content.md。數值引用該分析稿；其原始 September run artifacts 未隨本地 checkout 提供，數值沿用既有分析，未重新執行實驗。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資料來源：Meeting/20260912_initial_population_comparison_20x10/initial_population_comparison_presentation_content.md。數值引用該分析稿；其原始 September run artifacts 未隨本地 checkout 提供，數值沿用既有分析，未重新執行實驗。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資料來源：Meeting/20260912_initial_population_comparison_20x10/initial_population_comparison_presentation_content.md。數值引用該分析稿；其原始 September run artifacts 未隨本地 checkout 提供，數值沿用既有分析，未重新執行實驗。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資料來源：Meeting/20260912_initial_population_comparison_20x10/initial_population_comparison_presentation_content.md。數值引用該分析稿；其原始 September run artifacts 未隨本地 checkout 提供，數值沿用既有分析，未重新執行實驗。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資料來源：Meeting/20260912_initial_population_comparison_20x10/initial_population_comparison_presentation_content.md。數值引用該分析稿；其原始 September run artifacts 未隨本地 checkout 提供，數值沿用既有分析，未重新執行實驗。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AGLE_0">
            <a:extLst>
              <a:ext uri="{FF2B5EF4-FFF2-40B4-BE49-F238E27FC236}">
                <a16:creationId xmlns:a16="http://schemas.microsoft.com/office/drawing/2014/main" id="{2F34C9E6-C370-4CE6-8C49-57861F01F240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2476500" y="2762250"/>
            <a:ext cx="10972800" cy="1333500"/>
          </a:xfrm>
        </p:spPr>
        <p:txBody>
          <a:bodyPr anchor="ctr">
            <a:noAutofit/>
          </a:bodyPr>
          <a:lstStyle/>
          <a:p>
            <a:pPr lvl="0"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5700" b="1">
                <a:solidFill>
                  <a:srgbClr val="47171C"/>
                </a:solidFill>
                <a:latin typeface="Source Han Serif TW"/>
                <a:ea typeface="Source Han Serif TW"/>
              </a:rPr>
              <a:t>按一下以編輯母片文字樣式</a:t>
            </a:r>
          </a:p>
        </p:txBody>
      </p:sp>
      <p:sp>
        <p:nvSpPr>
          <p:cNvPr id="3" name="EAGLE_1">
            <a:extLst>
              <a:ext uri="{FF2B5EF4-FFF2-40B4-BE49-F238E27FC236}">
                <a16:creationId xmlns:a16="http://schemas.microsoft.com/office/drawing/2014/main" id="{7A0C5AD2-9560-46CF-A557-9D96775B73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500" y="4429125"/>
            <a:ext cx="10210800" cy="952500"/>
          </a:xfrm>
        </p:spPr>
        <p:txBody>
          <a:bodyPr anchor="ctr">
            <a:noAutofit/>
          </a:bodyPr>
          <a:lstStyle/>
          <a:p>
            <a:pPr lvl="0"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2250" b="0">
                <a:solidFill>
                  <a:srgbClr val="423C3B"/>
                </a:solidFill>
                <a:latin typeface="Source Han Serif TW"/>
                <a:ea typeface="Source Han Serif TW"/>
              </a:rPr>
              <a:t>按一下以編輯母片文字樣式</a:t>
            </a:r>
          </a:p>
        </p:txBody>
      </p:sp>
      <p:sp>
        <p:nvSpPr>
          <p:cNvPr id="4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94FF8C53-65A6-4BE2-B1C3-0860FCD540B7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‹#›</a:t>
            </a:fld>
            <a:endParaRPr sz="1650" b="0">
              <a:solidFill>
                <a:srgbClr val="CF8792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4028912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AGLE_0">
            <a:extLst>
              <a:ext uri="{FF2B5EF4-FFF2-40B4-BE49-F238E27FC236}">
                <a16:creationId xmlns:a16="http://schemas.microsoft.com/office/drawing/2014/main" id="{E3969E06-0C81-48D2-BB37-515771E13DCE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2476500" y="3238500"/>
            <a:ext cx="10972800" cy="1238250"/>
          </a:xfrm>
        </p:spPr>
        <p:txBody>
          <a:bodyPr anchor="ctr">
            <a:noAutofit/>
          </a:bodyPr>
          <a:lstStyle/>
          <a:p>
            <a:pPr lvl="0"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5700" b="1">
                <a:solidFill>
                  <a:srgbClr val="47171C"/>
                </a:solidFill>
                <a:latin typeface="Source Han Serif TW"/>
                <a:ea typeface="Source Han Serif TW"/>
              </a:rPr>
              <a:t>按一下以編輯母片文字樣式</a:t>
            </a:r>
          </a:p>
        </p:txBody>
      </p:sp>
      <p:sp>
        <p:nvSpPr>
          <p:cNvPr id="3" name="EAGLE_2">
            <a:extLst>
              <a:ext uri="{FF2B5EF4-FFF2-40B4-BE49-F238E27FC236}">
                <a16:creationId xmlns:a16="http://schemas.microsoft.com/office/drawing/2014/main" id="{590865AA-9D35-4748-91A3-B387D561BA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0" y="4714875"/>
            <a:ext cx="9829800" cy="857250"/>
          </a:xfrm>
        </p:spPr>
        <p:txBody>
          <a:bodyPr anchor="t">
            <a:noAutofit/>
          </a:bodyPr>
          <a:lstStyle/>
          <a:p>
            <a:pPr lvl="0" algn="l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2250" b="0">
                <a:solidFill>
                  <a:srgbClr val="423C3B"/>
                </a:solidFill>
                <a:latin typeface="Source Han Serif TW"/>
                <a:ea typeface="Source Han Serif TW"/>
              </a:rPr>
              <a:t>按一下以編輯母片文字樣式</a:t>
            </a:r>
          </a:p>
        </p:txBody>
      </p:sp>
      <p:sp>
        <p:nvSpPr>
          <p:cNvPr id="4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1DC12639-B266-46C5-BCF3-45A4D32AE42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‹#›</a:t>
            </a:fld>
            <a:endParaRPr sz="1650" b="0">
              <a:solidFill>
                <a:srgbClr val="CF8792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2933747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AGLE_0">
            <a:extLst>
              <a:ext uri="{FF2B5EF4-FFF2-40B4-BE49-F238E27FC236}">
                <a16:creationId xmlns:a16="http://schemas.microsoft.com/office/drawing/2014/main" id="{6EC4DF72-535F-4440-B07D-46BAD5D2A2AE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2286000" y="438150"/>
            <a:ext cx="11353800" cy="1047750"/>
          </a:xfrm>
        </p:spPr>
        <p:txBody>
          <a:bodyPr anchor="ctr">
            <a:noAutofit/>
          </a:bodyPr>
          <a:lstStyle/>
          <a:p>
            <a:pPr lvl="0" algn="ctr"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5250" b="1">
                <a:solidFill>
                  <a:srgbClr val="47171C"/>
                </a:solidFill>
                <a:latin typeface="Source Han Serif TW"/>
                <a:ea typeface="Source Han Serif TW"/>
              </a:rPr>
              <a:t>按一下以編輯母片文字樣式</a:t>
            </a:r>
          </a:p>
        </p:txBody>
      </p:sp>
      <p:sp>
        <p:nvSpPr>
          <p:cNvPr id="3" name="EAGLE_1">
            <a:extLst>
              <a:ext uri="{FF2B5EF4-FFF2-40B4-BE49-F238E27FC236}">
                <a16:creationId xmlns:a16="http://schemas.microsoft.com/office/drawing/2014/main" id="{51353937-B2B6-48C4-A2B5-2F27B15E71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0" y="1571625"/>
            <a:ext cx="10972800" cy="457200"/>
          </a:xfrm>
        </p:spPr>
        <p:txBody>
          <a:bodyPr anchor="ctr">
            <a:noAutofit/>
          </a:bodyPr>
          <a:lstStyle/>
          <a:p>
            <a:pPr lvl="0"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2175" b="0">
                <a:solidFill>
                  <a:srgbClr val="423C3B"/>
                </a:solidFill>
                <a:latin typeface="Source Han Serif TW"/>
                <a:ea typeface="Source Han Serif TW"/>
              </a:rPr>
              <a:t>按一下以編輯母片文字樣式</a:t>
            </a:r>
          </a:p>
        </p:txBody>
      </p:sp>
      <p:sp>
        <p:nvSpPr>
          <p:cNvPr id="4" name="EAGLE_2">
            <a:extLst>
              <a:ext uri="{FF2B5EF4-FFF2-40B4-BE49-F238E27FC236}">
                <a16:creationId xmlns:a16="http://schemas.microsoft.com/office/drawing/2014/main" id="{92425B3F-3430-4EDE-B5B3-73C027E72E1D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1428750" y="2619375"/>
            <a:ext cx="13068300" cy="4905375"/>
          </a:xfrm>
        </p:spPr>
        <p:txBody>
          <a:bodyPr anchor="t">
            <a:noAutofit/>
          </a:bodyPr>
          <a:lstStyle/>
          <a:p>
            <a:pPr lvl="0"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2100" b="0">
                <a:solidFill>
                  <a:srgbClr val="423C3B"/>
                </a:solidFill>
                <a:latin typeface="Source Han Serif TW"/>
                <a:ea typeface="Source Han Serif TW"/>
              </a:rPr>
              <a:t>按一下以編輯母片文字樣式</a:t>
            </a:r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1ED4EB3D-E8EE-422C-AC16-9B2450B7C42F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‹#›</a:t>
            </a:fld>
            <a:endParaRPr sz="1650" b="0">
              <a:solidFill>
                <a:srgbClr val="CF8792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1272917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AGLE_0">
            <a:extLst>
              <a:ext uri="{FF2B5EF4-FFF2-40B4-BE49-F238E27FC236}">
                <a16:creationId xmlns:a16="http://schemas.microsoft.com/office/drawing/2014/main" id="{3A4791D8-472B-4CB1-9BF5-68D6DDA5E08C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2286000" y="438150"/>
            <a:ext cx="11353800" cy="1047750"/>
          </a:xfrm>
        </p:spPr>
        <p:txBody>
          <a:bodyPr anchor="ctr">
            <a:noAutofit/>
          </a:bodyPr>
          <a:lstStyle/>
          <a:p>
            <a:pPr lvl="0" algn="ctr"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5250" b="1">
                <a:solidFill>
                  <a:srgbClr val="47171C"/>
                </a:solidFill>
                <a:latin typeface="Source Han Serif TW"/>
                <a:ea typeface="Source Han Serif TW"/>
              </a:rPr>
              <a:t>按一下以編輯母片文字樣式</a:t>
            </a:r>
          </a:p>
        </p:txBody>
      </p:sp>
      <p:sp>
        <p:nvSpPr>
          <p:cNvPr id="3" name="EAGLE_1">
            <a:extLst>
              <a:ext uri="{FF2B5EF4-FFF2-40B4-BE49-F238E27FC236}">
                <a16:creationId xmlns:a16="http://schemas.microsoft.com/office/drawing/2014/main" id="{302C0C6D-C490-4DDF-92D9-E216E08E1C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0" y="1571625"/>
            <a:ext cx="10972800" cy="457200"/>
          </a:xfrm>
        </p:spPr>
        <p:txBody>
          <a:bodyPr anchor="ctr">
            <a:noAutofit/>
          </a:bodyPr>
          <a:lstStyle/>
          <a:p>
            <a:pPr lvl="0"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2175" b="0">
                <a:solidFill>
                  <a:srgbClr val="423C3B"/>
                </a:solidFill>
                <a:latin typeface="Source Han Serif TW"/>
                <a:ea typeface="Source Han Serif TW"/>
              </a:rPr>
              <a:t>按一下以編輯母片文字樣式</a:t>
            </a:r>
          </a:p>
        </p:txBody>
      </p:sp>
      <p:sp>
        <p:nvSpPr>
          <p:cNvPr id="4" name="EAGLE_2">
            <a:extLst>
              <a:ext uri="{FF2B5EF4-FFF2-40B4-BE49-F238E27FC236}">
                <a16:creationId xmlns:a16="http://schemas.microsoft.com/office/drawing/2014/main" id="{0892CF96-6BB8-469E-8C05-16E66270671E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1428750" y="2619375"/>
            <a:ext cx="6305550" cy="4905375"/>
          </a:xfrm>
        </p:spPr>
        <p:txBody>
          <a:bodyPr anchor="t">
            <a:noAutofit/>
          </a:bodyPr>
          <a:lstStyle/>
          <a:p>
            <a:pPr lvl="0"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2100" b="0">
                <a:solidFill>
                  <a:srgbClr val="423C3B"/>
                </a:solidFill>
                <a:latin typeface="Source Han Serif TW"/>
                <a:ea typeface="Source Han Serif TW"/>
              </a:rPr>
              <a:t>按一下以編輯母片文字樣式</a:t>
            </a:r>
          </a:p>
        </p:txBody>
      </p:sp>
      <p:sp>
        <p:nvSpPr>
          <p:cNvPr id="5" name="EAGLE_3">
            <a:extLst>
              <a:ext uri="{FF2B5EF4-FFF2-40B4-BE49-F238E27FC236}">
                <a16:creationId xmlns:a16="http://schemas.microsoft.com/office/drawing/2014/main" id="{00538733-DF1C-4D96-92B6-38724A005A9A}"/>
              </a:ext>
            </a:extLst>
          </p:cNvPr>
          <p:cNvSpPr>
            <a:spLocks noGrp="1"/>
          </p:cNvSpPr>
          <p:nvPr>
            <p:ph idx="3"/>
          </p:nvPr>
        </p:nvSpPr>
        <p:spPr>
          <a:xfrm>
            <a:off x="8191500" y="2619375"/>
            <a:ext cx="6305550" cy="4905375"/>
          </a:xfrm>
        </p:spPr>
        <p:txBody>
          <a:bodyPr anchor="t">
            <a:noAutofit/>
          </a:bodyPr>
          <a:lstStyle/>
          <a:p>
            <a:pPr lvl="0"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2100" b="0">
                <a:solidFill>
                  <a:srgbClr val="423C3B"/>
                </a:solidFill>
                <a:latin typeface="Source Han Serif TW"/>
                <a:ea typeface="Source Han Serif TW"/>
              </a:rPr>
              <a:t>按一下以編輯母片文字樣式</a:t>
            </a:r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58176649-BADB-4675-AA89-5F227F3F3954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‹#›</a:t>
            </a:fld>
            <a:endParaRPr sz="1650" b="0">
              <a:solidFill>
                <a:srgbClr val="CF8792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25769197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AGLE_0">
            <a:extLst>
              <a:ext uri="{FF2B5EF4-FFF2-40B4-BE49-F238E27FC236}">
                <a16:creationId xmlns:a16="http://schemas.microsoft.com/office/drawing/2014/main" id="{C4DD0E43-2CD7-44D8-A8DE-10D092170A60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2286000" y="438150"/>
            <a:ext cx="11353800" cy="1047750"/>
          </a:xfrm>
        </p:spPr>
        <p:txBody>
          <a:bodyPr anchor="ctr">
            <a:noAutofit/>
          </a:bodyPr>
          <a:lstStyle/>
          <a:p>
            <a:pPr lvl="0" algn="ctr"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5250" b="1">
                <a:solidFill>
                  <a:srgbClr val="47171C"/>
                </a:solidFill>
                <a:latin typeface="Source Han Serif TW"/>
                <a:ea typeface="Source Han Serif TW"/>
              </a:rPr>
              <a:t>按一下以編輯母片文字樣式</a:t>
            </a:r>
          </a:p>
        </p:txBody>
      </p:sp>
      <p:sp>
        <p:nvSpPr>
          <p:cNvPr id="3" name="EAGLE_1">
            <a:extLst>
              <a:ext uri="{FF2B5EF4-FFF2-40B4-BE49-F238E27FC236}">
                <a16:creationId xmlns:a16="http://schemas.microsoft.com/office/drawing/2014/main" id="{076D8F65-D3F7-4349-B3FE-19769F6294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0" y="1571625"/>
            <a:ext cx="10972800" cy="457200"/>
          </a:xfrm>
        </p:spPr>
        <p:txBody>
          <a:bodyPr anchor="ctr">
            <a:noAutofit/>
          </a:bodyPr>
          <a:lstStyle/>
          <a:p>
            <a:pPr lvl="0"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2175" b="0">
                <a:solidFill>
                  <a:srgbClr val="423C3B"/>
                </a:solidFill>
                <a:latin typeface="Source Han Serif TW"/>
                <a:ea typeface="Source Han Serif TW"/>
              </a:rPr>
              <a:t>按一下以編輯母片文字樣式</a:t>
            </a:r>
          </a:p>
        </p:txBody>
      </p:sp>
      <p:sp>
        <p:nvSpPr>
          <p:cNvPr id="4" name="EAGLE_2">
            <a:extLst>
              <a:ext uri="{FF2B5EF4-FFF2-40B4-BE49-F238E27FC236}">
                <a16:creationId xmlns:a16="http://schemas.microsoft.com/office/drawing/2014/main" id="{E2F427F0-C955-46A6-9858-9A50C0C635E7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1428750" y="2571750"/>
            <a:ext cx="6305550" cy="619125"/>
          </a:xfrm>
        </p:spPr>
        <p:txBody>
          <a:bodyPr anchor="t">
            <a:noAutofit/>
          </a:bodyPr>
          <a:lstStyle/>
          <a:p>
            <a:pPr lvl="0"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2250" b="1">
                <a:solidFill>
                  <a:srgbClr val="47171C"/>
                </a:solidFill>
                <a:latin typeface="Source Han Serif TW"/>
                <a:ea typeface="Source Han Serif TW"/>
              </a:rPr>
              <a:t>按一下以編輯母片文字樣式</a:t>
            </a:r>
          </a:p>
        </p:txBody>
      </p:sp>
      <p:sp>
        <p:nvSpPr>
          <p:cNvPr id="5" name="EAGLE_4">
            <a:extLst>
              <a:ext uri="{FF2B5EF4-FFF2-40B4-BE49-F238E27FC236}">
                <a16:creationId xmlns:a16="http://schemas.microsoft.com/office/drawing/2014/main" id="{3BB99614-5410-42D4-8D56-3C67339DE590}"/>
              </a:ext>
            </a:extLst>
          </p:cNvPr>
          <p:cNvSpPr>
            <a:spLocks noGrp="1"/>
          </p:cNvSpPr>
          <p:nvPr>
            <p:ph idx="3"/>
          </p:nvPr>
        </p:nvSpPr>
        <p:spPr>
          <a:xfrm>
            <a:off x="1428750" y="3476625"/>
            <a:ext cx="6305550" cy="4048125"/>
          </a:xfrm>
        </p:spPr>
        <p:txBody>
          <a:bodyPr anchor="t">
            <a:noAutofit/>
          </a:bodyPr>
          <a:lstStyle/>
          <a:p>
            <a:pPr lvl="0"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2100" b="0">
                <a:solidFill>
                  <a:srgbClr val="423C3B"/>
                </a:solidFill>
                <a:latin typeface="Source Han Serif TW"/>
                <a:ea typeface="Source Han Serif TW"/>
              </a:rPr>
              <a:t>按一下以編輯母片文字樣式</a:t>
            </a:r>
          </a:p>
        </p:txBody>
      </p:sp>
      <p:sp>
        <p:nvSpPr>
          <p:cNvPr id="6" name="EAGLE_3">
            <a:extLst>
              <a:ext uri="{FF2B5EF4-FFF2-40B4-BE49-F238E27FC236}">
                <a16:creationId xmlns:a16="http://schemas.microsoft.com/office/drawing/2014/main" id="{A31AD1B3-6BB9-4504-B9C5-087515F7D2D4}"/>
              </a:ext>
            </a:extLst>
          </p:cNvPr>
          <p:cNvSpPr>
            <a:spLocks noGrp="1"/>
          </p:cNvSpPr>
          <p:nvPr>
            <p:ph idx="5"/>
          </p:nvPr>
        </p:nvSpPr>
        <p:spPr>
          <a:xfrm>
            <a:off x="8191500" y="2571750"/>
            <a:ext cx="6305550" cy="619125"/>
          </a:xfrm>
        </p:spPr>
        <p:txBody>
          <a:bodyPr anchor="t">
            <a:noAutofit/>
          </a:bodyPr>
          <a:lstStyle/>
          <a:p>
            <a:pPr lvl="0"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2250" b="1">
                <a:solidFill>
                  <a:srgbClr val="47171C"/>
                </a:solidFill>
                <a:latin typeface="Source Han Serif TW"/>
                <a:ea typeface="Source Han Serif TW"/>
              </a:rPr>
              <a:t>按一下以編輯母片文字樣式</a:t>
            </a:r>
          </a:p>
        </p:txBody>
      </p:sp>
      <p:sp>
        <p:nvSpPr>
          <p:cNvPr id="7" name="EAGLE_5">
            <a:extLst>
              <a:ext uri="{FF2B5EF4-FFF2-40B4-BE49-F238E27FC236}">
                <a16:creationId xmlns:a16="http://schemas.microsoft.com/office/drawing/2014/main" id="{31D81A76-EB56-426E-8AAB-C05D479E14FD}"/>
              </a:ext>
            </a:extLst>
          </p:cNvPr>
          <p:cNvSpPr>
            <a:spLocks noGrp="1"/>
          </p:cNvSpPr>
          <p:nvPr>
            <p:ph idx="5"/>
          </p:nvPr>
        </p:nvSpPr>
        <p:spPr>
          <a:xfrm>
            <a:off x="8191500" y="3476625"/>
            <a:ext cx="6305550" cy="4048125"/>
          </a:xfrm>
        </p:spPr>
        <p:txBody>
          <a:bodyPr anchor="t">
            <a:noAutofit/>
          </a:bodyPr>
          <a:lstStyle/>
          <a:p>
            <a:pPr lvl="0"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2100" b="0">
                <a:solidFill>
                  <a:srgbClr val="423C3B"/>
                </a:solidFill>
                <a:latin typeface="Source Han Serif TW"/>
                <a:ea typeface="Source Han Serif TW"/>
              </a:rPr>
              <a:t>按一下以編輯母片文字樣式</a:t>
            </a:r>
          </a:p>
        </p:txBody>
      </p:sp>
      <p:sp>
        <p:nvSpPr>
          <p:cNvPr id="8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DAAEABEC-89D6-436E-9471-497DE5F8CC71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‹#›</a:t>
            </a:fld>
            <a:endParaRPr sz="1650" b="0">
              <a:solidFill>
                <a:srgbClr val="CF8792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3632291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三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AGLE_0">
            <a:extLst>
              <a:ext uri="{FF2B5EF4-FFF2-40B4-BE49-F238E27FC236}">
                <a16:creationId xmlns:a16="http://schemas.microsoft.com/office/drawing/2014/main" id="{D22686DD-6022-4F4D-883C-A3A2AE4FE63B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2286000" y="438150"/>
            <a:ext cx="11353800" cy="1047750"/>
          </a:xfrm>
        </p:spPr>
        <p:txBody>
          <a:bodyPr anchor="ctr">
            <a:noAutofit/>
          </a:bodyPr>
          <a:lstStyle/>
          <a:p>
            <a:pPr lvl="0" algn="ctr"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5250" b="1">
                <a:solidFill>
                  <a:srgbClr val="47171C"/>
                </a:solidFill>
                <a:latin typeface="Source Han Serif TW"/>
                <a:ea typeface="Source Han Serif TW"/>
              </a:rPr>
              <a:t>按一下以編輯母片文字樣式</a:t>
            </a:r>
          </a:p>
        </p:txBody>
      </p:sp>
      <p:sp>
        <p:nvSpPr>
          <p:cNvPr id="3" name="EAGLE_1">
            <a:extLst>
              <a:ext uri="{FF2B5EF4-FFF2-40B4-BE49-F238E27FC236}">
                <a16:creationId xmlns:a16="http://schemas.microsoft.com/office/drawing/2014/main" id="{6D6AF434-5A04-42F0-BBFA-BC92C57998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0" y="1571625"/>
            <a:ext cx="10972800" cy="457200"/>
          </a:xfrm>
        </p:spPr>
        <p:txBody>
          <a:bodyPr anchor="ctr">
            <a:noAutofit/>
          </a:bodyPr>
          <a:lstStyle/>
          <a:p>
            <a:pPr lvl="0"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2175" b="0">
                <a:solidFill>
                  <a:srgbClr val="423C3B"/>
                </a:solidFill>
                <a:latin typeface="Source Han Serif TW"/>
                <a:ea typeface="Source Han Serif TW"/>
              </a:rPr>
              <a:t>按一下以編輯母片文字樣式</a:t>
            </a:r>
          </a:p>
        </p:txBody>
      </p:sp>
      <p:sp>
        <p:nvSpPr>
          <p:cNvPr id="4" name="EAGLE_2">
            <a:extLst>
              <a:ext uri="{FF2B5EF4-FFF2-40B4-BE49-F238E27FC236}">
                <a16:creationId xmlns:a16="http://schemas.microsoft.com/office/drawing/2014/main" id="{FEB69765-384F-41D2-A24F-900B0409C29C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1428750" y="2619375"/>
            <a:ext cx="4038600" cy="4905375"/>
          </a:xfrm>
        </p:spPr>
        <p:txBody>
          <a:bodyPr anchor="t">
            <a:noAutofit/>
          </a:bodyPr>
          <a:lstStyle/>
          <a:p>
            <a:pPr lvl="0" algn="l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1950" b="0">
                <a:solidFill>
                  <a:srgbClr val="423C3B"/>
                </a:solidFill>
                <a:latin typeface="Source Han Serif TW"/>
                <a:ea typeface="Source Han Serif TW"/>
              </a:rPr>
              <a:t>按一下以編輯母片文字樣式</a:t>
            </a:r>
          </a:p>
        </p:txBody>
      </p:sp>
      <p:sp>
        <p:nvSpPr>
          <p:cNvPr id="5" name="EAGLE_3">
            <a:extLst>
              <a:ext uri="{FF2B5EF4-FFF2-40B4-BE49-F238E27FC236}">
                <a16:creationId xmlns:a16="http://schemas.microsoft.com/office/drawing/2014/main" id="{BB259B69-1EC0-4318-8F78-3881E3FD7476}"/>
              </a:ext>
            </a:extLst>
          </p:cNvPr>
          <p:cNvSpPr>
            <a:spLocks noGrp="1"/>
          </p:cNvSpPr>
          <p:nvPr>
            <p:ph idx="3"/>
          </p:nvPr>
        </p:nvSpPr>
        <p:spPr>
          <a:xfrm>
            <a:off x="5943600" y="2619375"/>
            <a:ext cx="4038600" cy="4905375"/>
          </a:xfrm>
        </p:spPr>
        <p:txBody>
          <a:bodyPr anchor="t">
            <a:noAutofit/>
          </a:bodyPr>
          <a:lstStyle/>
          <a:p>
            <a:pPr lvl="0" algn="l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1950" b="0">
                <a:solidFill>
                  <a:srgbClr val="423C3B"/>
                </a:solidFill>
                <a:latin typeface="Source Han Serif TW"/>
                <a:ea typeface="Source Han Serif TW"/>
              </a:rPr>
              <a:t>按一下以編輯母片文字樣式</a:t>
            </a:r>
          </a:p>
        </p:txBody>
      </p:sp>
      <p:sp>
        <p:nvSpPr>
          <p:cNvPr id="6" name="EAGLE_4">
            <a:extLst>
              <a:ext uri="{FF2B5EF4-FFF2-40B4-BE49-F238E27FC236}">
                <a16:creationId xmlns:a16="http://schemas.microsoft.com/office/drawing/2014/main" id="{86B9ECF8-06DD-4853-A29A-64E7D62F27ED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10458450" y="2619375"/>
            <a:ext cx="4038600" cy="4905375"/>
          </a:xfrm>
        </p:spPr>
        <p:txBody>
          <a:bodyPr anchor="t">
            <a:noAutofit/>
          </a:bodyPr>
          <a:lstStyle/>
          <a:p>
            <a:pPr lvl="0" algn="l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1950" b="0">
                <a:solidFill>
                  <a:srgbClr val="423C3B"/>
                </a:solidFill>
                <a:latin typeface="Source Han Serif TW"/>
                <a:ea typeface="Source Han Serif TW"/>
              </a:rPr>
              <a:t>按一下以編輯母片文字樣式</a:t>
            </a:r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534CC2CF-DFA1-4FF2-9601-EFC4BA57938F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‹#›</a:t>
            </a:fld>
            <a:endParaRPr sz="1650" b="0">
              <a:solidFill>
                <a:srgbClr val="CF8792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2363232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圖片及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AGLE_0">
            <a:extLst>
              <a:ext uri="{FF2B5EF4-FFF2-40B4-BE49-F238E27FC236}">
                <a16:creationId xmlns:a16="http://schemas.microsoft.com/office/drawing/2014/main" id="{93752F55-AC4A-40BE-B03B-0C040D718409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2286000" y="438150"/>
            <a:ext cx="11353800" cy="1047750"/>
          </a:xfrm>
        </p:spPr>
        <p:txBody>
          <a:bodyPr anchor="ctr">
            <a:noAutofit/>
          </a:bodyPr>
          <a:lstStyle/>
          <a:p>
            <a:pPr lvl="0" algn="ctr"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5250" b="1">
                <a:solidFill>
                  <a:srgbClr val="47171C"/>
                </a:solidFill>
                <a:latin typeface="Source Han Serif TW"/>
                <a:ea typeface="Source Han Serif TW"/>
              </a:rPr>
              <a:t>按一下以編輯母片文字樣式</a:t>
            </a:r>
          </a:p>
        </p:txBody>
      </p:sp>
      <p:sp>
        <p:nvSpPr>
          <p:cNvPr id="3" name="EAGLE_1">
            <a:extLst>
              <a:ext uri="{FF2B5EF4-FFF2-40B4-BE49-F238E27FC236}">
                <a16:creationId xmlns:a16="http://schemas.microsoft.com/office/drawing/2014/main" id="{8B7D0469-A4AB-493F-ACBF-E8CB73C3A6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0" y="1571625"/>
            <a:ext cx="10972800" cy="457200"/>
          </a:xfrm>
        </p:spPr>
        <p:txBody>
          <a:bodyPr anchor="ctr">
            <a:noAutofit/>
          </a:bodyPr>
          <a:lstStyle/>
          <a:p>
            <a:pPr lvl="0"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2175" b="0">
                <a:solidFill>
                  <a:srgbClr val="423C3B"/>
                </a:solidFill>
                <a:latin typeface="Source Han Serif TW"/>
                <a:ea typeface="Source Han Serif TW"/>
              </a:rPr>
              <a:t>按一下以編輯母片文字樣式</a:t>
            </a:r>
          </a:p>
        </p:txBody>
      </p:sp>
      <p:sp>
        <p:nvSpPr>
          <p:cNvPr id="4" name="EAGLE_2">
            <a:extLst>
              <a:ext uri="{FF2B5EF4-FFF2-40B4-BE49-F238E27FC236}">
                <a16:creationId xmlns:a16="http://schemas.microsoft.com/office/drawing/2014/main" id="{9089290D-C95F-4404-8DFC-D4901DA1C1BE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2000250" y="2476500"/>
            <a:ext cx="11925300" cy="4619625"/>
          </a:xfrm>
        </p:spPr>
        <p:txBody>
          <a:bodyPr anchor="t">
            <a:noAutofit/>
          </a:bodyPr>
          <a:lstStyle/>
          <a:p>
            <a:pPr lvl="0"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2100" b="0">
                <a:solidFill>
                  <a:srgbClr val="423C3B"/>
                </a:solidFill>
                <a:latin typeface="Source Han Serif TW"/>
                <a:ea typeface="Source Han Serif TW"/>
              </a:rPr>
              <a:t>按一下以編輯母片文字樣式</a:t>
            </a:r>
          </a:p>
        </p:txBody>
      </p:sp>
      <p:sp>
        <p:nvSpPr>
          <p:cNvPr id="5" name="EAGLE_3">
            <a:extLst>
              <a:ext uri="{FF2B5EF4-FFF2-40B4-BE49-F238E27FC236}">
                <a16:creationId xmlns:a16="http://schemas.microsoft.com/office/drawing/2014/main" id="{D1E03D6F-4B50-441D-9B62-7C7CF72080CE}"/>
              </a:ext>
            </a:extLst>
          </p:cNvPr>
          <p:cNvSpPr>
            <a:spLocks noGrp="1"/>
          </p:cNvSpPr>
          <p:nvPr>
            <p:ph idx="3"/>
          </p:nvPr>
        </p:nvSpPr>
        <p:spPr>
          <a:xfrm>
            <a:off x="2000250" y="7334250"/>
            <a:ext cx="11925300" cy="666750"/>
          </a:xfrm>
        </p:spPr>
        <p:txBody>
          <a:bodyPr anchor="t">
            <a:noAutofit/>
          </a:bodyPr>
          <a:lstStyle/>
          <a:p>
            <a:pPr lvl="0" algn="l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1800" b="0">
                <a:solidFill>
                  <a:srgbClr val="423C3B"/>
                </a:solidFill>
                <a:latin typeface="Source Han Serif TW"/>
                <a:ea typeface="Source Han Serif TW"/>
              </a:rPr>
              <a:t>按一下以編輯母片文字樣式</a:t>
            </a:r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5C3B0106-61B7-472E-AA5A-C33DCAE7DD66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‹#›</a:t>
            </a:fld>
            <a:endParaRPr sz="1650" b="0">
              <a:solidFill>
                <a:srgbClr val="CF8792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2566447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內容與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AGLE_0">
            <a:extLst>
              <a:ext uri="{FF2B5EF4-FFF2-40B4-BE49-F238E27FC236}">
                <a16:creationId xmlns:a16="http://schemas.microsoft.com/office/drawing/2014/main" id="{4E1AFFBC-8DD7-4858-BE9E-DF7B9E845243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2286000" y="438150"/>
            <a:ext cx="11353800" cy="1047750"/>
          </a:xfrm>
        </p:spPr>
        <p:txBody>
          <a:bodyPr anchor="ctr">
            <a:noAutofit/>
          </a:bodyPr>
          <a:lstStyle/>
          <a:p>
            <a:pPr lvl="0" algn="ctr"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5250" b="1">
                <a:solidFill>
                  <a:srgbClr val="47171C"/>
                </a:solidFill>
                <a:latin typeface="Source Han Serif TW"/>
                <a:ea typeface="Source Han Serif TW"/>
              </a:rPr>
              <a:t>按一下以編輯母片文字樣式</a:t>
            </a:r>
          </a:p>
        </p:txBody>
      </p:sp>
      <p:sp>
        <p:nvSpPr>
          <p:cNvPr id="3" name="EAGLE_1">
            <a:extLst>
              <a:ext uri="{FF2B5EF4-FFF2-40B4-BE49-F238E27FC236}">
                <a16:creationId xmlns:a16="http://schemas.microsoft.com/office/drawing/2014/main" id="{51E591F6-4009-4737-9C0E-3381B92FB0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0" y="1571625"/>
            <a:ext cx="10972800" cy="457200"/>
          </a:xfrm>
        </p:spPr>
        <p:txBody>
          <a:bodyPr anchor="ctr">
            <a:noAutofit/>
          </a:bodyPr>
          <a:lstStyle/>
          <a:p>
            <a:pPr lvl="0"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2175" b="0">
                <a:solidFill>
                  <a:srgbClr val="423C3B"/>
                </a:solidFill>
                <a:latin typeface="Source Han Serif TW"/>
                <a:ea typeface="Source Han Serif TW"/>
              </a:rPr>
              <a:t>按一下以編輯母片文字樣式</a:t>
            </a:r>
          </a:p>
        </p:txBody>
      </p:sp>
      <p:sp>
        <p:nvSpPr>
          <p:cNvPr id="4" name="EAGLE_2">
            <a:extLst>
              <a:ext uri="{FF2B5EF4-FFF2-40B4-BE49-F238E27FC236}">
                <a16:creationId xmlns:a16="http://schemas.microsoft.com/office/drawing/2014/main" id="{6277AB01-EE8D-4317-87D9-BEC820CCC3C8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1428750" y="2619375"/>
            <a:ext cx="5476875" cy="4905375"/>
          </a:xfrm>
        </p:spPr>
        <p:txBody>
          <a:bodyPr anchor="t">
            <a:noAutofit/>
          </a:bodyPr>
          <a:lstStyle/>
          <a:p>
            <a:pPr lvl="0"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2100" b="0">
                <a:solidFill>
                  <a:srgbClr val="423C3B"/>
                </a:solidFill>
                <a:latin typeface="Source Han Serif TW"/>
                <a:ea typeface="Source Han Serif TW"/>
              </a:rPr>
              <a:t>按一下以編輯母片文字樣式</a:t>
            </a:r>
          </a:p>
        </p:txBody>
      </p:sp>
      <p:sp>
        <p:nvSpPr>
          <p:cNvPr id="5" name="EAGLE_3">
            <a:extLst>
              <a:ext uri="{FF2B5EF4-FFF2-40B4-BE49-F238E27FC236}">
                <a16:creationId xmlns:a16="http://schemas.microsoft.com/office/drawing/2014/main" id="{882ACEB2-431F-4BBF-8F1B-4F07F63851B4}"/>
              </a:ext>
            </a:extLst>
          </p:cNvPr>
          <p:cNvSpPr>
            <a:spLocks noGrp="1"/>
          </p:cNvSpPr>
          <p:nvPr>
            <p:ph idx="3"/>
          </p:nvPr>
        </p:nvSpPr>
        <p:spPr>
          <a:xfrm>
            <a:off x="7429500" y="2619375"/>
            <a:ext cx="7067550" cy="4905375"/>
          </a:xfrm>
        </p:spPr>
        <p:txBody>
          <a:bodyPr anchor="t">
            <a:noAutofit/>
          </a:bodyPr>
          <a:lstStyle/>
          <a:p>
            <a:pPr lvl="0"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2100" b="0">
                <a:solidFill>
                  <a:srgbClr val="423C3B"/>
                </a:solidFill>
                <a:latin typeface="Source Han Serif TW"/>
                <a:ea typeface="Source Han Serif TW"/>
              </a:rPr>
              <a:t>按一下以編輯母片文字樣式</a:t>
            </a:r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C110DA2E-972D-47CE-8ED2-D648217896E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‹#›</a:t>
            </a:fld>
            <a:endParaRPr sz="1650" b="0">
              <a:solidFill>
                <a:srgbClr val="CF8792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1492630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AGLE_0">
            <a:extLst>
              <a:ext uri="{FF2B5EF4-FFF2-40B4-BE49-F238E27FC236}">
                <a16:creationId xmlns:a16="http://schemas.microsoft.com/office/drawing/2014/main" id="{3F380ADE-E8BD-4361-83D4-34B395C514E3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2286000" y="438150"/>
            <a:ext cx="11353800" cy="1047750"/>
          </a:xfrm>
        </p:spPr>
        <p:txBody>
          <a:bodyPr anchor="ctr">
            <a:noAutofit/>
          </a:bodyPr>
          <a:lstStyle/>
          <a:p>
            <a:pPr lvl="0" algn="ctr"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5250" b="1">
                <a:solidFill>
                  <a:srgbClr val="47171C"/>
                </a:solidFill>
                <a:latin typeface="Source Han Serif TW"/>
                <a:ea typeface="Source Han Serif TW"/>
              </a:rPr>
              <a:t>按一下以編輯母片文字樣式</a:t>
            </a:r>
          </a:p>
        </p:txBody>
      </p:sp>
      <p:sp>
        <p:nvSpPr>
          <p:cNvPr id="3" name="EAGLE_1">
            <a:extLst>
              <a:ext uri="{FF2B5EF4-FFF2-40B4-BE49-F238E27FC236}">
                <a16:creationId xmlns:a16="http://schemas.microsoft.com/office/drawing/2014/main" id="{198BEF13-EEB7-4982-8834-382B045AD4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0" y="1571625"/>
            <a:ext cx="10972800" cy="457200"/>
          </a:xfrm>
        </p:spPr>
        <p:txBody>
          <a:bodyPr anchor="ctr">
            <a:noAutofit/>
          </a:bodyPr>
          <a:lstStyle/>
          <a:p>
            <a:pPr lvl="0"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2175" b="0">
                <a:solidFill>
                  <a:srgbClr val="423C3B"/>
                </a:solidFill>
                <a:latin typeface="Source Han Serif TW"/>
                <a:ea typeface="Source Han Serif TW"/>
              </a:rPr>
              <a:t>按一下以編輯母片文字樣式</a:t>
            </a:r>
          </a:p>
        </p:txBody>
      </p:sp>
      <p:sp>
        <p:nvSpPr>
          <p:cNvPr id="4" name="EAGLE_2">
            <a:extLst>
              <a:ext uri="{FF2B5EF4-FFF2-40B4-BE49-F238E27FC236}">
                <a16:creationId xmlns:a16="http://schemas.microsoft.com/office/drawing/2014/main" id="{72D86C95-69D7-4516-97E8-EFF008A8DEC4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1428750" y="2619375"/>
            <a:ext cx="13068300" cy="4905375"/>
          </a:xfrm>
        </p:spPr>
        <p:txBody>
          <a:bodyPr anchor="t">
            <a:noAutofit/>
          </a:bodyPr>
          <a:lstStyle/>
          <a:p>
            <a:pPr lvl="0"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2100" b="0">
                <a:solidFill>
                  <a:srgbClr val="423C3B"/>
                </a:solidFill>
                <a:latin typeface="Source Han Serif TW"/>
                <a:ea typeface="Source Han Serif TW"/>
              </a:rPr>
              <a:t>按一下以編輯母片文字樣式</a:t>
            </a:r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04A177D9-44BB-4EE7-B2EE-483B651A8234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‹#›</a:t>
            </a:fld>
            <a:endParaRPr sz="1650" b="0">
              <a:solidFill>
                <a:srgbClr val="CF8792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3780603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標題及圖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AGLE_0">
            <a:extLst>
              <a:ext uri="{FF2B5EF4-FFF2-40B4-BE49-F238E27FC236}">
                <a16:creationId xmlns:a16="http://schemas.microsoft.com/office/drawing/2014/main" id="{1A30452A-65F7-44A3-A2FA-1CF1F34140ED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2286000" y="438150"/>
            <a:ext cx="11353800" cy="1047750"/>
          </a:xfrm>
        </p:spPr>
        <p:txBody>
          <a:bodyPr anchor="ctr">
            <a:noAutofit/>
          </a:bodyPr>
          <a:lstStyle/>
          <a:p>
            <a:pPr lvl="0" algn="ctr"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5250" b="1">
                <a:solidFill>
                  <a:srgbClr val="47171C"/>
                </a:solidFill>
                <a:latin typeface="Source Han Serif TW"/>
                <a:ea typeface="Source Han Serif TW"/>
              </a:rPr>
              <a:t>按一下以編輯母片文字樣式</a:t>
            </a:r>
          </a:p>
        </p:txBody>
      </p:sp>
      <p:sp>
        <p:nvSpPr>
          <p:cNvPr id="3" name="EAGLE_1">
            <a:extLst>
              <a:ext uri="{FF2B5EF4-FFF2-40B4-BE49-F238E27FC236}">
                <a16:creationId xmlns:a16="http://schemas.microsoft.com/office/drawing/2014/main" id="{C07D963E-74AF-48B2-8248-0768C947D0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0" y="1571625"/>
            <a:ext cx="10972800" cy="457200"/>
          </a:xfrm>
        </p:spPr>
        <p:txBody>
          <a:bodyPr anchor="ctr">
            <a:noAutofit/>
          </a:bodyPr>
          <a:lstStyle/>
          <a:p>
            <a:pPr lvl="0"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2175" b="0">
                <a:solidFill>
                  <a:srgbClr val="423C3B"/>
                </a:solidFill>
                <a:latin typeface="Source Han Serif TW"/>
                <a:ea typeface="Source Han Serif TW"/>
              </a:rPr>
              <a:t>按一下以編輯母片文字樣式</a:t>
            </a:r>
          </a:p>
        </p:txBody>
      </p:sp>
      <p:sp>
        <p:nvSpPr>
          <p:cNvPr id="4" name="EAGLE_2">
            <a:extLst>
              <a:ext uri="{FF2B5EF4-FFF2-40B4-BE49-F238E27FC236}">
                <a16:creationId xmlns:a16="http://schemas.microsoft.com/office/drawing/2014/main" id="{6394422A-37D3-4C97-96C5-AF5AE3C8DC4D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1428750" y="2619375"/>
            <a:ext cx="13068300" cy="4905375"/>
          </a:xfrm>
        </p:spPr>
        <p:txBody>
          <a:bodyPr anchor="t">
            <a:noAutofit/>
          </a:bodyPr>
          <a:lstStyle/>
          <a:p>
            <a:pPr lvl="0"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2100" b="0">
                <a:solidFill>
                  <a:srgbClr val="423C3B"/>
                </a:solidFill>
                <a:latin typeface="Source Han Serif TW"/>
                <a:ea typeface="Source Han Serif TW"/>
              </a:rPr>
              <a:t>按一下以編輯母片文字樣式</a:t>
            </a:r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86AA3F53-A20A-43C4-B655-9BABD8BDE394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‹#›</a:t>
            </a:fld>
            <a:endParaRPr sz="1650" b="0">
              <a:solidFill>
                <a:srgbClr val="CF8792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20009714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僅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AGLE_0">
            <a:extLst>
              <a:ext uri="{FF2B5EF4-FFF2-40B4-BE49-F238E27FC236}">
                <a16:creationId xmlns:a16="http://schemas.microsoft.com/office/drawing/2014/main" id="{2F1A0662-494B-4627-BCEA-708F46AE5F74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2286000" y="438150"/>
            <a:ext cx="11353800" cy="1047750"/>
          </a:xfrm>
        </p:spPr>
        <p:txBody>
          <a:bodyPr anchor="ctr">
            <a:noAutofit/>
          </a:bodyPr>
          <a:lstStyle/>
          <a:p>
            <a:pPr lvl="0" algn="ctr"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5250" b="1">
                <a:solidFill>
                  <a:srgbClr val="47171C"/>
                </a:solidFill>
                <a:latin typeface="Source Han Serif TW"/>
                <a:ea typeface="Source Han Serif TW"/>
              </a:rPr>
              <a:t>按一下以編輯母片文字樣式</a:t>
            </a:r>
          </a:p>
        </p:txBody>
      </p:sp>
      <p:sp>
        <p:nvSpPr>
          <p:cNvPr id="3" name="EAGLE_1">
            <a:extLst>
              <a:ext uri="{FF2B5EF4-FFF2-40B4-BE49-F238E27FC236}">
                <a16:creationId xmlns:a16="http://schemas.microsoft.com/office/drawing/2014/main" id="{5E4D67E8-1093-453A-AE8D-20B1DE405F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0" y="1571625"/>
            <a:ext cx="10972800" cy="457200"/>
          </a:xfrm>
        </p:spPr>
        <p:txBody>
          <a:bodyPr anchor="ctr">
            <a:noAutofit/>
          </a:bodyPr>
          <a:lstStyle/>
          <a:p>
            <a:pPr lvl="0"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2175" b="0">
                <a:solidFill>
                  <a:srgbClr val="423C3B"/>
                </a:solidFill>
                <a:latin typeface="Source Han Serif TW"/>
                <a:ea typeface="Source Han Serif TW"/>
              </a:rPr>
              <a:t>按一下以編輯母片文字樣式</a:t>
            </a:r>
          </a:p>
        </p:txBody>
      </p:sp>
      <p:sp>
        <p:nvSpPr>
          <p:cNvPr id="4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EFA42C01-117D-4BA1-BE6C-78A506A620BB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‹#›</a:t>
            </a:fld>
            <a:endParaRPr sz="1650" b="0">
              <a:solidFill>
                <a:srgbClr val="CF8792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26060067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28360F44-9DDB-4760-BE5D-FBB78FF4F621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‹#›</a:t>
            </a:fld>
            <a:endParaRPr sz="1650" b="0">
              <a:solidFill>
                <a:srgbClr val="CF8792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22443577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3722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AGLE geometric full-slide background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0" y="0"/>
            <a:ext cx="15925800" cy="8963025"/>
          </a:xfrm>
          <a:prstGeom prst="rect">
            <a:avLst/>
          </a:prstGeom>
        </p:spPr>
      </p:pic>
      <p:sp>
        <p:nvSpPr>
          <p:cNvPr id="3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‹#›</a:t>
            </a:fld>
            <a:endParaRPr sz="1650" b="0">
              <a:solidFill>
                <a:srgbClr val="CF8792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721036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</p:sldLayoutIdLst>
  <p:txStyles>
    <p:titleStyle>
      <a:lvl1pPr algn="l" eaLnBrk="1" hangingPunct="1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Source Han Serif TW"/>
          <a:ea typeface="Source Han Serif TW"/>
          <a:cs typeface="Source Han Serif TW"/>
        </a:defRPr>
      </a:lvl1pPr>
    </p:titleStyle>
    <p:bodyStyle>
      <a:lvl1pPr marL="228600" indent="-228600" algn="l" eaLnBrk="1" hangingPunct="1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Source Han Serif TW"/>
          <a:ea typeface="Source Han Serif TW"/>
          <a:cs typeface="Source Han Serif TW"/>
        </a:defRPr>
      </a:lvl1pPr>
      <a:lvl2pPr marL="685800" indent="-228600" algn="l" eaLnBrk="1" hangingPunct="1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Source Han Serif TW"/>
          <a:ea typeface="Source Han Serif TW"/>
          <a:cs typeface="Source Han Serif TW"/>
        </a:defRPr>
      </a:lvl2pPr>
      <a:lvl3pPr marL="1143000" indent="-228600" algn="l" eaLnBrk="1" hangingPunct="1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Source Han Serif TW"/>
          <a:ea typeface="Source Han Serif TW"/>
          <a:cs typeface="Source Han Serif TW"/>
        </a:defRPr>
      </a:lvl3pPr>
      <a:lvl4pPr marL="1600200" indent="-228600" algn="l" eaLnBrk="1" hangingPunct="1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4pPr>
      <a:lvl5pPr marL="2057400" indent="-228600" algn="l" eaLnBrk="1" hangingPunct="1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5pPr>
      <a:lvl6pPr marL="2514600" indent="-228600" algn="l" eaLnBrk="1" hangingPunct="1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6pPr>
      <a:lvl7pPr marL="2971800" indent="-228600" algn="l" eaLnBrk="1" hangingPunct="1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7pPr>
      <a:lvl8pPr marL="3429000" indent="-228600" algn="l" eaLnBrk="1" hangingPunct="1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8pPr>
      <a:lvl9pPr marL="3886200" indent="-228600" algn="l" eaLnBrk="1" hangingPunct="1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9pPr>
    </p:bodyStyle>
    <p:otherStyle>
      <a:lvl1pPr marL="0" algn="l" eaLnBrk="1" hangingPunct="1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1pPr>
      <a:lvl2pPr marL="457200" algn="l" eaLnBrk="1" hangingPunct="1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2pPr>
      <a:lvl3pPr marL="914400" algn="l" eaLnBrk="1" hangingPunct="1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3pPr>
      <a:lvl4pPr marL="1371600" algn="l" eaLnBrk="1" hangingPunct="1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4pPr>
      <a:lvl5pPr marL="1828800" algn="l" eaLnBrk="1" hangingPunct="1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5pPr>
      <a:lvl6pPr marL="2286000" algn="l" eaLnBrk="1" hangingPunct="1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6pPr>
      <a:lvl7pPr marL="2743200" algn="l" eaLnBrk="1" hangingPunct="1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7pPr>
      <a:lvl8pPr marL="3200400" algn="l" eaLnBrk="1" hangingPunct="1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8pPr>
      <a:lvl9pPr marL="3657600" algn="l" eaLnBrk="1" hangingPunct="1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B4E4B8EA-50AE-4444-8F74-0B25FF4437A8}"/>
              </a:ext>
            </a:extLst>
          </p:cNvPr>
          <p:cNvSpPr>
            <a:spLocks noGrp="1"/>
          </p:cNvSpPr>
          <p:nvPr/>
        </p:nvSpPr>
        <p:spPr>
          <a:xfrm>
            <a:off x="1285875" y="619125"/>
            <a:ext cx="13354050" cy="857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0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EAGLE 初始族群比較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49EFB17-4FA1-4414-9526-419359AD2FF2}"/>
              </a:ext>
            </a:extLst>
          </p:cNvPr>
          <p:cNvSpPr>
            <a:spLocks noGrp="1"/>
          </p:cNvSpPr>
          <p:nvPr/>
        </p:nvSpPr>
        <p:spPr>
          <a:xfrm>
            <a:off x="1714500" y="2952750"/>
            <a:ext cx="124968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5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5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初始 policy 多樣性與 Java seed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9773CD3-76FF-4F08-96F3-737683E3955E}"/>
              </a:ext>
            </a:extLst>
          </p:cNvPr>
          <p:cNvSpPr>
            <a:spLocks noGrp="1"/>
          </p:cNvSpPr>
          <p:nvPr/>
        </p:nvSpPr>
        <p:spPr>
          <a:xfrm>
            <a:off x="1714500" y="4095750"/>
            <a:ext cx="12496800" cy="809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全 Worker Rush 與 Mixed 初始化方案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78B925C-8671-4C19-8AE6-EF9B39E008A8}"/>
              </a:ext>
            </a:extLst>
          </p:cNvPr>
          <p:cNvSpPr>
            <a:spLocks noGrp="1"/>
          </p:cNvSpPr>
          <p:nvPr/>
        </p:nvSpPr>
        <p:spPr>
          <a:xfrm>
            <a:off x="1714500" y="5334000"/>
            <a:ext cx="124968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20 代 × 族群 10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5BE7C82-1B47-4CAB-AB74-1E40B37E84F2}"/>
              </a:ext>
            </a:extLst>
          </p:cNvPr>
          <p:cNvSpPr>
            <a:spLocks noGrp="1"/>
          </p:cNvSpPr>
          <p:nvPr/>
        </p:nvSpPr>
        <p:spPr>
          <a:xfrm>
            <a:off x="1714500" y="6858000"/>
            <a:ext cx="1249680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2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Meeting 0917　2026.09.17</a:t>
            </a:r>
          </a:p>
        </p:txBody>
      </p:sp>
      <p:sp>
        <p:nvSpPr>
          <p:cNvPr id="9000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CB959129-20D6-4B09-8419-372805478F42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</a:t>
            </a:fld>
            <a:endParaRPr sz="1650" b="0">
              <a:solidFill>
                <a:srgbClr val="CF8792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12950675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矩形 6">
            <a:extLst>
              <a:ext uri="{FF2B5EF4-FFF2-40B4-BE49-F238E27FC236}">
                <a16:creationId xmlns:a16="http://schemas.microsoft.com/office/drawing/2014/main" id="{3957C143-BB6F-4780-A866-E40375C8E77D}"/>
              </a:ext>
            </a:extLst>
          </p:cNvPr>
          <p:cNvSpPr>
            <a:spLocks noGrp="1"/>
          </p:cNvSpPr>
          <p:nvPr/>
        </p:nvSpPr>
        <p:spPr>
          <a:xfrm>
            <a:off x="6334125" y="2133600"/>
            <a:ext cx="32575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72" name="菱形 7">
            <a:extLst>
              <a:ext uri="{FF2B5EF4-FFF2-40B4-BE49-F238E27FC236}">
                <a16:creationId xmlns:a16="http://schemas.microsoft.com/office/drawing/2014/main" id="{2322933B-A22C-43AA-AFE0-DE6AE6C481E7}"/>
              </a:ext>
            </a:extLst>
          </p:cNvPr>
          <p:cNvSpPr>
            <a:spLocks noGrp="1"/>
          </p:cNvSpPr>
          <p:nvPr/>
        </p:nvSpPr>
        <p:spPr>
          <a:xfrm>
            <a:off x="7905750" y="2076450"/>
            <a:ext cx="114300" cy="114300"/>
          </a:xfrm>
          <a:prstGeom prst="diamond">
            <a:avLst/>
          </a:prstGeom>
          <a:solidFill>
            <a:srgbClr val="CF8792"/>
          </a:solidFill>
          <a:ln w="0">
            <a:noFill/>
          </a:ln>
        </p:spPr>
      </p:sp>
      <p:sp>
        <p:nvSpPr>
          <p:cNvPr id="73" name="矩形: 圓角 8">
            <a:extLst>
              <a:ext uri="{FF2B5EF4-FFF2-40B4-BE49-F238E27FC236}">
                <a16:creationId xmlns:a16="http://schemas.microsoft.com/office/drawing/2014/main" id="{FCB959D3-D01F-47F3-95A7-E3EFD3076424}"/>
              </a:ext>
            </a:extLst>
          </p:cNvPr>
          <p:cNvSpPr>
            <a:spLocks noGrp="1"/>
          </p:cNvSpPr>
          <p:nvPr/>
        </p:nvSpPr>
        <p:spPr>
          <a:xfrm>
            <a:off x="990600" y="2876550"/>
            <a:ext cx="3143250" cy="2266950"/>
          </a:xfrm>
          <a:prstGeom prst="roundRect">
            <a:avLst>
              <a:gd name="adj" fmla="val 6723"/>
            </a:avLst>
          </a:prstGeom>
          <a:solidFill>
            <a:srgbClr val="FCF8F5"/>
          </a:solidFill>
          <a:ln w="19050">
            <a:solidFill>
              <a:srgbClr val="CF9BA5"/>
            </a:solidFill>
          </a:ln>
        </p:spPr>
      </p:sp>
      <p:sp>
        <p:nvSpPr>
          <p:cNvPr id="74" name="橢圓 9">
            <a:extLst>
              <a:ext uri="{FF2B5EF4-FFF2-40B4-BE49-F238E27FC236}">
                <a16:creationId xmlns:a16="http://schemas.microsoft.com/office/drawing/2014/main" id="{3055E3F4-0D62-400A-9D46-AAE30A30C3F7}"/>
              </a:ext>
            </a:extLst>
          </p:cNvPr>
          <p:cNvSpPr>
            <a:spLocks noGrp="1"/>
          </p:cNvSpPr>
          <p:nvPr/>
        </p:nvSpPr>
        <p:spPr>
          <a:xfrm>
            <a:off x="2324100" y="2638425"/>
            <a:ext cx="476250" cy="476250"/>
          </a:xfrm>
          <a:prstGeom prst="ellipse">
            <a:avLst/>
          </a:prstGeom>
          <a:solidFill>
            <a:srgbClr val="C77E8C"/>
          </a:solidFill>
          <a:ln w="0">
            <a:noFill/>
          </a:ln>
        </p:spPr>
      </p:sp>
      <p:sp>
        <p:nvSpPr>
          <p:cNvPr id="75" name="矩形 12">
            <a:extLst>
              <a:ext uri="{FF2B5EF4-FFF2-40B4-BE49-F238E27FC236}">
                <a16:creationId xmlns:a16="http://schemas.microsoft.com/office/drawing/2014/main" id="{F0C84E05-E7A2-497D-A3CB-6EEEE9773430}"/>
              </a:ext>
            </a:extLst>
          </p:cNvPr>
          <p:cNvSpPr>
            <a:spLocks noGrp="1"/>
          </p:cNvSpPr>
          <p:nvPr/>
        </p:nvSpPr>
        <p:spPr>
          <a:xfrm>
            <a:off x="1276350" y="4114800"/>
            <a:ext cx="25717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76" name="箭號: 向右 14">
            <a:extLst>
              <a:ext uri="{FF2B5EF4-FFF2-40B4-BE49-F238E27FC236}">
                <a16:creationId xmlns:a16="http://schemas.microsoft.com/office/drawing/2014/main" id="{D1E758BF-CFD1-4E39-81BE-D90D912CE962}"/>
              </a:ext>
            </a:extLst>
          </p:cNvPr>
          <p:cNvSpPr>
            <a:spLocks noGrp="1"/>
          </p:cNvSpPr>
          <p:nvPr/>
        </p:nvSpPr>
        <p:spPr>
          <a:xfrm>
            <a:off x="4267200" y="3905250"/>
            <a:ext cx="304800" cy="219075"/>
          </a:xfrm>
          <a:prstGeom prst="rightArrow">
            <a:avLst/>
          </a:prstGeom>
          <a:solidFill>
            <a:srgbClr val="CF8792"/>
          </a:solidFill>
          <a:ln w="0">
            <a:noFill/>
          </a:ln>
        </p:spPr>
      </p:sp>
      <p:sp>
        <p:nvSpPr>
          <p:cNvPr id="77" name="矩形: 圓角 15">
            <a:extLst>
              <a:ext uri="{FF2B5EF4-FFF2-40B4-BE49-F238E27FC236}">
                <a16:creationId xmlns:a16="http://schemas.microsoft.com/office/drawing/2014/main" id="{97B9B512-304F-4CB9-93C4-D8AC938591A1}"/>
              </a:ext>
            </a:extLst>
          </p:cNvPr>
          <p:cNvSpPr>
            <a:spLocks noGrp="1"/>
          </p:cNvSpPr>
          <p:nvPr/>
        </p:nvSpPr>
        <p:spPr>
          <a:xfrm>
            <a:off x="4705350" y="2876550"/>
            <a:ext cx="3143250" cy="2266950"/>
          </a:xfrm>
          <a:prstGeom prst="roundRect">
            <a:avLst>
              <a:gd name="adj" fmla="val 6723"/>
            </a:avLst>
          </a:prstGeom>
          <a:solidFill>
            <a:srgbClr val="FCF8F5"/>
          </a:solidFill>
          <a:ln w="19050">
            <a:solidFill>
              <a:srgbClr val="CF9BA5"/>
            </a:solidFill>
          </a:ln>
        </p:spPr>
      </p:sp>
      <p:sp>
        <p:nvSpPr>
          <p:cNvPr id="78" name="橢圓 16">
            <a:extLst>
              <a:ext uri="{FF2B5EF4-FFF2-40B4-BE49-F238E27FC236}">
                <a16:creationId xmlns:a16="http://schemas.microsoft.com/office/drawing/2014/main" id="{1ADE5354-9A71-4C73-91EB-1A34BA99CDD0}"/>
              </a:ext>
            </a:extLst>
          </p:cNvPr>
          <p:cNvSpPr>
            <a:spLocks noGrp="1"/>
          </p:cNvSpPr>
          <p:nvPr/>
        </p:nvSpPr>
        <p:spPr>
          <a:xfrm>
            <a:off x="6038850" y="2638425"/>
            <a:ext cx="476250" cy="476250"/>
          </a:xfrm>
          <a:prstGeom prst="ellipse">
            <a:avLst/>
          </a:prstGeom>
          <a:solidFill>
            <a:srgbClr val="C77E8C"/>
          </a:solidFill>
          <a:ln w="0">
            <a:noFill/>
          </a:ln>
        </p:spPr>
      </p:sp>
      <p:sp>
        <p:nvSpPr>
          <p:cNvPr id="79" name="矩形 19">
            <a:extLst>
              <a:ext uri="{FF2B5EF4-FFF2-40B4-BE49-F238E27FC236}">
                <a16:creationId xmlns:a16="http://schemas.microsoft.com/office/drawing/2014/main" id="{3AF6677C-3C6E-4563-BADF-D5D216ED51E1}"/>
              </a:ext>
            </a:extLst>
          </p:cNvPr>
          <p:cNvSpPr>
            <a:spLocks noGrp="1"/>
          </p:cNvSpPr>
          <p:nvPr/>
        </p:nvSpPr>
        <p:spPr>
          <a:xfrm>
            <a:off x="4991100" y="4114800"/>
            <a:ext cx="25717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80" name="箭號: 向右 21">
            <a:extLst>
              <a:ext uri="{FF2B5EF4-FFF2-40B4-BE49-F238E27FC236}">
                <a16:creationId xmlns:a16="http://schemas.microsoft.com/office/drawing/2014/main" id="{F8455C09-98E1-4B28-95B2-C061165D73AA}"/>
              </a:ext>
            </a:extLst>
          </p:cNvPr>
          <p:cNvSpPr>
            <a:spLocks noGrp="1"/>
          </p:cNvSpPr>
          <p:nvPr/>
        </p:nvSpPr>
        <p:spPr>
          <a:xfrm>
            <a:off x="7981950" y="3905250"/>
            <a:ext cx="304800" cy="219075"/>
          </a:xfrm>
          <a:prstGeom prst="rightArrow">
            <a:avLst/>
          </a:prstGeom>
          <a:solidFill>
            <a:srgbClr val="CF8792"/>
          </a:solidFill>
          <a:ln w="0">
            <a:noFill/>
          </a:ln>
        </p:spPr>
      </p:sp>
      <p:sp>
        <p:nvSpPr>
          <p:cNvPr id="81" name="矩形: 圓角 22">
            <a:extLst>
              <a:ext uri="{FF2B5EF4-FFF2-40B4-BE49-F238E27FC236}">
                <a16:creationId xmlns:a16="http://schemas.microsoft.com/office/drawing/2014/main" id="{DFF97DA9-C92A-4F64-A1D1-48771B3EB8F9}"/>
              </a:ext>
            </a:extLst>
          </p:cNvPr>
          <p:cNvSpPr>
            <a:spLocks noGrp="1"/>
          </p:cNvSpPr>
          <p:nvPr/>
        </p:nvSpPr>
        <p:spPr>
          <a:xfrm>
            <a:off x="8420100" y="2876550"/>
            <a:ext cx="3143250" cy="2266950"/>
          </a:xfrm>
          <a:prstGeom prst="roundRect">
            <a:avLst>
              <a:gd name="adj" fmla="val 6723"/>
            </a:avLst>
          </a:prstGeom>
          <a:solidFill>
            <a:srgbClr val="FCF8F5"/>
          </a:solidFill>
          <a:ln w="19050">
            <a:solidFill>
              <a:srgbClr val="CF9BA5"/>
            </a:solidFill>
          </a:ln>
        </p:spPr>
      </p:sp>
      <p:sp>
        <p:nvSpPr>
          <p:cNvPr id="82" name="橢圓 23">
            <a:extLst>
              <a:ext uri="{FF2B5EF4-FFF2-40B4-BE49-F238E27FC236}">
                <a16:creationId xmlns:a16="http://schemas.microsoft.com/office/drawing/2014/main" id="{845BA28E-F9EE-4EA3-9139-51149A2C1D35}"/>
              </a:ext>
            </a:extLst>
          </p:cNvPr>
          <p:cNvSpPr>
            <a:spLocks noGrp="1"/>
          </p:cNvSpPr>
          <p:nvPr/>
        </p:nvSpPr>
        <p:spPr>
          <a:xfrm>
            <a:off x="9753600" y="2638425"/>
            <a:ext cx="476250" cy="476250"/>
          </a:xfrm>
          <a:prstGeom prst="ellipse">
            <a:avLst/>
          </a:prstGeom>
          <a:solidFill>
            <a:srgbClr val="C77E8C"/>
          </a:solidFill>
          <a:ln w="0">
            <a:noFill/>
          </a:ln>
        </p:spPr>
      </p:sp>
      <p:sp>
        <p:nvSpPr>
          <p:cNvPr id="83" name="矩形 26">
            <a:extLst>
              <a:ext uri="{FF2B5EF4-FFF2-40B4-BE49-F238E27FC236}">
                <a16:creationId xmlns:a16="http://schemas.microsoft.com/office/drawing/2014/main" id="{62BF0486-DAFA-4CB0-BCF7-4E9232AEE021}"/>
              </a:ext>
            </a:extLst>
          </p:cNvPr>
          <p:cNvSpPr>
            <a:spLocks noGrp="1"/>
          </p:cNvSpPr>
          <p:nvPr/>
        </p:nvSpPr>
        <p:spPr>
          <a:xfrm>
            <a:off x="8705850" y="4114800"/>
            <a:ext cx="25717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84" name="箭號: 向右 28">
            <a:extLst>
              <a:ext uri="{FF2B5EF4-FFF2-40B4-BE49-F238E27FC236}">
                <a16:creationId xmlns:a16="http://schemas.microsoft.com/office/drawing/2014/main" id="{C44DFB8D-303D-4CAE-83A2-5DE4DBEEC599}"/>
              </a:ext>
            </a:extLst>
          </p:cNvPr>
          <p:cNvSpPr>
            <a:spLocks noGrp="1"/>
          </p:cNvSpPr>
          <p:nvPr/>
        </p:nvSpPr>
        <p:spPr>
          <a:xfrm>
            <a:off x="11696700" y="3905250"/>
            <a:ext cx="304800" cy="219075"/>
          </a:xfrm>
          <a:prstGeom prst="rightArrow">
            <a:avLst/>
          </a:prstGeom>
          <a:solidFill>
            <a:srgbClr val="CF8792"/>
          </a:solidFill>
          <a:ln w="0">
            <a:noFill/>
          </a:ln>
        </p:spPr>
      </p:sp>
      <p:sp>
        <p:nvSpPr>
          <p:cNvPr id="85" name="矩形: 圓角 29">
            <a:extLst>
              <a:ext uri="{FF2B5EF4-FFF2-40B4-BE49-F238E27FC236}">
                <a16:creationId xmlns:a16="http://schemas.microsoft.com/office/drawing/2014/main" id="{6528C3B1-91C7-47E2-BD11-F64876328B41}"/>
              </a:ext>
            </a:extLst>
          </p:cNvPr>
          <p:cNvSpPr>
            <a:spLocks noGrp="1"/>
          </p:cNvSpPr>
          <p:nvPr/>
        </p:nvSpPr>
        <p:spPr>
          <a:xfrm>
            <a:off x="12134850" y="2876550"/>
            <a:ext cx="3143250" cy="2266950"/>
          </a:xfrm>
          <a:prstGeom prst="roundRect">
            <a:avLst>
              <a:gd name="adj" fmla="val 6723"/>
            </a:avLst>
          </a:prstGeom>
          <a:solidFill>
            <a:srgbClr val="FCF8F5"/>
          </a:solidFill>
          <a:ln w="19050">
            <a:solidFill>
              <a:srgbClr val="CF9BA5"/>
            </a:solidFill>
          </a:ln>
        </p:spPr>
      </p:sp>
      <p:sp>
        <p:nvSpPr>
          <p:cNvPr id="86" name="橢圓 30">
            <a:extLst>
              <a:ext uri="{FF2B5EF4-FFF2-40B4-BE49-F238E27FC236}">
                <a16:creationId xmlns:a16="http://schemas.microsoft.com/office/drawing/2014/main" id="{B019FC32-4EA3-43A7-B7CC-3FD6A85D4E0A}"/>
              </a:ext>
            </a:extLst>
          </p:cNvPr>
          <p:cNvSpPr>
            <a:spLocks noGrp="1"/>
          </p:cNvSpPr>
          <p:nvPr/>
        </p:nvSpPr>
        <p:spPr>
          <a:xfrm>
            <a:off x="13468350" y="2638425"/>
            <a:ext cx="476250" cy="476250"/>
          </a:xfrm>
          <a:prstGeom prst="ellipse">
            <a:avLst/>
          </a:prstGeom>
          <a:solidFill>
            <a:srgbClr val="C77E8C"/>
          </a:solidFill>
          <a:ln w="0">
            <a:noFill/>
          </a:ln>
        </p:spPr>
      </p:sp>
      <p:sp>
        <p:nvSpPr>
          <p:cNvPr id="87" name="矩形 33">
            <a:extLst>
              <a:ext uri="{FF2B5EF4-FFF2-40B4-BE49-F238E27FC236}">
                <a16:creationId xmlns:a16="http://schemas.microsoft.com/office/drawing/2014/main" id="{8CFB024B-A9D8-4474-8141-8C5DB6176449}"/>
              </a:ext>
            </a:extLst>
          </p:cNvPr>
          <p:cNvSpPr>
            <a:spLocks noGrp="1"/>
          </p:cNvSpPr>
          <p:nvPr/>
        </p:nvSpPr>
        <p:spPr>
          <a:xfrm>
            <a:off x="12420600" y="4114800"/>
            <a:ext cx="25717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88" name="矩形: 圓角 35">
            <a:extLst>
              <a:ext uri="{FF2B5EF4-FFF2-40B4-BE49-F238E27FC236}">
                <a16:creationId xmlns:a16="http://schemas.microsoft.com/office/drawing/2014/main" id="{5B724B37-F0C4-4B54-9D28-3D328E9430BB}"/>
              </a:ext>
            </a:extLst>
          </p:cNvPr>
          <p:cNvSpPr>
            <a:spLocks noGrp="1"/>
          </p:cNvSpPr>
          <p:nvPr/>
        </p:nvSpPr>
        <p:spPr>
          <a:xfrm>
            <a:off x="12134850" y="5772150"/>
            <a:ext cx="3143250" cy="2266950"/>
          </a:xfrm>
          <a:prstGeom prst="roundRect">
            <a:avLst>
              <a:gd name="adj" fmla="val 6723"/>
            </a:avLst>
          </a:prstGeom>
          <a:solidFill>
            <a:srgbClr val="FCF8F5"/>
          </a:solidFill>
          <a:ln w="19050">
            <a:solidFill>
              <a:srgbClr val="CF9BA5"/>
            </a:solidFill>
          </a:ln>
        </p:spPr>
      </p:sp>
      <p:sp>
        <p:nvSpPr>
          <p:cNvPr id="89" name="橢圓 36">
            <a:extLst>
              <a:ext uri="{FF2B5EF4-FFF2-40B4-BE49-F238E27FC236}">
                <a16:creationId xmlns:a16="http://schemas.microsoft.com/office/drawing/2014/main" id="{88826D4B-A72F-43AA-B44B-CCF95963A8B4}"/>
              </a:ext>
            </a:extLst>
          </p:cNvPr>
          <p:cNvSpPr>
            <a:spLocks noGrp="1"/>
          </p:cNvSpPr>
          <p:nvPr/>
        </p:nvSpPr>
        <p:spPr>
          <a:xfrm>
            <a:off x="13468350" y="5534025"/>
            <a:ext cx="476250" cy="476250"/>
          </a:xfrm>
          <a:prstGeom prst="ellipse">
            <a:avLst/>
          </a:prstGeom>
          <a:solidFill>
            <a:srgbClr val="C77E8C"/>
          </a:solidFill>
          <a:ln w="0">
            <a:noFill/>
          </a:ln>
        </p:spPr>
      </p:sp>
      <p:sp>
        <p:nvSpPr>
          <p:cNvPr id="90" name="矩形 39">
            <a:extLst>
              <a:ext uri="{FF2B5EF4-FFF2-40B4-BE49-F238E27FC236}">
                <a16:creationId xmlns:a16="http://schemas.microsoft.com/office/drawing/2014/main" id="{36817397-CFA7-4E5F-BB7A-217F6D32E44C}"/>
              </a:ext>
            </a:extLst>
          </p:cNvPr>
          <p:cNvSpPr>
            <a:spLocks noGrp="1"/>
          </p:cNvSpPr>
          <p:nvPr/>
        </p:nvSpPr>
        <p:spPr>
          <a:xfrm>
            <a:off x="12420600" y="7010400"/>
            <a:ext cx="25717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91" name="矩形: 圓角 41">
            <a:extLst>
              <a:ext uri="{FF2B5EF4-FFF2-40B4-BE49-F238E27FC236}">
                <a16:creationId xmlns:a16="http://schemas.microsoft.com/office/drawing/2014/main" id="{F5FB49FC-1078-4765-B4FE-BA4565F8BE82}"/>
              </a:ext>
            </a:extLst>
          </p:cNvPr>
          <p:cNvSpPr>
            <a:spLocks noGrp="1"/>
          </p:cNvSpPr>
          <p:nvPr/>
        </p:nvSpPr>
        <p:spPr>
          <a:xfrm>
            <a:off x="8420100" y="5772150"/>
            <a:ext cx="3143250" cy="2266950"/>
          </a:xfrm>
          <a:prstGeom prst="roundRect">
            <a:avLst>
              <a:gd name="adj" fmla="val 6723"/>
            </a:avLst>
          </a:prstGeom>
          <a:solidFill>
            <a:srgbClr val="FCF8F5"/>
          </a:solidFill>
          <a:ln w="19050">
            <a:solidFill>
              <a:srgbClr val="CF9BA5"/>
            </a:solidFill>
          </a:ln>
        </p:spPr>
      </p:sp>
      <p:sp>
        <p:nvSpPr>
          <p:cNvPr id="92" name="橢圓 42">
            <a:extLst>
              <a:ext uri="{FF2B5EF4-FFF2-40B4-BE49-F238E27FC236}">
                <a16:creationId xmlns:a16="http://schemas.microsoft.com/office/drawing/2014/main" id="{A1293CCF-ECA7-4CE8-AAD5-0F4611450CD7}"/>
              </a:ext>
            </a:extLst>
          </p:cNvPr>
          <p:cNvSpPr>
            <a:spLocks noGrp="1"/>
          </p:cNvSpPr>
          <p:nvPr/>
        </p:nvSpPr>
        <p:spPr>
          <a:xfrm>
            <a:off x="9753600" y="5534025"/>
            <a:ext cx="476250" cy="476250"/>
          </a:xfrm>
          <a:prstGeom prst="ellipse">
            <a:avLst/>
          </a:prstGeom>
          <a:solidFill>
            <a:srgbClr val="C77E8C"/>
          </a:solidFill>
          <a:ln w="0">
            <a:noFill/>
          </a:ln>
        </p:spPr>
      </p:sp>
      <p:sp>
        <p:nvSpPr>
          <p:cNvPr id="93" name="矩形 45">
            <a:extLst>
              <a:ext uri="{FF2B5EF4-FFF2-40B4-BE49-F238E27FC236}">
                <a16:creationId xmlns:a16="http://schemas.microsoft.com/office/drawing/2014/main" id="{3B50706C-674F-48D9-9B29-C51B036AB22E}"/>
              </a:ext>
            </a:extLst>
          </p:cNvPr>
          <p:cNvSpPr>
            <a:spLocks noGrp="1"/>
          </p:cNvSpPr>
          <p:nvPr/>
        </p:nvSpPr>
        <p:spPr>
          <a:xfrm>
            <a:off x="8705850" y="7010400"/>
            <a:ext cx="25717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94" name="箭號: 向左 47">
            <a:extLst>
              <a:ext uri="{FF2B5EF4-FFF2-40B4-BE49-F238E27FC236}">
                <a16:creationId xmlns:a16="http://schemas.microsoft.com/office/drawing/2014/main" id="{99D7197F-E204-4F33-9187-737CF5DE5539}"/>
              </a:ext>
            </a:extLst>
          </p:cNvPr>
          <p:cNvSpPr>
            <a:spLocks noGrp="1"/>
          </p:cNvSpPr>
          <p:nvPr/>
        </p:nvSpPr>
        <p:spPr>
          <a:xfrm>
            <a:off x="11696700" y="6800850"/>
            <a:ext cx="304800" cy="219075"/>
          </a:xfrm>
          <a:prstGeom prst="leftArrow">
            <a:avLst/>
          </a:prstGeom>
          <a:solidFill>
            <a:srgbClr val="CF8792"/>
          </a:solidFill>
          <a:ln w="0">
            <a:noFill/>
          </a:ln>
        </p:spPr>
      </p:sp>
      <p:sp>
        <p:nvSpPr>
          <p:cNvPr id="95" name="矩形: 圓角 48">
            <a:extLst>
              <a:ext uri="{FF2B5EF4-FFF2-40B4-BE49-F238E27FC236}">
                <a16:creationId xmlns:a16="http://schemas.microsoft.com/office/drawing/2014/main" id="{D0FA1965-711B-4CEE-82CB-58A187AF0AA3}"/>
              </a:ext>
            </a:extLst>
          </p:cNvPr>
          <p:cNvSpPr>
            <a:spLocks noGrp="1"/>
          </p:cNvSpPr>
          <p:nvPr/>
        </p:nvSpPr>
        <p:spPr>
          <a:xfrm>
            <a:off x="4705350" y="5772150"/>
            <a:ext cx="3143250" cy="2266950"/>
          </a:xfrm>
          <a:prstGeom prst="roundRect">
            <a:avLst>
              <a:gd name="adj" fmla="val 6723"/>
            </a:avLst>
          </a:prstGeom>
          <a:solidFill>
            <a:srgbClr val="FCF8F5"/>
          </a:solidFill>
          <a:ln w="19050">
            <a:solidFill>
              <a:srgbClr val="CF9BA5"/>
            </a:solidFill>
          </a:ln>
        </p:spPr>
      </p:sp>
      <p:sp>
        <p:nvSpPr>
          <p:cNvPr id="96" name="橢圓 49">
            <a:extLst>
              <a:ext uri="{FF2B5EF4-FFF2-40B4-BE49-F238E27FC236}">
                <a16:creationId xmlns:a16="http://schemas.microsoft.com/office/drawing/2014/main" id="{D6FF94C0-806B-46D8-86F1-D55F04B5184F}"/>
              </a:ext>
            </a:extLst>
          </p:cNvPr>
          <p:cNvSpPr>
            <a:spLocks noGrp="1"/>
          </p:cNvSpPr>
          <p:nvPr/>
        </p:nvSpPr>
        <p:spPr>
          <a:xfrm>
            <a:off x="6038850" y="5534025"/>
            <a:ext cx="476250" cy="476250"/>
          </a:xfrm>
          <a:prstGeom prst="ellipse">
            <a:avLst/>
          </a:prstGeom>
          <a:solidFill>
            <a:srgbClr val="C77E8C"/>
          </a:solidFill>
          <a:ln w="0">
            <a:noFill/>
          </a:ln>
        </p:spPr>
      </p:sp>
      <p:sp>
        <p:nvSpPr>
          <p:cNvPr id="97" name="矩形 52">
            <a:extLst>
              <a:ext uri="{FF2B5EF4-FFF2-40B4-BE49-F238E27FC236}">
                <a16:creationId xmlns:a16="http://schemas.microsoft.com/office/drawing/2014/main" id="{BC420691-057F-47AE-9DC7-D1002E07DE3A}"/>
              </a:ext>
            </a:extLst>
          </p:cNvPr>
          <p:cNvSpPr>
            <a:spLocks noGrp="1"/>
          </p:cNvSpPr>
          <p:nvPr/>
        </p:nvSpPr>
        <p:spPr>
          <a:xfrm>
            <a:off x="4991100" y="7010400"/>
            <a:ext cx="25717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98" name="箭號: 向左 54">
            <a:extLst>
              <a:ext uri="{FF2B5EF4-FFF2-40B4-BE49-F238E27FC236}">
                <a16:creationId xmlns:a16="http://schemas.microsoft.com/office/drawing/2014/main" id="{E2DD4A46-8C18-42D1-9DA4-0A2A7DE6D77E}"/>
              </a:ext>
            </a:extLst>
          </p:cNvPr>
          <p:cNvSpPr>
            <a:spLocks noGrp="1"/>
          </p:cNvSpPr>
          <p:nvPr/>
        </p:nvSpPr>
        <p:spPr>
          <a:xfrm>
            <a:off x="7981950" y="6800850"/>
            <a:ext cx="304800" cy="219075"/>
          </a:xfrm>
          <a:prstGeom prst="leftArrow">
            <a:avLst/>
          </a:prstGeom>
          <a:solidFill>
            <a:srgbClr val="CF8792"/>
          </a:solidFill>
          <a:ln w="0">
            <a:noFill/>
          </a:ln>
        </p:spPr>
      </p:sp>
      <p:sp>
        <p:nvSpPr>
          <p:cNvPr id="99" name="矩形: 圓角 55">
            <a:extLst>
              <a:ext uri="{FF2B5EF4-FFF2-40B4-BE49-F238E27FC236}">
                <a16:creationId xmlns:a16="http://schemas.microsoft.com/office/drawing/2014/main" id="{97DDC6D3-B45E-4433-8514-2FFD3C7A7D8C}"/>
              </a:ext>
            </a:extLst>
          </p:cNvPr>
          <p:cNvSpPr>
            <a:spLocks noGrp="1"/>
          </p:cNvSpPr>
          <p:nvPr/>
        </p:nvSpPr>
        <p:spPr>
          <a:xfrm>
            <a:off x="990600" y="5772150"/>
            <a:ext cx="3143250" cy="2266950"/>
          </a:xfrm>
          <a:prstGeom prst="roundRect">
            <a:avLst>
              <a:gd name="adj" fmla="val 6723"/>
            </a:avLst>
          </a:prstGeom>
          <a:solidFill>
            <a:srgbClr val="FCF8F5"/>
          </a:solidFill>
          <a:ln w="19050">
            <a:solidFill>
              <a:srgbClr val="CF9BA5"/>
            </a:solidFill>
          </a:ln>
        </p:spPr>
      </p:sp>
      <p:sp>
        <p:nvSpPr>
          <p:cNvPr id="100" name="橢圓 56">
            <a:extLst>
              <a:ext uri="{FF2B5EF4-FFF2-40B4-BE49-F238E27FC236}">
                <a16:creationId xmlns:a16="http://schemas.microsoft.com/office/drawing/2014/main" id="{373C333A-5CEE-4484-A9AB-5D1A5F89E7CD}"/>
              </a:ext>
            </a:extLst>
          </p:cNvPr>
          <p:cNvSpPr>
            <a:spLocks noGrp="1"/>
          </p:cNvSpPr>
          <p:nvPr/>
        </p:nvSpPr>
        <p:spPr>
          <a:xfrm>
            <a:off x="2324100" y="5534025"/>
            <a:ext cx="476250" cy="476250"/>
          </a:xfrm>
          <a:prstGeom prst="ellipse">
            <a:avLst/>
          </a:prstGeom>
          <a:solidFill>
            <a:srgbClr val="C77E8C"/>
          </a:solidFill>
          <a:ln w="0">
            <a:noFill/>
          </a:ln>
        </p:spPr>
      </p:sp>
      <p:sp>
        <p:nvSpPr>
          <p:cNvPr id="101" name="矩形 59">
            <a:extLst>
              <a:ext uri="{FF2B5EF4-FFF2-40B4-BE49-F238E27FC236}">
                <a16:creationId xmlns:a16="http://schemas.microsoft.com/office/drawing/2014/main" id="{F5079089-444E-4C31-B2F9-02B958CC9582}"/>
              </a:ext>
            </a:extLst>
          </p:cNvPr>
          <p:cNvSpPr>
            <a:spLocks noGrp="1"/>
          </p:cNvSpPr>
          <p:nvPr/>
        </p:nvSpPr>
        <p:spPr>
          <a:xfrm>
            <a:off x="1276350" y="7010400"/>
            <a:ext cx="25717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102" name="箭號: 向左 61">
            <a:extLst>
              <a:ext uri="{FF2B5EF4-FFF2-40B4-BE49-F238E27FC236}">
                <a16:creationId xmlns:a16="http://schemas.microsoft.com/office/drawing/2014/main" id="{F57AB087-9FC2-4FA7-9CDD-E121D32639F8}"/>
              </a:ext>
            </a:extLst>
          </p:cNvPr>
          <p:cNvSpPr>
            <a:spLocks noGrp="1"/>
          </p:cNvSpPr>
          <p:nvPr/>
        </p:nvSpPr>
        <p:spPr>
          <a:xfrm>
            <a:off x="4267200" y="6800850"/>
            <a:ext cx="304800" cy="219075"/>
          </a:xfrm>
          <a:prstGeom prst="leftArrow">
            <a:avLst/>
          </a:prstGeom>
          <a:solidFill>
            <a:srgbClr val="CF8792"/>
          </a:solidFill>
          <a:ln w="0">
            <a:noFill/>
          </a:ln>
        </p:spPr>
      </p:sp>
      <p:sp>
        <p:nvSpPr>
          <p:cNvPr id="103" name="箭號: 向下 62">
            <a:extLst>
              <a:ext uri="{FF2B5EF4-FFF2-40B4-BE49-F238E27FC236}">
                <a16:creationId xmlns:a16="http://schemas.microsoft.com/office/drawing/2014/main" id="{87377617-B8AE-4353-9EEB-16954CA94C1F}"/>
              </a:ext>
            </a:extLst>
          </p:cNvPr>
          <p:cNvSpPr>
            <a:spLocks noGrp="1"/>
          </p:cNvSpPr>
          <p:nvPr/>
        </p:nvSpPr>
        <p:spPr>
          <a:xfrm>
            <a:off x="13525500" y="5257800"/>
            <a:ext cx="219075" cy="400050"/>
          </a:xfrm>
          <a:prstGeom prst="downArrow">
            <a:avLst/>
          </a:prstGeom>
          <a:solidFill>
            <a:srgbClr val="CF8792"/>
          </a:solidFill>
          <a:ln w="0">
            <a:noFill/>
          </a:ln>
        </p:spPr>
      </p:sp>
      <p:sp>
        <p:nvSpPr>
          <p:cNvPr id="5" name="標題 4">
            <a:extLst>
              <a:ext uri="{FF2B5EF4-FFF2-40B4-BE49-F238E27FC236}">
                <a16:creationId xmlns:a16="http://schemas.microsoft.com/office/drawing/2014/main" id="{799C1F07-5647-4989-9C81-AF0E73969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0" y="438150"/>
            <a:ext cx="11353800" cy="10477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2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EAGLE 目前完整流程</a:t>
            </a:r>
          </a:p>
        </p:txBody>
      </p:sp>
      <p:sp>
        <p:nvSpPr>
          <p:cNvPr id="6" name="副標題 5">
            <a:extLst>
              <a:ext uri="{FF2B5EF4-FFF2-40B4-BE49-F238E27FC236}">
                <a16:creationId xmlns:a16="http://schemas.microsoft.com/office/drawing/2014/main" id="{8DB6D6F5-9D13-46E5-80CC-8269E4AA6E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76500" y="1533525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en-US" altLang="zh-TW"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180 </a:t>
            </a:r>
            <a:r>
              <a:rPr lang="zh-TW" altLang="en-US"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場評估；本次以 </a:t>
            </a:r>
            <a:r>
              <a:rPr lang="en-US"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static </a:t>
            </a:r>
            <a:r>
              <a:rPr lang="zh-TW" altLang="en-US"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選擇 </a:t>
            </a:r>
            <a:r>
              <a:rPr lang="en-US"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Strategy / Prompt / Code</a:t>
            </a:r>
            <a:endParaRPr sz="2100" b="0">
              <a:solidFill>
                <a:srgbClr val="423C3B"/>
              </a:solidFill>
              <a:latin typeface="Source Han Serif TW"/>
              <a:ea typeface="Source Han Serif TW"/>
              <a:cs typeface="Source Han Serif TW"/>
            </a:endParaRPr>
          </a:p>
        </p:txBody>
      </p:sp>
      <p:sp>
        <p:nvSpPr>
          <p:cNvPr id="11" name="文字版面配置區 10">
            <a:extLst>
              <a:ext uri="{FF2B5EF4-FFF2-40B4-BE49-F238E27FC236}">
                <a16:creationId xmlns:a16="http://schemas.microsoft.com/office/drawing/2014/main" id="{28818BAC-98AA-4852-B527-76C1525BA447}"/>
              </a:ext>
            </a:extLst>
          </p:cNvPr>
          <p:cNvSpPr>
            <a:spLocks noGrp="1"/>
          </p:cNvSpPr>
          <p:nvPr/>
        </p:nvSpPr>
        <p:spPr>
          <a:xfrm>
            <a:off x="2352675" y="2638425"/>
            <a:ext cx="4191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rPr>
              <a:t>1</a:t>
            </a:r>
          </a:p>
        </p:txBody>
      </p:sp>
      <p:sp>
        <p:nvSpPr>
          <p:cNvPr id="12" name="文字版面配置區 11">
            <a:extLst>
              <a:ext uri="{FF2B5EF4-FFF2-40B4-BE49-F238E27FC236}">
                <a16:creationId xmlns:a16="http://schemas.microsoft.com/office/drawing/2014/main" id="{E3AEA0F1-8D92-4325-B0B7-17A8F9F9182B}"/>
              </a:ext>
            </a:extLst>
          </p:cNvPr>
          <p:cNvSpPr>
            <a:spLocks noGrp="1"/>
          </p:cNvSpPr>
          <p:nvPr/>
        </p:nvSpPr>
        <p:spPr>
          <a:xfrm>
            <a:off x="1133475" y="3581400"/>
            <a:ext cx="2857500" cy="4286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初始族群</a:t>
            </a:r>
          </a:p>
        </p:txBody>
      </p:sp>
      <p:sp>
        <p:nvSpPr>
          <p:cNvPr id="14" name="文字版面配置區 13">
            <a:extLst>
              <a:ext uri="{FF2B5EF4-FFF2-40B4-BE49-F238E27FC236}">
                <a16:creationId xmlns:a16="http://schemas.microsoft.com/office/drawing/2014/main" id="{4190BCEE-DA08-4A57-8FD4-CF81CF1D139F}"/>
              </a:ext>
            </a:extLst>
          </p:cNvPr>
          <p:cNvSpPr>
            <a:spLocks noGrp="1"/>
          </p:cNvSpPr>
          <p:nvPr/>
        </p:nvSpPr>
        <p:spPr>
          <a:xfrm>
            <a:off x="1228725" y="4257675"/>
            <a:ext cx="2667000" cy="68580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依兩種初始化方案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建立 </a:t>
            </a:r>
            <a:r>
              <a:rPr lang="en-US" altLang="zh-TW"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10 </a:t>
            </a:r>
            <a:r>
              <a:rPr lang="zh-TW" altLang="en-US"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個 </a:t>
            </a:r>
            <a:r>
              <a:rPr lang="en-US"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candidate</a:t>
            </a:r>
            <a:endParaRPr sz="1800" b="0">
              <a:solidFill>
                <a:srgbClr val="423C3B"/>
              </a:solidFill>
              <a:latin typeface="Source Han Serif TW"/>
              <a:ea typeface="Source Han Serif TW"/>
              <a:cs typeface="Source Han Serif TW"/>
            </a:endParaRPr>
          </a:p>
        </p:txBody>
      </p:sp>
      <p:sp>
        <p:nvSpPr>
          <p:cNvPr id="18" name="文字版面配置區 17">
            <a:extLst>
              <a:ext uri="{FF2B5EF4-FFF2-40B4-BE49-F238E27FC236}">
                <a16:creationId xmlns:a16="http://schemas.microsoft.com/office/drawing/2014/main" id="{8FB2BE65-7BD4-46AF-B29B-AEA33AB45687}"/>
              </a:ext>
            </a:extLst>
          </p:cNvPr>
          <p:cNvSpPr>
            <a:spLocks noGrp="1"/>
          </p:cNvSpPr>
          <p:nvPr/>
        </p:nvSpPr>
        <p:spPr>
          <a:xfrm>
            <a:off x="6067425" y="2638425"/>
            <a:ext cx="4191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rPr>
              <a:t>2</a:t>
            </a:r>
          </a:p>
        </p:txBody>
      </p:sp>
      <p:sp>
        <p:nvSpPr>
          <p:cNvPr id="19" name="文字版面配置區 18">
            <a:extLst>
              <a:ext uri="{FF2B5EF4-FFF2-40B4-BE49-F238E27FC236}">
                <a16:creationId xmlns:a16="http://schemas.microsoft.com/office/drawing/2014/main" id="{E1CBB441-D79E-41A6-BD42-BED6CA18B555}"/>
              </a:ext>
            </a:extLst>
          </p:cNvPr>
          <p:cNvSpPr>
            <a:spLocks noGrp="1"/>
          </p:cNvSpPr>
          <p:nvPr/>
        </p:nvSpPr>
        <p:spPr>
          <a:xfrm>
            <a:off x="4848225" y="3581400"/>
            <a:ext cx="2857500" cy="4286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父代選擇</a:t>
            </a:r>
          </a:p>
        </p:txBody>
      </p:sp>
      <p:sp>
        <p:nvSpPr>
          <p:cNvPr id="21" name="文字版面配置區 20">
            <a:extLst>
              <a:ext uri="{FF2B5EF4-FFF2-40B4-BE49-F238E27FC236}">
                <a16:creationId xmlns:a16="http://schemas.microsoft.com/office/drawing/2014/main" id="{C5D2F3F4-0CCC-43D7-A69B-1F0F0D1D759C}"/>
              </a:ext>
            </a:extLst>
          </p:cNvPr>
          <p:cNvSpPr>
            <a:spLocks noGrp="1"/>
          </p:cNvSpPr>
          <p:nvPr/>
        </p:nvSpPr>
        <p:spPr>
          <a:xfrm>
            <a:off x="4943475" y="4257675"/>
            <a:ext cx="2667000" cy="68580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10 個對手 cases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Lexicase 選擇</a:t>
            </a:r>
          </a:p>
        </p:txBody>
      </p:sp>
      <p:sp>
        <p:nvSpPr>
          <p:cNvPr id="25" name="文字版面配置區 24">
            <a:extLst>
              <a:ext uri="{FF2B5EF4-FFF2-40B4-BE49-F238E27FC236}">
                <a16:creationId xmlns:a16="http://schemas.microsoft.com/office/drawing/2014/main" id="{54A5864B-CD35-4DA5-9C3A-9C36C4EE6247}"/>
              </a:ext>
            </a:extLst>
          </p:cNvPr>
          <p:cNvSpPr>
            <a:spLocks noGrp="1"/>
          </p:cNvSpPr>
          <p:nvPr/>
        </p:nvSpPr>
        <p:spPr>
          <a:xfrm>
            <a:off x="9782175" y="2638425"/>
            <a:ext cx="4191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rPr>
              <a:t>3</a:t>
            </a:r>
          </a:p>
        </p:txBody>
      </p:sp>
      <p:sp>
        <p:nvSpPr>
          <p:cNvPr id="26" name="文字版面配置區 25">
            <a:extLst>
              <a:ext uri="{FF2B5EF4-FFF2-40B4-BE49-F238E27FC236}">
                <a16:creationId xmlns:a16="http://schemas.microsoft.com/office/drawing/2014/main" id="{A5AE1C69-4FFF-4847-8733-B2F021345EBE}"/>
              </a:ext>
            </a:extLst>
          </p:cNvPr>
          <p:cNvSpPr>
            <a:spLocks noGrp="1"/>
          </p:cNvSpPr>
          <p:nvPr/>
        </p:nvSpPr>
        <p:spPr>
          <a:xfrm>
            <a:off x="8562975" y="3581400"/>
            <a:ext cx="2857500" cy="4286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交叉與反思</a:t>
            </a:r>
          </a:p>
        </p:txBody>
      </p:sp>
      <p:sp>
        <p:nvSpPr>
          <p:cNvPr id="28" name="文字版面配置區 27">
            <a:extLst>
              <a:ext uri="{FF2B5EF4-FFF2-40B4-BE49-F238E27FC236}">
                <a16:creationId xmlns:a16="http://schemas.microsoft.com/office/drawing/2014/main" id="{F6989CD8-0CC1-492E-AB91-1F0749C10ABE}"/>
              </a:ext>
            </a:extLst>
          </p:cNvPr>
          <p:cNvSpPr>
            <a:spLocks noGrp="1"/>
          </p:cNvSpPr>
          <p:nvPr/>
        </p:nvSpPr>
        <p:spPr>
          <a:xfrm>
            <a:off x="8658225" y="4257675"/>
            <a:ext cx="2667000" cy="68580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三組獨立交叉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可選 </a:t>
            </a:r>
            <a:r>
              <a:rPr lang="en-US" altLang="zh-TW"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 / P / C</a:t>
            </a:r>
            <a:endParaRPr sz="1800" b="0">
              <a:solidFill>
                <a:srgbClr val="423C3B"/>
              </a:solidFill>
              <a:latin typeface="Source Han Serif TW"/>
              <a:ea typeface="Source Han Serif TW"/>
              <a:cs typeface="Source Han Serif TW"/>
            </a:endParaRPr>
          </a:p>
        </p:txBody>
      </p:sp>
      <p:sp>
        <p:nvSpPr>
          <p:cNvPr id="32" name="文字版面配置區 31">
            <a:extLst>
              <a:ext uri="{FF2B5EF4-FFF2-40B4-BE49-F238E27FC236}">
                <a16:creationId xmlns:a16="http://schemas.microsoft.com/office/drawing/2014/main" id="{CC526DB1-3656-43BE-B7E7-7C2180258F45}"/>
              </a:ext>
            </a:extLst>
          </p:cNvPr>
          <p:cNvSpPr>
            <a:spLocks noGrp="1"/>
          </p:cNvSpPr>
          <p:nvPr/>
        </p:nvSpPr>
        <p:spPr>
          <a:xfrm>
            <a:off x="13496925" y="2638425"/>
            <a:ext cx="4191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rPr>
              <a:t>4</a:t>
            </a:r>
          </a:p>
        </p:txBody>
      </p:sp>
      <p:sp>
        <p:nvSpPr>
          <p:cNvPr id="33" name="文字版面配置區 32">
            <a:extLst>
              <a:ext uri="{FF2B5EF4-FFF2-40B4-BE49-F238E27FC236}">
                <a16:creationId xmlns:a16="http://schemas.microsoft.com/office/drawing/2014/main" id="{7F9EB42A-D2C0-48CE-8F8F-71BCD48F6E81}"/>
              </a:ext>
            </a:extLst>
          </p:cNvPr>
          <p:cNvSpPr>
            <a:spLocks noGrp="1"/>
          </p:cNvSpPr>
          <p:nvPr/>
        </p:nvSpPr>
        <p:spPr>
          <a:xfrm>
            <a:off x="12277725" y="3581400"/>
            <a:ext cx="2857500" cy="4286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Java 生成</a:t>
            </a:r>
          </a:p>
        </p:txBody>
      </p:sp>
      <p:sp>
        <p:nvSpPr>
          <p:cNvPr id="35" name="文字版面配置區 34">
            <a:extLst>
              <a:ext uri="{FF2B5EF4-FFF2-40B4-BE49-F238E27FC236}">
                <a16:creationId xmlns:a16="http://schemas.microsoft.com/office/drawing/2014/main" id="{298E14C6-4179-40CA-97EA-38F683A27BD9}"/>
              </a:ext>
            </a:extLst>
          </p:cNvPr>
          <p:cNvSpPr>
            <a:spLocks noGrp="1"/>
          </p:cNvSpPr>
          <p:nvPr/>
        </p:nvSpPr>
        <p:spPr>
          <a:xfrm>
            <a:off x="12372975" y="4257675"/>
            <a:ext cx="2667000" cy="68580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fr-FR"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完整 Java source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fr-FR"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生成或 Code revision</a:t>
            </a:r>
            <a:endParaRPr sz="1800" b="0">
              <a:solidFill>
                <a:srgbClr val="423C3B"/>
              </a:solidFill>
              <a:latin typeface="Source Han Serif TW"/>
              <a:ea typeface="Source Han Serif TW"/>
              <a:cs typeface="Source Han Serif TW"/>
            </a:endParaRPr>
          </a:p>
        </p:txBody>
      </p:sp>
      <p:sp>
        <p:nvSpPr>
          <p:cNvPr id="38" name="文字版面配置區 37">
            <a:extLst>
              <a:ext uri="{FF2B5EF4-FFF2-40B4-BE49-F238E27FC236}">
                <a16:creationId xmlns:a16="http://schemas.microsoft.com/office/drawing/2014/main" id="{BF96A1E4-CE88-4AC0-9B25-D561693D65D8}"/>
              </a:ext>
            </a:extLst>
          </p:cNvPr>
          <p:cNvSpPr>
            <a:spLocks noGrp="1"/>
          </p:cNvSpPr>
          <p:nvPr/>
        </p:nvSpPr>
        <p:spPr>
          <a:xfrm>
            <a:off x="13496925" y="5534025"/>
            <a:ext cx="4191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rPr>
              <a:t>5</a:t>
            </a:r>
          </a:p>
        </p:txBody>
      </p:sp>
      <p:sp>
        <p:nvSpPr>
          <p:cNvPr id="39" name="文字版面配置區 38">
            <a:extLst>
              <a:ext uri="{FF2B5EF4-FFF2-40B4-BE49-F238E27FC236}">
                <a16:creationId xmlns:a16="http://schemas.microsoft.com/office/drawing/2014/main" id="{6D11ECA1-E9D1-4F20-B700-C415628BCBCD}"/>
              </a:ext>
            </a:extLst>
          </p:cNvPr>
          <p:cNvSpPr>
            <a:spLocks noGrp="1"/>
          </p:cNvSpPr>
          <p:nvPr/>
        </p:nvSpPr>
        <p:spPr>
          <a:xfrm>
            <a:off x="12277725" y="6477000"/>
            <a:ext cx="2857500" cy="4286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驗證與編譯</a:t>
            </a:r>
          </a:p>
        </p:txBody>
      </p:sp>
      <p:sp>
        <p:nvSpPr>
          <p:cNvPr id="41" name="文字版面配置區 40">
            <a:extLst>
              <a:ext uri="{FF2B5EF4-FFF2-40B4-BE49-F238E27FC236}">
                <a16:creationId xmlns:a16="http://schemas.microsoft.com/office/drawing/2014/main" id="{F8728CDD-AB16-4659-9A0E-BD1C625676C9}"/>
              </a:ext>
            </a:extLst>
          </p:cNvPr>
          <p:cNvSpPr>
            <a:spLocks noGrp="1"/>
          </p:cNvSpPr>
          <p:nvPr/>
        </p:nvSpPr>
        <p:spPr>
          <a:xfrm>
            <a:off x="12372975" y="7153275"/>
            <a:ext cx="2667000" cy="68580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驗證 → 編譯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Integration 檢查</a:t>
            </a:r>
          </a:p>
        </p:txBody>
      </p:sp>
      <p:sp>
        <p:nvSpPr>
          <p:cNvPr id="44" name="文字版面配置區 43">
            <a:extLst>
              <a:ext uri="{FF2B5EF4-FFF2-40B4-BE49-F238E27FC236}">
                <a16:creationId xmlns:a16="http://schemas.microsoft.com/office/drawing/2014/main" id="{142134E6-9876-40E2-AB71-1E46F1402340}"/>
              </a:ext>
            </a:extLst>
          </p:cNvPr>
          <p:cNvSpPr>
            <a:spLocks noGrp="1"/>
          </p:cNvSpPr>
          <p:nvPr/>
        </p:nvSpPr>
        <p:spPr>
          <a:xfrm>
            <a:off x="9782175" y="5534025"/>
            <a:ext cx="4191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rPr>
              <a:t>6</a:t>
            </a:r>
          </a:p>
        </p:txBody>
      </p:sp>
      <p:sp>
        <p:nvSpPr>
          <p:cNvPr id="45" name="文字版面配置區 44">
            <a:extLst>
              <a:ext uri="{FF2B5EF4-FFF2-40B4-BE49-F238E27FC236}">
                <a16:creationId xmlns:a16="http://schemas.microsoft.com/office/drawing/2014/main" id="{6BC866D4-0109-45CA-BFAD-53FF4C071BE1}"/>
              </a:ext>
            </a:extLst>
          </p:cNvPr>
          <p:cNvSpPr>
            <a:spLocks noGrp="1"/>
          </p:cNvSpPr>
          <p:nvPr/>
        </p:nvSpPr>
        <p:spPr>
          <a:xfrm>
            <a:off x="8562975" y="6477000"/>
            <a:ext cx="2857500" cy="4286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MicroRTS 評估</a:t>
            </a:r>
          </a:p>
        </p:txBody>
      </p:sp>
      <p:sp>
        <p:nvSpPr>
          <p:cNvPr id="47" name="文字版面配置區 46">
            <a:extLst>
              <a:ext uri="{FF2B5EF4-FFF2-40B4-BE49-F238E27FC236}">
                <a16:creationId xmlns:a16="http://schemas.microsoft.com/office/drawing/2014/main" id="{4EA00F7D-A763-4F29-A482-975429DD84F0}"/>
              </a:ext>
            </a:extLst>
          </p:cNvPr>
          <p:cNvSpPr>
            <a:spLocks noGrp="1"/>
          </p:cNvSpPr>
          <p:nvPr/>
        </p:nvSpPr>
        <p:spPr>
          <a:xfrm>
            <a:off x="8658225" y="7153275"/>
            <a:ext cx="2667000" cy="68580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10 × 3 × 3 × 2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共 180 場評估</a:t>
            </a:r>
          </a:p>
        </p:txBody>
      </p:sp>
      <p:sp>
        <p:nvSpPr>
          <p:cNvPr id="51" name="文字版面配置區 50">
            <a:extLst>
              <a:ext uri="{FF2B5EF4-FFF2-40B4-BE49-F238E27FC236}">
                <a16:creationId xmlns:a16="http://schemas.microsoft.com/office/drawing/2014/main" id="{9921377D-4ED3-45C3-AB0F-C8091F5EF071}"/>
              </a:ext>
            </a:extLst>
          </p:cNvPr>
          <p:cNvSpPr>
            <a:spLocks noGrp="1"/>
          </p:cNvSpPr>
          <p:nvPr/>
        </p:nvSpPr>
        <p:spPr>
          <a:xfrm>
            <a:off x="6067425" y="5534025"/>
            <a:ext cx="4191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rPr>
              <a:t>7</a:t>
            </a:r>
          </a:p>
        </p:txBody>
      </p:sp>
      <p:sp>
        <p:nvSpPr>
          <p:cNvPr id="52" name="文字版面配置區 51">
            <a:extLst>
              <a:ext uri="{FF2B5EF4-FFF2-40B4-BE49-F238E27FC236}">
                <a16:creationId xmlns:a16="http://schemas.microsoft.com/office/drawing/2014/main" id="{F3BD2060-4E22-4046-B4BA-943D41C00E81}"/>
              </a:ext>
            </a:extLst>
          </p:cNvPr>
          <p:cNvSpPr>
            <a:spLocks noGrp="1"/>
          </p:cNvSpPr>
          <p:nvPr/>
        </p:nvSpPr>
        <p:spPr>
          <a:xfrm>
            <a:off x="4848225" y="6477000"/>
            <a:ext cx="2857500" cy="4286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評分與操作機率</a:t>
            </a:r>
            <a:endParaRPr sz="2325" b="1">
              <a:solidFill>
                <a:srgbClr val="47171C"/>
              </a:solidFill>
              <a:latin typeface="Source Han Serif TW"/>
              <a:ea typeface="Source Han Serif TW"/>
              <a:cs typeface="Source Han Serif TW"/>
            </a:endParaRPr>
          </a:p>
        </p:txBody>
      </p:sp>
      <p:sp>
        <p:nvSpPr>
          <p:cNvPr id="54" name="文字版面配置區 53">
            <a:extLst>
              <a:ext uri="{FF2B5EF4-FFF2-40B4-BE49-F238E27FC236}">
                <a16:creationId xmlns:a16="http://schemas.microsoft.com/office/drawing/2014/main" id="{E45DA1AB-01E1-4527-BB46-AF087B91BCBA}"/>
              </a:ext>
            </a:extLst>
          </p:cNvPr>
          <p:cNvSpPr>
            <a:spLocks noGrp="1"/>
          </p:cNvSpPr>
          <p:nvPr/>
        </p:nvSpPr>
        <p:spPr>
          <a:xfrm>
            <a:off x="4943475" y="7153275"/>
            <a:ext cx="2667000" cy="68580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en-US"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10 cases </a:t>
            </a:r>
            <a:r>
              <a:rPr lang="zh-TW" altLang="en-US"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供選擇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本次固定機率</a:t>
            </a:r>
            <a:endParaRPr sz="1800" b="0">
              <a:solidFill>
                <a:srgbClr val="423C3B"/>
              </a:solidFill>
              <a:latin typeface="Source Han Serif TW"/>
              <a:ea typeface="Source Han Serif TW"/>
              <a:cs typeface="Source Han Serif TW"/>
            </a:endParaRPr>
          </a:p>
        </p:txBody>
      </p:sp>
      <p:sp>
        <p:nvSpPr>
          <p:cNvPr id="58" name="文字版面配置區 57">
            <a:extLst>
              <a:ext uri="{FF2B5EF4-FFF2-40B4-BE49-F238E27FC236}">
                <a16:creationId xmlns:a16="http://schemas.microsoft.com/office/drawing/2014/main" id="{1FF1DEEC-EE46-4B89-913E-E4E179FBD10C}"/>
              </a:ext>
            </a:extLst>
          </p:cNvPr>
          <p:cNvSpPr>
            <a:spLocks noGrp="1"/>
          </p:cNvSpPr>
          <p:nvPr/>
        </p:nvSpPr>
        <p:spPr>
          <a:xfrm>
            <a:off x="2352675" y="5534025"/>
            <a:ext cx="4191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rPr>
              <a:t>8</a:t>
            </a:r>
          </a:p>
        </p:txBody>
      </p:sp>
      <p:sp>
        <p:nvSpPr>
          <p:cNvPr id="59" name="文字版面配置區 58">
            <a:extLst>
              <a:ext uri="{FF2B5EF4-FFF2-40B4-BE49-F238E27FC236}">
                <a16:creationId xmlns:a16="http://schemas.microsoft.com/office/drawing/2014/main" id="{74FB190A-9F5C-4D9C-965D-3FC5C8361BB0}"/>
              </a:ext>
            </a:extLst>
          </p:cNvPr>
          <p:cNvSpPr>
            <a:spLocks noGrp="1"/>
          </p:cNvSpPr>
          <p:nvPr/>
        </p:nvSpPr>
        <p:spPr>
          <a:xfrm>
            <a:off x="1133475" y="6477000"/>
            <a:ext cx="2857500" cy="4286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生存者選擇</a:t>
            </a:r>
          </a:p>
        </p:txBody>
      </p:sp>
      <p:sp>
        <p:nvSpPr>
          <p:cNvPr id="61" name="文字版面配置區 60">
            <a:extLst>
              <a:ext uri="{FF2B5EF4-FFF2-40B4-BE49-F238E27FC236}">
                <a16:creationId xmlns:a16="http://schemas.microsoft.com/office/drawing/2014/main" id="{C826FA27-112F-4589-A62D-25B2D82CA763}"/>
              </a:ext>
            </a:extLst>
          </p:cNvPr>
          <p:cNvSpPr>
            <a:spLocks noGrp="1"/>
          </p:cNvSpPr>
          <p:nvPr/>
        </p:nvSpPr>
        <p:spPr>
          <a:xfrm>
            <a:off x="1228725" y="7153275"/>
            <a:ext cx="2667000" cy="68580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父代＋子代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20 選 10</a:t>
            </a:r>
          </a:p>
        </p:txBody>
      </p:sp>
      <p:sp>
        <p:nvSpPr>
          <p:cNvPr id="63" name="手繪多邊形: 圖案 62">
            <a:extLst>
              <a:ext uri="{FF2B5EF4-FFF2-40B4-BE49-F238E27FC236}">
                <a16:creationId xmlns:a16="http://schemas.microsoft.com/office/drawing/2014/main" id="{8DF71316-3E19-4B96-AF56-0E77C844BA76}"/>
              </a:ext>
            </a:extLst>
          </p:cNvPr>
          <p:cNvSpPr>
            <a:spLocks noGrp="1"/>
          </p:cNvSpPr>
          <p:nvPr/>
        </p:nvSpPr>
        <p:spPr>
          <a:xfrm>
            <a:off x="2371725" y="3143250"/>
            <a:ext cx="381000" cy="38100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221704" y="6174"/>
                </a:moveTo>
                <a:lnTo>
                  <a:pt x="219984" y="4744"/>
                </a:lnTo>
                <a:lnTo>
                  <a:pt x="218206" y="3503"/>
                </a:lnTo>
                <a:lnTo>
                  <a:pt x="216372" y="2450"/>
                </a:lnTo>
                <a:lnTo>
                  <a:pt x="214482" y="1585"/>
                </a:lnTo>
                <a:lnTo>
                  <a:pt x="212535" y="908"/>
                </a:lnTo>
                <a:lnTo>
                  <a:pt x="210532" y="419"/>
                </a:lnTo>
                <a:lnTo>
                  <a:pt x="208473" y="118"/>
                </a:lnTo>
                <a:lnTo>
                  <a:pt x="206357" y="5"/>
                </a:lnTo>
                <a:lnTo>
                  <a:pt x="204185" y="80"/>
                </a:lnTo>
                <a:lnTo>
                  <a:pt x="196210" y="1321"/>
                </a:lnTo>
                <a:lnTo>
                  <a:pt x="188536" y="3015"/>
                </a:lnTo>
                <a:lnTo>
                  <a:pt x="181164" y="5159"/>
                </a:lnTo>
                <a:lnTo>
                  <a:pt x="174091" y="7754"/>
                </a:lnTo>
                <a:lnTo>
                  <a:pt x="167320" y="10800"/>
                </a:lnTo>
                <a:lnTo>
                  <a:pt x="160851" y="14299"/>
                </a:lnTo>
                <a:lnTo>
                  <a:pt x="154681" y="18249"/>
                </a:lnTo>
                <a:lnTo>
                  <a:pt x="148813" y="22650"/>
                </a:lnTo>
                <a:lnTo>
                  <a:pt x="143246" y="27502"/>
                </a:lnTo>
                <a:lnTo>
                  <a:pt x="139277" y="31518"/>
                </a:lnTo>
                <a:lnTo>
                  <a:pt x="135497" y="35778"/>
                </a:lnTo>
                <a:lnTo>
                  <a:pt x="131904" y="40283"/>
                </a:lnTo>
                <a:lnTo>
                  <a:pt x="128500" y="45031"/>
                </a:lnTo>
                <a:lnTo>
                  <a:pt x="125284" y="50025"/>
                </a:lnTo>
                <a:lnTo>
                  <a:pt x="122256" y="55263"/>
                </a:lnTo>
                <a:lnTo>
                  <a:pt x="119416" y="60746"/>
                </a:lnTo>
                <a:lnTo>
                  <a:pt x="116764" y="66473"/>
                </a:lnTo>
                <a:lnTo>
                  <a:pt x="114300" y="72445"/>
                </a:lnTo>
                <a:lnTo>
                  <a:pt x="111836" y="66473"/>
                </a:lnTo>
                <a:lnTo>
                  <a:pt x="109184" y="60746"/>
                </a:lnTo>
                <a:lnTo>
                  <a:pt x="106344" y="55263"/>
                </a:lnTo>
                <a:lnTo>
                  <a:pt x="103316" y="50025"/>
                </a:lnTo>
                <a:lnTo>
                  <a:pt x="100100" y="45031"/>
                </a:lnTo>
                <a:lnTo>
                  <a:pt x="96696" y="40283"/>
                </a:lnTo>
                <a:lnTo>
                  <a:pt x="93103" y="35778"/>
                </a:lnTo>
                <a:lnTo>
                  <a:pt x="89323" y="31518"/>
                </a:lnTo>
                <a:lnTo>
                  <a:pt x="85354" y="27502"/>
                </a:lnTo>
                <a:lnTo>
                  <a:pt x="79787" y="22650"/>
                </a:lnTo>
                <a:lnTo>
                  <a:pt x="73919" y="18249"/>
                </a:lnTo>
                <a:lnTo>
                  <a:pt x="67749" y="14299"/>
                </a:lnTo>
                <a:lnTo>
                  <a:pt x="61280" y="10800"/>
                </a:lnTo>
                <a:lnTo>
                  <a:pt x="54509" y="7754"/>
                </a:lnTo>
                <a:lnTo>
                  <a:pt x="47436" y="5159"/>
                </a:lnTo>
                <a:lnTo>
                  <a:pt x="40064" y="3015"/>
                </a:lnTo>
                <a:lnTo>
                  <a:pt x="32390" y="1321"/>
                </a:lnTo>
                <a:lnTo>
                  <a:pt x="24415" y="80"/>
                </a:lnTo>
                <a:lnTo>
                  <a:pt x="22248" y="0"/>
                </a:lnTo>
                <a:lnTo>
                  <a:pt x="20146" y="99"/>
                </a:lnTo>
                <a:lnTo>
                  <a:pt x="18110" y="376"/>
                </a:lnTo>
                <a:lnTo>
                  <a:pt x="16140" y="832"/>
                </a:lnTo>
                <a:lnTo>
                  <a:pt x="14236" y="1467"/>
                </a:lnTo>
                <a:lnTo>
                  <a:pt x="12397" y="2280"/>
                </a:lnTo>
                <a:lnTo>
                  <a:pt x="10624" y="3273"/>
                </a:lnTo>
                <a:lnTo>
                  <a:pt x="8917" y="4443"/>
                </a:lnTo>
                <a:lnTo>
                  <a:pt x="7276" y="5793"/>
                </a:lnTo>
                <a:lnTo>
                  <a:pt x="5758" y="7274"/>
                </a:lnTo>
                <a:lnTo>
                  <a:pt x="4418" y="8840"/>
                </a:lnTo>
                <a:lnTo>
                  <a:pt x="3257" y="10491"/>
                </a:lnTo>
                <a:lnTo>
                  <a:pt x="2274" y="12225"/>
                </a:lnTo>
                <a:lnTo>
                  <a:pt x="1470" y="14046"/>
                </a:lnTo>
                <a:lnTo>
                  <a:pt x="844" y="15950"/>
                </a:lnTo>
                <a:lnTo>
                  <a:pt x="397" y="17938"/>
                </a:lnTo>
                <a:lnTo>
                  <a:pt x="130" y="20012"/>
                </a:lnTo>
                <a:lnTo>
                  <a:pt x="40" y="22170"/>
                </a:lnTo>
                <a:lnTo>
                  <a:pt x="717" y="32412"/>
                </a:lnTo>
                <a:lnTo>
                  <a:pt x="2072" y="42144"/>
                </a:lnTo>
                <a:lnTo>
                  <a:pt x="4102" y="51370"/>
                </a:lnTo>
                <a:lnTo>
                  <a:pt x="6811" y="60088"/>
                </a:lnTo>
                <a:lnTo>
                  <a:pt x="10197" y="68297"/>
                </a:lnTo>
                <a:lnTo>
                  <a:pt x="14259" y="76000"/>
                </a:lnTo>
                <a:lnTo>
                  <a:pt x="18999" y="83193"/>
                </a:lnTo>
                <a:lnTo>
                  <a:pt x="24415" y="89880"/>
                </a:lnTo>
                <a:lnTo>
                  <a:pt x="30510" y="96059"/>
                </a:lnTo>
                <a:lnTo>
                  <a:pt x="34167" y="99190"/>
                </a:lnTo>
                <a:lnTo>
                  <a:pt x="38032" y="102153"/>
                </a:lnTo>
                <a:lnTo>
                  <a:pt x="42104" y="104945"/>
                </a:lnTo>
                <a:lnTo>
                  <a:pt x="46384" y="107569"/>
                </a:lnTo>
                <a:lnTo>
                  <a:pt x="50869" y="110023"/>
                </a:lnTo>
                <a:lnTo>
                  <a:pt x="55562" y="112309"/>
                </a:lnTo>
                <a:lnTo>
                  <a:pt x="60462" y="114425"/>
                </a:lnTo>
                <a:lnTo>
                  <a:pt x="65568" y="116372"/>
                </a:lnTo>
                <a:lnTo>
                  <a:pt x="70881" y="118149"/>
                </a:lnTo>
                <a:lnTo>
                  <a:pt x="74465" y="119118"/>
                </a:lnTo>
                <a:lnTo>
                  <a:pt x="78104" y="119992"/>
                </a:lnTo>
                <a:lnTo>
                  <a:pt x="81800" y="120772"/>
                </a:lnTo>
                <a:lnTo>
                  <a:pt x="85552" y="121459"/>
                </a:lnTo>
                <a:lnTo>
                  <a:pt x="89361" y="122051"/>
                </a:lnTo>
                <a:lnTo>
                  <a:pt x="93225" y="122550"/>
                </a:lnTo>
                <a:lnTo>
                  <a:pt x="97147" y="122954"/>
                </a:lnTo>
                <a:lnTo>
                  <a:pt x="101125" y="123265"/>
                </a:lnTo>
                <a:lnTo>
                  <a:pt x="105159" y="123481"/>
                </a:lnTo>
                <a:lnTo>
                  <a:pt x="105159" y="218698"/>
                </a:lnTo>
                <a:lnTo>
                  <a:pt x="105192" y="219689"/>
                </a:lnTo>
                <a:lnTo>
                  <a:pt x="105291" y="220635"/>
                </a:lnTo>
                <a:lnTo>
                  <a:pt x="105455" y="221532"/>
                </a:lnTo>
                <a:lnTo>
                  <a:pt x="105686" y="222384"/>
                </a:lnTo>
                <a:lnTo>
                  <a:pt x="105982" y="223188"/>
                </a:lnTo>
                <a:lnTo>
                  <a:pt x="106344" y="223945"/>
                </a:lnTo>
                <a:lnTo>
                  <a:pt x="106772" y="224655"/>
                </a:lnTo>
                <a:lnTo>
                  <a:pt x="107266" y="225318"/>
                </a:lnTo>
                <a:lnTo>
                  <a:pt x="107825" y="225934"/>
                </a:lnTo>
                <a:lnTo>
                  <a:pt x="108432" y="226493"/>
                </a:lnTo>
                <a:lnTo>
                  <a:pt x="109067" y="226987"/>
                </a:lnTo>
                <a:lnTo>
                  <a:pt x="109730" y="227415"/>
                </a:lnTo>
                <a:lnTo>
                  <a:pt x="110420" y="227777"/>
                </a:lnTo>
                <a:lnTo>
                  <a:pt x="111141" y="228073"/>
                </a:lnTo>
                <a:lnTo>
                  <a:pt x="111888" y="228304"/>
                </a:lnTo>
                <a:lnTo>
                  <a:pt x="112664" y="228469"/>
                </a:lnTo>
                <a:lnTo>
                  <a:pt x="113468" y="228567"/>
                </a:lnTo>
                <a:lnTo>
                  <a:pt x="114300" y="228600"/>
                </a:lnTo>
                <a:lnTo>
                  <a:pt x="115137" y="228567"/>
                </a:lnTo>
                <a:lnTo>
                  <a:pt x="115955" y="228469"/>
                </a:lnTo>
                <a:lnTo>
                  <a:pt x="116755" y="228304"/>
                </a:lnTo>
                <a:lnTo>
                  <a:pt x="117535" y="228073"/>
                </a:lnTo>
                <a:lnTo>
                  <a:pt x="118297" y="227777"/>
                </a:lnTo>
                <a:lnTo>
                  <a:pt x="119040" y="227415"/>
                </a:lnTo>
                <a:lnTo>
                  <a:pt x="119764" y="226987"/>
                </a:lnTo>
                <a:lnTo>
                  <a:pt x="120469" y="226493"/>
                </a:lnTo>
                <a:lnTo>
                  <a:pt x="121155" y="225934"/>
                </a:lnTo>
                <a:lnTo>
                  <a:pt x="121795" y="225318"/>
                </a:lnTo>
                <a:lnTo>
                  <a:pt x="122359" y="224655"/>
                </a:lnTo>
                <a:lnTo>
                  <a:pt x="122849" y="223945"/>
                </a:lnTo>
                <a:lnTo>
                  <a:pt x="123262" y="223188"/>
                </a:lnTo>
                <a:lnTo>
                  <a:pt x="123600" y="222384"/>
                </a:lnTo>
                <a:lnTo>
                  <a:pt x="123864" y="221532"/>
                </a:lnTo>
                <a:lnTo>
                  <a:pt x="124052" y="220635"/>
                </a:lnTo>
                <a:lnTo>
                  <a:pt x="124165" y="219689"/>
                </a:lnTo>
                <a:lnTo>
                  <a:pt x="124202" y="218698"/>
                </a:lnTo>
                <a:lnTo>
                  <a:pt x="124202" y="123481"/>
                </a:lnTo>
                <a:lnTo>
                  <a:pt x="128077" y="123265"/>
                </a:lnTo>
                <a:lnTo>
                  <a:pt x="131914" y="122954"/>
                </a:lnTo>
                <a:lnTo>
                  <a:pt x="135713" y="122550"/>
                </a:lnTo>
                <a:lnTo>
                  <a:pt x="139475" y="122051"/>
                </a:lnTo>
                <a:lnTo>
                  <a:pt x="143199" y="121459"/>
                </a:lnTo>
                <a:lnTo>
                  <a:pt x="146885" y="120772"/>
                </a:lnTo>
                <a:lnTo>
                  <a:pt x="150534" y="119992"/>
                </a:lnTo>
                <a:lnTo>
                  <a:pt x="154145" y="119118"/>
                </a:lnTo>
                <a:lnTo>
                  <a:pt x="157719" y="118149"/>
                </a:lnTo>
                <a:lnTo>
                  <a:pt x="163032" y="116372"/>
                </a:lnTo>
                <a:lnTo>
                  <a:pt x="168138" y="114425"/>
                </a:lnTo>
                <a:lnTo>
                  <a:pt x="173038" y="112309"/>
                </a:lnTo>
                <a:lnTo>
                  <a:pt x="177731" y="110023"/>
                </a:lnTo>
                <a:lnTo>
                  <a:pt x="182216" y="107569"/>
                </a:lnTo>
                <a:lnTo>
                  <a:pt x="186496" y="104945"/>
                </a:lnTo>
                <a:lnTo>
                  <a:pt x="190568" y="102153"/>
                </a:lnTo>
                <a:lnTo>
                  <a:pt x="194433" y="99190"/>
                </a:lnTo>
                <a:lnTo>
                  <a:pt x="198090" y="96059"/>
                </a:lnTo>
                <a:lnTo>
                  <a:pt x="204185" y="89880"/>
                </a:lnTo>
                <a:lnTo>
                  <a:pt x="209601" y="83193"/>
                </a:lnTo>
                <a:lnTo>
                  <a:pt x="214341" y="76000"/>
                </a:lnTo>
                <a:lnTo>
                  <a:pt x="218403" y="68297"/>
                </a:lnTo>
                <a:lnTo>
                  <a:pt x="221789" y="60088"/>
                </a:lnTo>
                <a:lnTo>
                  <a:pt x="224498" y="51370"/>
                </a:lnTo>
                <a:lnTo>
                  <a:pt x="226528" y="42144"/>
                </a:lnTo>
                <a:lnTo>
                  <a:pt x="227883" y="32412"/>
                </a:lnTo>
                <a:lnTo>
                  <a:pt x="228560" y="22170"/>
                </a:lnTo>
                <a:lnTo>
                  <a:pt x="228475" y="20017"/>
                </a:lnTo>
                <a:lnTo>
                  <a:pt x="228221" y="17957"/>
                </a:lnTo>
                <a:lnTo>
                  <a:pt x="227798" y="15992"/>
                </a:lnTo>
                <a:lnTo>
                  <a:pt x="227206" y="14121"/>
                </a:lnTo>
                <a:lnTo>
                  <a:pt x="226444" y="12343"/>
                </a:lnTo>
                <a:lnTo>
                  <a:pt x="225513" y="10659"/>
                </a:lnTo>
                <a:lnTo>
                  <a:pt x="224413" y="9071"/>
                </a:lnTo>
                <a:lnTo>
                  <a:pt x="223143" y="7575"/>
                </a:lnTo>
                <a:lnTo>
                  <a:pt x="221704" y="6174"/>
                </a:lnTo>
                <a:close/>
                <a:moveTo>
                  <a:pt x="43459" y="81585"/>
                </a:moveTo>
                <a:lnTo>
                  <a:pt x="38644" y="76630"/>
                </a:lnTo>
                <a:lnTo>
                  <a:pt x="34356" y="71241"/>
                </a:lnTo>
                <a:lnTo>
                  <a:pt x="30594" y="65420"/>
                </a:lnTo>
                <a:lnTo>
                  <a:pt x="27359" y="59166"/>
                </a:lnTo>
                <a:lnTo>
                  <a:pt x="24651" y="52480"/>
                </a:lnTo>
                <a:lnTo>
                  <a:pt x="22469" y="45361"/>
                </a:lnTo>
                <a:lnTo>
                  <a:pt x="20814" y="37809"/>
                </a:lnTo>
                <a:lnTo>
                  <a:pt x="19685" y="29826"/>
                </a:lnTo>
                <a:lnTo>
                  <a:pt x="19083" y="21408"/>
                </a:lnTo>
                <a:lnTo>
                  <a:pt x="19083" y="21408"/>
                </a:lnTo>
                <a:lnTo>
                  <a:pt x="19093" y="21240"/>
                </a:lnTo>
                <a:lnTo>
                  <a:pt x="19121" y="21070"/>
                </a:lnTo>
                <a:lnTo>
                  <a:pt x="19168" y="20901"/>
                </a:lnTo>
                <a:lnTo>
                  <a:pt x="19234" y="20731"/>
                </a:lnTo>
                <a:lnTo>
                  <a:pt x="19319" y="20563"/>
                </a:lnTo>
                <a:lnTo>
                  <a:pt x="19422" y="20393"/>
                </a:lnTo>
                <a:lnTo>
                  <a:pt x="19544" y="20223"/>
                </a:lnTo>
                <a:lnTo>
                  <a:pt x="19685" y="20055"/>
                </a:lnTo>
                <a:lnTo>
                  <a:pt x="19845" y="19885"/>
                </a:lnTo>
                <a:lnTo>
                  <a:pt x="20023" y="19725"/>
                </a:lnTo>
                <a:lnTo>
                  <a:pt x="20222" y="19584"/>
                </a:lnTo>
                <a:lnTo>
                  <a:pt x="20438" y="19462"/>
                </a:lnTo>
                <a:lnTo>
                  <a:pt x="20673" y="19359"/>
                </a:lnTo>
                <a:lnTo>
                  <a:pt x="20926" y="19274"/>
                </a:lnTo>
                <a:lnTo>
                  <a:pt x="21200" y="19208"/>
                </a:lnTo>
                <a:lnTo>
                  <a:pt x="21491" y="19161"/>
                </a:lnTo>
                <a:lnTo>
                  <a:pt x="21801" y="19133"/>
                </a:lnTo>
                <a:lnTo>
                  <a:pt x="22130" y="19123"/>
                </a:lnTo>
                <a:lnTo>
                  <a:pt x="28290" y="19980"/>
                </a:lnTo>
                <a:lnTo>
                  <a:pt x="34242" y="21192"/>
                </a:lnTo>
                <a:lnTo>
                  <a:pt x="39989" y="22763"/>
                </a:lnTo>
                <a:lnTo>
                  <a:pt x="45528" y="24691"/>
                </a:lnTo>
                <a:lnTo>
                  <a:pt x="50860" y="26976"/>
                </a:lnTo>
                <a:lnTo>
                  <a:pt x="55985" y="29619"/>
                </a:lnTo>
                <a:lnTo>
                  <a:pt x="60904" y="32618"/>
                </a:lnTo>
                <a:lnTo>
                  <a:pt x="65615" y="35976"/>
                </a:lnTo>
                <a:lnTo>
                  <a:pt x="70119" y="39691"/>
                </a:lnTo>
                <a:lnTo>
                  <a:pt x="73430" y="42671"/>
                </a:lnTo>
                <a:lnTo>
                  <a:pt x="76590" y="45859"/>
                </a:lnTo>
                <a:lnTo>
                  <a:pt x="79599" y="49255"/>
                </a:lnTo>
                <a:lnTo>
                  <a:pt x="82458" y="52856"/>
                </a:lnTo>
                <a:lnTo>
                  <a:pt x="85166" y="56664"/>
                </a:lnTo>
                <a:lnTo>
                  <a:pt x="87724" y="60680"/>
                </a:lnTo>
                <a:lnTo>
                  <a:pt x="90131" y="64902"/>
                </a:lnTo>
                <a:lnTo>
                  <a:pt x="92389" y="69332"/>
                </a:lnTo>
                <a:lnTo>
                  <a:pt x="94495" y="73968"/>
                </a:lnTo>
                <a:lnTo>
                  <a:pt x="95962" y="77203"/>
                </a:lnTo>
                <a:lnTo>
                  <a:pt x="97316" y="80476"/>
                </a:lnTo>
                <a:lnTo>
                  <a:pt x="98557" y="83786"/>
                </a:lnTo>
                <a:lnTo>
                  <a:pt x="99686" y="87134"/>
                </a:lnTo>
                <a:lnTo>
                  <a:pt x="100702" y="90520"/>
                </a:lnTo>
                <a:lnTo>
                  <a:pt x="101604" y="93942"/>
                </a:lnTo>
                <a:lnTo>
                  <a:pt x="102395" y="97404"/>
                </a:lnTo>
                <a:lnTo>
                  <a:pt x="103072" y="100901"/>
                </a:lnTo>
                <a:lnTo>
                  <a:pt x="103636" y="104438"/>
                </a:lnTo>
                <a:lnTo>
                  <a:pt x="100278" y="104222"/>
                </a:lnTo>
                <a:lnTo>
                  <a:pt x="96978" y="103911"/>
                </a:lnTo>
                <a:lnTo>
                  <a:pt x="93734" y="103506"/>
                </a:lnTo>
                <a:lnTo>
                  <a:pt x="90546" y="103008"/>
                </a:lnTo>
                <a:lnTo>
                  <a:pt x="87414" y="102416"/>
                </a:lnTo>
                <a:lnTo>
                  <a:pt x="84338" y="101729"/>
                </a:lnTo>
                <a:lnTo>
                  <a:pt x="81320" y="100949"/>
                </a:lnTo>
                <a:lnTo>
                  <a:pt x="78357" y="100074"/>
                </a:lnTo>
                <a:lnTo>
                  <a:pt x="75451" y="99106"/>
                </a:lnTo>
                <a:lnTo>
                  <a:pt x="71144" y="97686"/>
                </a:lnTo>
                <a:lnTo>
                  <a:pt x="67026" y="96134"/>
                </a:lnTo>
                <a:lnTo>
                  <a:pt x="63095" y="94451"/>
                </a:lnTo>
                <a:lnTo>
                  <a:pt x="59352" y="92635"/>
                </a:lnTo>
                <a:lnTo>
                  <a:pt x="55797" y="90688"/>
                </a:lnTo>
                <a:lnTo>
                  <a:pt x="52430" y="88610"/>
                </a:lnTo>
                <a:lnTo>
                  <a:pt x="49252" y="86400"/>
                </a:lnTo>
                <a:lnTo>
                  <a:pt x="46261" y="84059"/>
                </a:lnTo>
                <a:lnTo>
                  <a:pt x="43459" y="81585"/>
                </a:lnTo>
                <a:close/>
                <a:moveTo>
                  <a:pt x="209517" y="21408"/>
                </a:moveTo>
                <a:lnTo>
                  <a:pt x="209065" y="29826"/>
                </a:lnTo>
                <a:lnTo>
                  <a:pt x="208050" y="37809"/>
                </a:lnTo>
                <a:lnTo>
                  <a:pt x="206470" y="45361"/>
                </a:lnTo>
                <a:lnTo>
                  <a:pt x="204326" y="52480"/>
                </a:lnTo>
                <a:lnTo>
                  <a:pt x="201618" y="59166"/>
                </a:lnTo>
                <a:lnTo>
                  <a:pt x="198345" y="65420"/>
                </a:lnTo>
                <a:lnTo>
                  <a:pt x="194507" y="71241"/>
                </a:lnTo>
                <a:lnTo>
                  <a:pt x="190107" y="76630"/>
                </a:lnTo>
                <a:lnTo>
                  <a:pt x="185141" y="81585"/>
                </a:lnTo>
                <a:lnTo>
                  <a:pt x="182188" y="84059"/>
                </a:lnTo>
                <a:lnTo>
                  <a:pt x="179085" y="86400"/>
                </a:lnTo>
                <a:lnTo>
                  <a:pt x="175832" y="88610"/>
                </a:lnTo>
                <a:lnTo>
                  <a:pt x="172427" y="90688"/>
                </a:lnTo>
                <a:lnTo>
                  <a:pt x="168872" y="92635"/>
                </a:lnTo>
                <a:lnTo>
                  <a:pt x="165166" y="94451"/>
                </a:lnTo>
                <a:lnTo>
                  <a:pt x="161312" y="96134"/>
                </a:lnTo>
                <a:lnTo>
                  <a:pt x="157305" y="97686"/>
                </a:lnTo>
                <a:lnTo>
                  <a:pt x="153149" y="99106"/>
                </a:lnTo>
                <a:lnTo>
                  <a:pt x="150243" y="100074"/>
                </a:lnTo>
                <a:lnTo>
                  <a:pt x="147280" y="100949"/>
                </a:lnTo>
                <a:lnTo>
                  <a:pt x="144262" y="101729"/>
                </a:lnTo>
                <a:lnTo>
                  <a:pt x="141186" y="102416"/>
                </a:lnTo>
                <a:lnTo>
                  <a:pt x="138054" y="103008"/>
                </a:lnTo>
                <a:lnTo>
                  <a:pt x="134866" y="103506"/>
                </a:lnTo>
                <a:lnTo>
                  <a:pt x="131622" y="103911"/>
                </a:lnTo>
                <a:lnTo>
                  <a:pt x="128322" y="104222"/>
                </a:lnTo>
                <a:lnTo>
                  <a:pt x="124964" y="104438"/>
                </a:lnTo>
                <a:lnTo>
                  <a:pt x="125528" y="100901"/>
                </a:lnTo>
                <a:lnTo>
                  <a:pt x="126205" y="97404"/>
                </a:lnTo>
                <a:lnTo>
                  <a:pt x="126996" y="93942"/>
                </a:lnTo>
                <a:lnTo>
                  <a:pt x="127898" y="90520"/>
                </a:lnTo>
                <a:lnTo>
                  <a:pt x="128914" y="87134"/>
                </a:lnTo>
                <a:lnTo>
                  <a:pt x="130043" y="83786"/>
                </a:lnTo>
                <a:lnTo>
                  <a:pt x="131284" y="80476"/>
                </a:lnTo>
                <a:lnTo>
                  <a:pt x="132638" y="77203"/>
                </a:lnTo>
                <a:lnTo>
                  <a:pt x="134105" y="73968"/>
                </a:lnTo>
                <a:lnTo>
                  <a:pt x="136211" y="69332"/>
                </a:lnTo>
                <a:lnTo>
                  <a:pt x="138469" y="64902"/>
                </a:lnTo>
                <a:lnTo>
                  <a:pt x="140876" y="60680"/>
                </a:lnTo>
                <a:lnTo>
                  <a:pt x="143434" y="56664"/>
                </a:lnTo>
                <a:lnTo>
                  <a:pt x="146142" y="52856"/>
                </a:lnTo>
                <a:lnTo>
                  <a:pt x="149001" y="49255"/>
                </a:lnTo>
                <a:lnTo>
                  <a:pt x="152010" y="45859"/>
                </a:lnTo>
                <a:lnTo>
                  <a:pt x="155170" y="42671"/>
                </a:lnTo>
                <a:lnTo>
                  <a:pt x="158481" y="39691"/>
                </a:lnTo>
                <a:lnTo>
                  <a:pt x="162985" y="35976"/>
                </a:lnTo>
                <a:lnTo>
                  <a:pt x="167696" y="32618"/>
                </a:lnTo>
                <a:lnTo>
                  <a:pt x="172615" y="29619"/>
                </a:lnTo>
                <a:lnTo>
                  <a:pt x="177740" y="26976"/>
                </a:lnTo>
                <a:lnTo>
                  <a:pt x="183072" y="24691"/>
                </a:lnTo>
                <a:lnTo>
                  <a:pt x="188611" y="22763"/>
                </a:lnTo>
                <a:lnTo>
                  <a:pt x="194358" y="21192"/>
                </a:lnTo>
                <a:lnTo>
                  <a:pt x="200310" y="19980"/>
                </a:lnTo>
                <a:lnTo>
                  <a:pt x="206470" y="19123"/>
                </a:lnTo>
                <a:lnTo>
                  <a:pt x="206799" y="19133"/>
                </a:lnTo>
                <a:lnTo>
                  <a:pt x="207109" y="19161"/>
                </a:lnTo>
                <a:lnTo>
                  <a:pt x="207400" y="19208"/>
                </a:lnTo>
                <a:lnTo>
                  <a:pt x="207674" y="19274"/>
                </a:lnTo>
                <a:lnTo>
                  <a:pt x="207927" y="19359"/>
                </a:lnTo>
                <a:lnTo>
                  <a:pt x="208162" y="19462"/>
                </a:lnTo>
                <a:lnTo>
                  <a:pt x="208378" y="19584"/>
                </a:lnTo>
                <a:lnTo>
                  <a:pt x="208577" y="19725"/>
                </a:lnTo>
                <a:lnTo>
                  <a:pt x="208755" y="19885"/>
                </a:lnTo>
                <a:lnTo>
                  <a:pt x="208915" y="20055"/>
                </a:lnTo>
                <a:lnTo>
                  <a:pt x="209056" y="20223"/>
                </a:lnTo>
                <a:lnTo>
                  <a:pt x="209178" y="20393"/>
                </a:lnTo>
                <a:lnTo>
                  <a:pt x="209281" y="20563"/>
                </a:lnTo>
                <a:lnTo>
                  <a:pt x="209366" y="20731"/>
                </a:lnTo>
                <a:lnTo>
                  <a:pt x="209432" y="20901"/>
                </a:lnTo>
                <a:lnTo>
                  <a:pt x="209479" y="21070"/>
                </a:lnTo>
                <a:lnTo>
                  <a:pt x="209507" y="21240"/>
                </a:lnTo>
                <a:lnTo>
                  <a:pt x="209517" y="21408"/>
                </a:lnTo>
                <a:close/>
              </a:path>
            </a:pathLst>
          </a:custGeom>
          <a:solidFill>
            <a:srgbClr val="C77E8C"/>
          </a:solidFill>
          <a:ln w="0">
            <a:noFill/>
          </a:ln>
        </p:spPr>
      </p:sp>
      <p:sp>
        <p:nvSpPr>
          <p:cNvPr id="64" name="手繪多邊形: 圖案 63">
            <a:extLst>
              <a:ext uri="{FF2B5EF4-FFF2-40B4-BE49-F238E27FC236}">
                <a16:creationId xmlns:a16="http://schemas.microsoft.com/office/drawing/2014/main" id="{B669966F-4DB5-406A-B4BF-16280DD74DB8}"/>
              </a:ext>
            </a:extLst>
          </p:cNvPr>
          <p:cNvSpPr>
            <a:spLocks noGrp="1"/>
          </p:cNvSpPr>
          <p:nvPr/>
        </p:nvSpPr>
        <p:spPr>
          <a:xfrm>
            <a:off x="6086475" y="3143250"/>
            <a:ext cx="381000" cy="38100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71628" y="123444"/>
                </a:moveTo>
                <a:lnTo>
                  <a:pt x="67634" y="123294"/>
                </a:lnTo>
                <a:lnTo>
                  <a:pt x="63782" y="122842"/>
                </a:lnTo>
                <a:lnTo>
                  <a:pt x="60071" y="122090"/>
                </a:lnTo>
                <a:lnTo>
                  <a:pt x="56501" y="121036"/>
                </a:lnTo>
                <a:lnTo>
                  <a:pt x="53072" y="119681"/>
                </a:lnTo>
                <a:lnTo>
                  <a:pt x="49784" y="118025"/>
                </a:lnTo>
                <a:lnTo>
                  <a:pt x="46637" y="116069"/>
                </a:lnTo>
                <a:lnTo>
                  <a:pt x="43631" y="113810"/>
                </a:lnTo>
                <a:lnTo>
                  <a:pt x="40767" y="111252"/>
                </a:lnTo>
                <a:lnTo>
                  <a:pt x="38133" y="108472"/>
                </a:lnTo>
                <a:lnTo>
                  <a:pt x="35819" y="105551"/>
                </a:lnTo>
                <a:lnTo>
                  <a:pt x="33824" y="102489"/>
                </a:lnTo>
                <a:lnTo>
                  <a:pt x="32150" y="99286"/>
                </a:lnTo>
                <a:lnTo>
                  <a:pt x="30795" y="95942"/>
                </a:lnTo>
                <a:lnTo>
                  <a:pt x="29760" y="92456"/>
                </a:lnTo>
                <a:lnTo>
                  <a:pt x="29046" y="88829"/>
                </a:lnTo>
                <a:lnTo>
                  <a:pt x="28650" y="85062"/>
                </a:lnTo>
                <a:lnTo>
                  <a:pt x="28575" y="81153"/>
                </a:lnTo>
                <a:lnTo>
                  <a:pt x="28806" y="77239"/>
                </a:lnTo>
                <a:lnTo>
                  <a:pt x="29327" y="73458"/>
                </a:lnTo>
                <a:lnTo>
                  <a:pt x="30141" y="69808"/>
                </a:lnTo>
                <a:lnTo>
                  <a:pt x="31247" y="66289"/>
                </a:lnTo>
                <a:lnTo>
                  <a:pt x="32644" y="62903"/>
                </a:lnTo>
                <a:lnTo>
                  <a:pt x="34332" y="59647"/>
                </a:lnTo>
                <a:lnTo>
                  <a:pt x="36312" y="56524"/>
                </a:lnTo>
                <a:lnTo>
                  <a:pt x="38585" y="53532"/>
                </a:lnTo>
                <a:lnTo>
                  <a:pt x="41148" y="50673"/>
                </a:lnTo>
                <a:lnTo>
                  <a:pt x="43928" y="48035"/>
                </a:lnTo>
                <a:lnTo>
                  <a:pt x="46849" y="45706"/>
                </a:lnTo>
                <a:lnTo>
                  <a:pt x="49911" y="43688"/>
                </a:lnTo>
                <a:lnTo>
                  <a:pt x="53114" y="41980"/>
                </a:lnTo>
                <a:lnTo>
                  <a:pt x="56458" y="40583"/>
                </a:lnTo>
                <a:lnTo>
                  <a:pt x="59944" y="39497"/>
                </a:lnTo>
                <a:lnTo>
                  <a:pt x="63571" y="38721"/>
                </a:lnTo>
                <a:lnTo>
                  <a:pt x="67338" y="38255"/>
                </a:lnTo>
                <a:lnTo>
                  <a:pt x="71247" y="38100"/>
                </a:lnTo>
                <a:lnTo>
                  <a:pt x="75161" y="38255"/>
                </a:lnTo>
                <a:lnTo>
                  <a:pt x="78942" y="38721"/>
                </a:lnTo>
                <a:lnTo>
                  <a:pt x="82592" y="39497"/>
                </a:lnTo>
                <a:lnTo>
                  <a:pt x="86111" y="40583"/>
                </a:lnTo>
                <a:lnTo>
                  <a:pt x="89497" y="41980"/>
                </a:lnTo>
                <a:lnTo>
                  <a:pt x="92753" y="43688"/>
                </a:lnTo>
                <a:lnTo>
                  <a:pt x="95876" y="45706"/>
                </a:lnTo>
                <a:lnTo>
                  <a:pt x="98868" y="48035"/>
                </a:lnTo>
                <a:lnTo>
                  <a:pt x="101727" y="50673"/>
                </a:lnTo>
                <a:lnTo>
                  <a:pt x="104365" y="53532"/>
                </a:lnTo>
                <a:lnTo>
                  <a:pt x="106694" y="56524"/>
                </a:lnTo>
                <a:lnTo>
                  <a:pt x="108712" y="59647"/>
                </a:lnTo>
                <a:lnTo>
                  <a:pt x="110420" y="62903"/>
                </a:lnTo>
                <a:lnTo>
                  <a:pt x="111817" y="66289"/>
                </a:lnTo>
                <a:lnTo>
                  <a:pt x="112903" y="69808"/>
                </a:lnTo>
                <a:lnTo>
                  <a:pt x="113679" y="73458"/>
                </a:lnTo>
                <a:lnTo>
                  <a:pt x="114145" y="77239"/>
                </a:lnTo>
                <a:lnTo>
                  <a:pt x="114300" y="81153"/>
                </a:lnTo>
                <a:lnTo>
                  <a:pt x="114145" y="85062"/>
                </a:lnTo>
                <a:lnTo>
                  <a:pt x="113679" y="88829"/>
                </a:lnTo>
                <a:lnTo>
                  <a:pt x="112903" y="92456"/>
                </a:lnTo>
                <a:lnTo>
                  <a:pt x="111817" y="95942"/>
                </a:lnTo>
                <a:lnTo>
                  <a:pt x="110420" y="99286"/>
                </a:lnTo>
                <a:lnTo>
                  <a:pt x="108712" y="102489"/>
                </a:lnTo>
                <a:lnTo>
                  <a:pt x="106694" y="105551"/>
                </a:lnTo>
                <a:lnTo>
                  <a:pt x="104365" y="108472"/>
                </a:lnTo>
                <a:lnTo>
                  <a:pt x="101727" y="111252"/>
                </a:lnTo>
                <a:lnTo>
                  <a:pt x="98871" y="113810"/>
                </a:lnTo>
                <a:lnTo>
                  <a:pt x="95895" y="116069"/>
                </a:lnTo>
                <a:lnTo>
                  <a:pt x="92794" y="118025"/>
                </a:lnTo>
                <a:lnTo>
                  <a:pt x="89573" y="119681"/>
                </a:lnTo>
                <a:lnTo>
                  <a:pt x="86228" y="121036"/>
                </a:lnTo>
                <a:lnTo>
                  <a:pt x="82762" y="122090"/>
                </a:lnTo>
                <a:lnTo>
                  <a:pt x="79173" y="122842"/>
                </a:lnTo>
                <a:lnTo>
                  <a:pt x="75462" y="123294"/>
                </a:lnTo>
                <a:lnTo>
                  <a:pt x="71628" y="123444"/>
                </a:lnTo>
                <a:close/>
                <a:moveTo>
                  <a:pt x="71628" y="57150"/>
                </a:moveTo>
                <a:lnTo>
                  <a:pt x="69464" y="57235"/>
                </a:lnTo>
                <a:lnTo>
                  <a:pt x="67376" y="57489"/>
                </a:lnTo>
                <a:lnTo>
                  <a:pt x="65362" y="57912"/>
                </a:lnTo>
                <a:lnTo>
                  <a:pt x="63425" y="58504"/>
                </a:lnTo>
                <a:lnTo>
                  <a:pt x="61562" y="59266"/>
                </a:lnTo>
                <a:lnTo>
                  <a:pt x="59775" y="60198"/>
                </a:lnTo>
                <a:lnTo>
                  <a:pt x="58062" y="61299"/>
                </a:lnTo>
                <a:lnTo>
                  <a:pt x="56426" y="62569"/>
                </a:lnTo>
                <a:lnTo>
                  <a:pt x="54864" y="64008"/>
                </a:lnTo>
                <a:lnTo>
                  <a:pt x="53425" y="65570"/>
                </a:lnTo>
                <a:lnTo>
                  <a:pt x="52155" y="67206"/>
                </a:lnTo>
                <a:lnTo>
                  <a:pt x="51054" y="68919"/>
                </a:lnTo>
                <a:lnTo>
                  <a:pt x="50122" y="70706"/>
                </a:lnTo>
                <a:lnTo>
                  <a:pt x="49360" y="72569"/>
                </a:lnTo>
                <a:lnTo>
                  <a:pt x="48768" y="74506"/>
                </a:lnTo>
                <a:lnTo>
                  <a:pt x="48345" y="76520"/>
                </a:lnTo>
                <a:lnTo>
                  <a:pt x="48091" y="78608"/>
                </a:lnTo>
                <a:lnTo>
                  <a:pt x="48006" y="80772"/>
                </a:lnTo>
                <a:lnTo>
                  <a:pt x="48091" y="82941"/>
                </a:lnTo>
                <a:lnTo>
                  <a:pt x="48345" y="85043"/>
                </a:lnTo>
                <a:lnTo>
                  <a:pt x="48768" y="87079"/>
                </a:lnTo>
                <a:lnTo>
                  <a:pt x="49360" y="89050"/>
                </a:lnTo>
                <a:lnTo>
                  <a:pt x="50122" y="90955"/>
                </a:lnTo>
                <a:lnTo>
                  <a:pt x="51054" y="92794"/>
                </a:lnTo>
                <a:lnTo>
                  <a:pt x="52155" y="94568"/>
                </a:lnTo>
                <a:lnTo>
                  <a:pt x="53425" y="96276"/>
                </a:lnTo>
                <a:lnTo>
                  <a:pt x="54864" y="97917"/>
                </a:lnTo>
                <a:lnTo>
                  <a:pt x="56426" y="99431"/>
                </a:lnTo>
                <a:lnTo>
                  <a:pt x="58062" y="100758"/>
                </a:lnTo>
                <a:lnTo>
                  <a:pt x="59775" y="101897"/>
                </a:lnTo>
                <a:lnTo>
                  <a:pt x="61562" y="102846"/>
                </a:lnTo>
                <a:lnTo>
                  <a:pt x="63425" y="103608"/>
                </a:lnTo>
                <a:lnTo>
                  <a:pt x="65362" y="104183"/>
                </a:lnTo>
                <a:lnTo>
                  <a:pt x="67376" y="104568"/>
                </a:lnTo>
                <a:lnTo>
                  <a:pt x="69464" y="104765"/>
                </a:lnTo>
                <a:lnTo>
                  <a:pt x="71628" y="104775"/>
                </a:lnTo>
                <a:lnTo>
                  <a:pt x="73792" y="104610"/>
                </a:lnTo>
                <a:lnTo>
                  <a:pt x="75880" y="104285"/>
                </a:lnTo>
                <a:lnTo>
                  <a:pt x="77894" y="103802"/>
                </a:lnTo>
                <a:lnTo>
                  <a:pt x="79831" y="103157"/>
                </a:lnTo>
                <a:lnTo>
                  <a:pt x="81694" y="102353"/>
                </a:lnTo>
                <a:lnTo>
                  <a:pt x="83481" y="101388"/>
                </a:lnTo>
                <a:lnTo>
                  <a:pt x="85194" y="100264"/>
                </a:lnTo>
                <a:lnTo>
                  <a:pt x="86830" y="98980"/>
                </a:lnTo>
                <a:lnTo>
                  <a:pt x="88392" y="97536"/>
                </a:lnTo>
                <a:lnTo>
                  <a:pt x="89831" y="95974"/>
                </a:lnTo>
                <a:lnTo>
                  <a:pt x="91101" y="94338"/>
                </a:lnTo>
                <a:lnTo>
                  <a:pt x="92202" y="92625"/>
                </a:lnTo>
                <a:lnTo>
                  <a:pt x="93134" y="90838"/>
                </a:lnTo>
                <a:lnTo>
                  <a:pt x="93896" y="88975"/>
                </a:lnTo>
                <a:lnTo>
                  <a:pt x="94488" y="87038"/>
                </a:lnTo>
                <a:lnTo>
                  <a:pt x="94911" y="85024"/>
                </a:lnTo>
                <a:lnTo>
                  <a:pt x="95165" y="82936"/>
                </a:lnTo>
                <a:lnTo>
                  <a:pt x="95250" y="80772"/>
                </a:lnTo>
                <a:lnTo>
                  <a:pt x="95165" y="78608"/>
                </a:lnTo>
                <a:lnTo>
                  <a:pt x="94911" y="76520"/>
                </a:lnTo>
                <a:lnTo>
                  <a:pt x="94488" y="74506"/>
                </a:lnTo>
                <a:lnTo>
                  <a:pt x="93896" y="72569"/>
                </a:lnTo>
                <a:lnTo>
                  <a:pt x="93134" y="70706"/>
                </a:lnTo>
                <a:lnTo>
                  <a:pt x="92202" y="68919"/>
                </a:lnTo>
                <a:lnTo>
                  <a:pt x="91101" y="67206"/>
                </a:lnTo>
                <a:lnTo>
                  <a:pt x="89831" y="65570"/>
                </a:lnTo>
                <a:lnTo>
                  <a:pt x="88392" y="64008"/>
                </a:lnTo>
                <a:lnTo>
                  <a:pt x="86830" y="62569"/>
                </a:lnTo>
                <a:lnTo>
                  <a:pt x="85194" y="61299"/>
                </a:lnTo>
                <a:lnTo>
                  <a:pt x="83481" y="60198"/>
                </a:lnTo>
                <a:lnTo>
                  <a:pt x="81694" y="59266"/>
                </a:lnTo>
                <a:lnTo>
                  <a:pt x="79831" y="58504"/>
                </a:lnTo>
                <a:lnTo>
                  <a:pt x="77894" y="57912"/>
                </a:lnTo>
                <a:lnTo>
                  <a:pt x="75880" y="57489"/>
                </a:lnTo>
                <a:lnTo>
                  <a:pt x="73792" y="57235"/>
                </a:lnTo>
                <a:lnTo>
                  <a:pt x="71628" y="57150"/>
                </a:lnTo>
                <a:close/>
                <a:moveTo>
                  <a:pt x="143256" y="218694"/>
                </a:moveTo>
                <a:lnTo>
                  <a:pt x="143256" y="214122"/>
                </a:lnTo>
                <a:lnTo>
                  <a:pt x="143134" y="209921"/>
                </a:lnTo>
                <a:lnTo>
                  <a:pt x="142766" y="205787"/>
                </a:lnTo>
                <a:lnTo>
                  <a:pt x="142155" y="201719"/>
                </a:lnTo>
                <a:lnTo>
                  <a:pt x="141300" y="197715"/>
                </a:lnTo>
                <a:lnTo>
                  <a:pt x="140198" y="193779"/>
                </a:lnTo>
                <a:lnTo>
                  <a:pt x="138854" y="189908"/>
                </a:lnTo>
                <a:lnTo>
                  <a:pt x="137264" y="186102"/>
                </a:lnTo>
                <a:lnTo>
                  <a:pt x="135429" y="182363"/>
                </a:lnTo>
                <a:lnTo>
                  <a:pt x="133350" y="178689"/>
                </a:lnTo>
                <a:lnTo>
                  <a:pt x="131069" y="175129"/>
                </a:lnTo>
                <a:lnTo>
                  <a:pt x="128628" y="171727"/>
                </a:lnTo>
                <a:lnTo>
                  <a:pt x="126026" y="168487"/>
                </a:lnTo>
                <a:lnTo>
                  <a:pt x="123265" y="165405"/>
                </a:lnTo>
                <a:lnTo>
                  <a:pt x="120345" y="162485"/>
                </a:lnTo>
                <a:lnTo>
                  <a:pt x="117263" y="159724"/>
                </a:lnTo>
                <a:lnTo>
                  <a:pt x="114023" y="157122"/>
                </a:lnTo>
                <a:lnTo>
                  <a:pt x="110621" y="154681"/>
                </a:lnTo>
                <a:lnTo>
                  <a:pt x="107061" y="152400"/>
                </a:lnTo>
                <a:lnTo>
                  <a:pt x="103382" y="150321"/>
                </a:lnTo>
                <a:lnTo>
                  <a:pt x="99630" y="148486"/>
                </a:lnTo>
                <a:lnTo>
                  <a:pt x="95801" y="146896"/>
                </a:lnTo>
                <a:lnTo>
                  <a:pt x="91896" y="145552"/>
                </a:lnTo>
                <a:lnTo>
                  <a:pt x="87917" y="144450"/>
                </a:lnTo>
                <a:lnTo>
                  <a:pt x="83862" y="143595"/>
                </a:lnTo>
                <a:lnTo>
                  <a:pt x="79733" y="142984"/>
                </a:lnTo>
                <a:lnTo>
                  <a:pt x="75528" y="142616"/>
                </a:lnTo>
                <a:lnTo>
                  <a:pt x="71247" y="142494"/>
                </a:lnTo>
                <a:lnTo>
                  <a:pt x="66966" y="142616"/>
                </a:lnTo>
                <a:lnTo>
                  <a:pt x="62761" y="142984"/>
                </a:lnTo>
                <a:lnTo>
                  <a:pt x="58632" y="143595"/>
                </a:lnTo>
                <a:lnTo>
                  <a:pt x="54577" y="144450"/>
                </a:lnTo>
                <a:lnTo>
                  <a:pt x="50598" y="145552"/>
                </a:lnTo>
                <a:lnTo>
                  <a:pt x="46693" y="146896"/>
                </a:lnTo>
                <a:lnTo>
                  <a:pt x="42864" y="148486"/>
                </a:lnTo>
                <a:lnTo>
                  <a:pt x="39112" y="150321"/>
                </a:lnTo>
                <a:lnTo>
                  <a:pt x="35433" y="152400"/>
                </a:lnTo>
                <a:lnTo>
                  <a:pt x="31877" y="154681"/>
                </a:lnTo>
                <a:lnTo>
                  <a:pt x="28490" y="157122"/>
                </a:lnTo>
                <a:lnTo>
                  <a:pt x="25273" y="159724"/>
                </a:lnTo>
                <a:lnTo>
                  <a:pt x="22225" y="162485"/>
                </a:lnTo>
                <a:lnTo>
                  <a:pt x="19346" y="165405"/>
                </a:lnTo>
                <a:lnTo>
                  <a:pt x="16637" y="168487"/>
                </a:lnTo>
                <a:lnTo>
                  <a:pt x="14097" y="171727"/>
                </a:lnTo>
                <a:lnTo>
                  <a:pt x="11726" y="175129"/>
                </a:lnTo>
                <a:lnTo>
                  <a:pt x="9525" y="178689"/>
                </a:lnTo>
                <a:lnTo>
                  <a:pt x="7526" y="182363"/>
                </a:lnTo>
                <a:lnTo>
                  <a:pt x="5762" y="186102"/>
                </a:lnTo>
                <a:lnTo>
                  <a:pt x="4233" y="189908"/>
                </a:lnTo>
                <a:lnTo>
                  <a:pt x="2939" y="193779"/>
                </a:lnTo>
                <a:lnTo>
                  <a:pt x="1881" y="197715"/>
                </a:lnTo>
                <a:lnTo>
                  <a:pt x="1058" y="201719"/>
                </a:lnTo>
                <a:lnTo>
                  <a:pt x="471" y="205787"/>
                </a:lnTo>
                <a:lnTo>
                  <a:pt x="117" y="209921"/>
                </a:lnTo>
                <a:lnTo>
                  <a:pt x="0" y="214122"/>
                </a:lnTo>
                <a:lnTo>
                  <a:pt x="0" y="218694"/>
                </a:lnTo>
                <a:lnTo>
                  <a:pt x="33" y="219687"/>
                </a:lnTo>
                <a:lnTo>
                  <a:pt x="131" y="220632"/>
                </a:lnTo>
                <a:lnTo>
                  <a:pt x="296" y="221531"/>
                </a:lnTo>
                <a:lnTo>
                  <a:pt x="527" y="222382"/>
                </a:lnTo>
                <a:lnTo>
                  <a:pt x="823" y="223186"/>
                </a:lnTo>
                <a:lnTo>
                  <a:pt x="1185" y="223943"/>
                </a:lnTo>
                <a:lnTo>
                  <a:pt x="1614" y="224654"/>
                </a:lnTo>
                <a:lnTo>
                  <a:pt x="2107" y="225317"/>
                </a:lnTo>
                <a:lnTo>
                  <a:pt x="2667" y="225933"/>
                </a:lnTo>
                <a:lnTo>
                  <a:pt x="3279" y="226493"/>
                </a:lnTo>
                <a:lnTo>
                  <a:pt x="3927" y="226986"/>
                </a:lnTo>
                <a:lnTo>
                  <a:pt x="4614" y="227415"/>
                </a:lnTo>
                <a:lnTo>
                  <a:pt x="5339" y="227777"/>
                </a:lnTo>
                <a:lnTo>
                  <a:pt x="6101" y="228073"/>
                </a:lnTo>
                <a:lnTo>
                  <a:pt x="6900" y="228304"/>
                </a:lnTo>
                <a:lnTo>
                  <a:pt x="7737" y="228469"/>
                </a:lnTo>
                <a:lnTo>
                  <a:pt x="8613" y="228567"/>
                </a:lnTo>
                <a:lnTo>
                  <a:pt x="9525" y="228600"/>
                </a:lnTo>
                <a:lnTo>
                  <a:pt x="10437" y="228567"/>
                </a:lnTo>
                <a:lnTo>
                  <a:pt x="11313" y="228469"/>
                </a:lnTo>
                <a:lnTo>
                  <a:pt x="12150" y="228304"/>
                </a:lnTo>
                <a:lnTo>
                  <a:pt x="12949" y="228073"/>
                </a:lnTo>
                <a:lnTo>
                  <a:pt x="13711" y="227777"/>
                </a:lnTo>
                <a:lnTo>
                  <a:pt x="14436" y="227415"/>
                </a:lnTo>
                <a:lnTo>
                  <a:pt x="15123" y="226986"/>
                </a:lnTo>
                <a:lnTo>
                  <a:pt x="15771" y="226493"/>
                </a:lnTo>
                <a:lnTo>
                  <a:pt x="16383" y="225933"/>
                </a:lnTo>
                <a:lnTo>
                  <a:pt x="16943" y="225326"/>
                </a:lnTo>
                <a:lnTo>
                  <a:pt x="17436" y="224691"/>
                </a:lnTo>
                <a:lnTo>
                  <a:pt x="17865" y="224028"/>
                </a:lnTo>
                <a:lnTo>
                  <a:pt x="18227" y="223336"/>
                </a:lnTo>
                <a:lnTo>
                  <a:pt x="18523" y="222617"/>
                </a:lnTo>
                <a:lnTo>
                  <a:pt x="18754" y="221869"/>
                </a:lnTo>
                <a:lnTo>
                  <a:pt x="18919" y="221093"/>
                </a:lnTo>
                <a:lnTo>
                  <a:pt x="19017" y="220288"/>
                </a:lnTo>
                <a:lnTo>
                  <a:pt x="19050" y="219456"/>
                </a:lnTo>
                <a:lnTo>
                  <a:pt x="19050" y="214122"/>
                </a:lnTo>
                <a:lnTo>
                  <a:pt x="19135" y="211093"/>
                </a:lnTo>
                <a:lnTo>
                  <a:pt x="19389" y="208101"/>
                </a:lnTo>
                <a:lnTo>
                  <a:pt x="19812" y="205148"/>
                </a:lnTo>
                <a:lnTo>
                  <a:pt x="20404" y="202231"/>
                </a:lnTo>
                <a:lnTo>
                  <a:pt x="21166" y="199353"/>
                </a:lnTo>
                <a:lnTo>
                  <a:pt x="22098" y="196511"/>
                </a:lnTo>
                <a:lnTo>
                  <a:pt x="23199" y="193708"/>
                </a:lnTo>
                <a:lnTo>
                  <a:pt x="24469" y="190942"/>
                </a:lnTo>
                <a:lnTo>
                  <a:pt x="25908" y="188214"/>
                </a:lnTo>
                <a:lnTo>
                  <a:pt x="27498" y="185566"/>
                </a:lnTo>
                <a:lnTo>
                  <a:pt x="29220" y="183040"/>
                </a:lnTo>
                <a:lnTo>
                  <a:pt x="31072" y="180636"/>
                </a:lnTo>
                <a:lnTo>
                  <a:pt x="33057" y="178355"/>
                </a:lnTo>
                <a:lnTo>
                  <a:pt x="35174" y="176196"/>
                </a:lnTo>
                <a:lnTo>
                  <a:pt x="37423" y="174159"/>
                </a:lnTo>
                <a:lnTo>
                  <a:pt x="39803" y="172245"/>
                </a:lnTo>
                <a:lnTo>
                  <a:pt x="42315" y="170453"/>
                </a:lnTo>
                <a:lnTo>
                  <a:pt x="44958" y="168783"/>
                </a:lnTo>
                <a:lnTo>
                  <a:pt x="47691" y="167264"/>
                </a:lnTo>
                <a:lnTo>
                  <a:pt x="50471" y="165924"/>
                </a:lnTo>
                <a:lnTo>
                  <a:pt x="53298" y="164762"/>
                </a:lnTo>
                <a:lnTo>
                  <a:pt x="56172" y="163779"/>
                </a:lnTo>
                <a:lnTo>
                  <a:pt x="59093" y="162974"/>
                </a:lnTo>
                <a:lnTo>
                  <a:pt x="62061" y="162348"/>
                </a:lnTo>
                <a:lnTo>
                  <a:pt x="65076" y="161901"/>
                </a:lnTo>
                <a:lnTo>
                  <a:pt x="68138" y="161634"/>
                </a:lnTo>
                <a:lnTo>
                  <a:pt x="71247" y="161544"/>
                </a:lnTo>
                <a:lnTo>
                  <a:pt x="74356" y="161634"/>
                </a:lnTo>
                <a:lnTo>
                  <a:pt x="77418" y="161901"/>
                </a:lnTo>
                <a:lnTo>
                  <a:pt x="80433" y="162348"/>
                </a:lnTo>
                <a:lnTo>
                  <a:pt x="83401" y="162974"/>
                </a:lnTo>
                <a:lnTo>
                  <a:pt x="86322" y="163779"/>
                </a:lnTo>
                <a:lnTo>
                  <a:pt x="89196" y="164762"/>
                </a:lnTo>
                <a:lnTo>
                  <a:pt x="92023" y="165924"/>
                </a:lnTo>
                <a:lnTo>
                  <a:pt x="94803" y="167264"/>
                </a:lnTo>
                <a:lnTo>
                  <a:pt x="97536" y="168783"/>
                </a:lnTo>
                <a:lnTo>
                  <a:pt x="100179" y="170453"/>
                </a:lnTo>
                <a:lnTo>
                  <a:pt x="102691" y="172245"/>
                </a:lnTo>
                <a:lnTo>
                  <a:pt x="105071" y="174159"/>
                </a:lnTo>
                <a:lnTo>
                  <a:pt x="107320" y="176196"/>
                </a:lnTo>
                <a:lnTo>
                  <a:pt x="109437" y="178355"/>
                </a:lnTo>
                <a:lnTo>
                  <a:pt x="111422" y="180636"/>
                </a:lnTo>
                <a:lnTo>
                  <a:pt x="113274" y="183040"/>
                </a:lnTo>
                <a:lnTo>
                  <a:pt x="114996" y="185566"/>
                </a:lnTo>
                <a:lnTo>
                  <a:pt x="116586" y="188214"/>
                </a:lnTo>
                <a:lnTo>
                  <a:pt x="118025" y="190942"/>
                </a:lnTo>
                <a:lnTo>
                  <a:pt x="119295" y="193708"/>
                </a:lnTo>
                <a:lnTo>
                  <a:pt x="120396" y="196511"/>
                </a:lnTo>
                <a:lnTo>
                  <a:pt x="121328" y="199353"/>
                </a:lnTo>
                <a:lnTo>
                  <a:pt x="122090" y="202231"/>
                </a:lnTo>
                <a:lnTo>
                  <a:pt x="122682" y="205148"/>
                </a:lnTo>
                <a:lnTo>
                  <a:pt x="123105" y="208101"/>
                </a:lnTo>
                <a:lnTo>
                  <a:pt x="123359" y="211093"/>
                </a:lnTo>
                <a:lnTo>
                  <a:pt x="123444" y="214122"/>
                </a:lnTo>
                <a:lnTo>
                  <a:pt x="123444" y="218694"/>
                </a:lnTo>
                <a:lnTo>
                  <a:pt x="123482" y="219687"/>
                </a:lnTo>
                <a:lnTo>
                  <a:pt x="123594" y="220632"/>
                </a:lnTo>
                <a:lnTo>
                  <a:pt x="123783" y="221531"/>
                </a:lnTo>
                <a:lnTo>
                  <a:pt x="124046" y="222382"/>
                </a:lnTo>
                <a:lnTo>
                  <a:pt x="124385" y="223186"/>
                </a:lnTo>
                <a:lnTo>
                  <a:pt x="124798" y="223943"/>
                </a:lnTo>
                <a:lnTo>
                  <a:pt x="125288" y="224654"/>
                </a:lnTo>
                <a:lnTo>
                  <a:pt x="125852" y="225317"/>
                </a:lnTo>
                <a:lnTo>
                  <a:pt x="126492" y="225933"/>
                </a:lnTo>
                <a:lnTo>
                  <a:pt x="127179" y="226493"/>
                </a:lnTo>
                <a:lnTo>
                  <a:pt x="127885" y="226986"/>
                </a:lnTo>
                <a:lnTo>
                  <a:pt x="128608" y="227415"/>
                </a:lnTo>
                <a:lnTo>
                  <a:pt x="129351" y="227777"/>
                </a:lnTo>
                <a:lnTo>
                  <a:pt x="130113" y="228073"/>
                </a:lnTo>
                <a:lnTo>
                  <a:pt x="130894" y="228304"/>
                </a:lnTo>
                <a:lnTo>
                  <a:pt x="131695" y="228469"/>
                </a:lnTo>
                <a:lnTo>
                  <a:pt x="132513" y="228567"/>
                </a:lnTo>
                <a:lnTo>
                  <a:pt x="133350" y="228600"/>
                </a:lnTo>
                <a:lnTo>
                  <a:pt x="134187" y="228567"/>
                </a:lnTo>
                <a:lnTo>
                  <a:pt x="135005" y="228469"/>
                </a:lnTo>
                <a:lnTo>
                  <a:pt x="135806" y="228304"/>
                </a:lnTo>
                <a:lnTo>
                  <a:pt x="136587" y="228073"/>
                </a:lnTo>
                <a:lnTo>
                  <a:pt x="137349" y="227777"/>
                </a:lnTo>
                <a:lnTo>
                  <a:pt x="138092" y="227415"/>
                </a:lnTo>
                <a:lnTo>
                  <a:pt x="138815" y="226986"/>
                </a:lnTo>
                <a:lnTo>
                  <a:pt x="139521" y="226493"/>
                </a:lnTo>
                <a:lnTo>
                  <a:pt x="140208" y="225933"/>
                </a:lnTo>
                <a:lnTo>
                  <a:pt x="140848" y="225326"/>
                </a:lnTo>
                <a:lnTo>
                  <a:pt x="141412" y="224691"/>
                </a:lnTo>
                <a:lnTo>
                  <a:pt x="141902" y="224028"/>
                </a:lnTo>
                <a:lnTo>
                  <a:pt x="142315" y="223336"/>
                </a:lnTo>
                <a:lnTo>
                  <a:pt x="142654" y="222617"/>
                </a:lnTo>
                <a:lnTo>
                  <a:pt x="142917" y="221869"/>
                </a:lnTo>
                <a:lnTo>
                  <a:pt x="143106" y="221093"/>
                </a:lnTo>
                <a:lnTo>
                  <a:pt x="143218" y="220288"/>
                </a:lnTo>
                <a:lnTo>
                  <a:pt x="143256" y="219456"/>
                </a:lnTo>
                <a:close/>
                <a:moveTo>
                  <a:pt x="228600" y="171450"/>
                </a:moveTo>
                <a:lnTo>
                  <a:pt x="228469" y="167089"/>
                </a:lnTo>
                <a:lnTo>
                  <a:pt x="228073" y="162814"/>
                </a:lnTo>
                <a:lnTo>
                  <a:pt x="227415" y="158623"/>
                </a:lnTo>
                <a:lnTo>
                  <a:pt x="226493" y="154516"/>
                </a:lnTo>
                <a:lnTo>
                  <a:pt x="225307" y="150495"/>
                </a:lnTo>
                <a:lnTo>
                  <a:pt x="223858" y="146558"/>
                </a:lnTo>
                <a:lnTo>
                  <a:pt x="222147" y="142705"/>
                </a:lnTo>
                <a:lnTo>
                  <a:pt x="220171" y="138938"/>
                </a:lnTo>
                <a:lnTo>
                  <a:pt x="217932" y="135255"/>
                </a:lnTo>
                <a:lnTo>
                  <a:pt x="215472" y="131717"/>
                </a:lnTo>
                <a:lnTo>
                  <a:pt x="212833" y="128387"/>
                </a:lnTo>
                <a:lnTo>
                  <a:pt x="210016" y="125264"/>
                </a:lnTo>
                <a:lnTo>
                  <a:pt x="207019" y="122348"/>
                </a:lnTo>
                <a:lnTo>
                  <a:pt x="203845" y="119639"/>
                </a:lnTo>
                <a:lnTo>
                  <a:pt x="200491" y="117137"/>
                </a:lnTo>
                <a:lnTo>
                  <a:pt x="196958" y="114841"/>
                </a:lnTo>
                <a:lnTo>
                  <a:pt x="193247" y="112752"/>
                </a:lnTo>
                <a:lnTo>
                  <a:pt x="189357" y="110871"/>
                </a:lnTo>
                <a:lnTo>
                  <a:pt x="185355" y="109230"/>
                </a:lnTo>
                <a:lnTo>
                  <a:pt x="181305" y="107861"/>
                </a:lnTo>
                <a:lnTo>
                  <a:pt x="177207" y="106765"/>
                </a:lnTo>
                <a:lnTo>
                  <a:pt x="173064" y="105942"/>
                </a:lnTo>
                <a:lnTo>
                  <a:pt x="168873" y="105391"/>
                </a:lnTo>
                <a:lnTo>
                  <a:pt x="164634" y="105114"/>
                </a:lnTo>
                <a:lnTo>
                  <a:pt x="160350" y="105109"/>
                </a:lnTo>
                <a:lnTo>
                  <a:pt x="156018" y="105377"/>
                </a:lnTo>
                <a:lnTo>
                  <a:pt x="151638" y="105918"/>
                </a:lnTo>
                <a:lnTo>
                  <a:pt x="147301" y="106718"/>
                </a:lnTo>
                <a:lnTo>
                  <a:pt x="143096" y="107762"/>
                </a:lnTo>
                <a:lnTo>
                  <a:pt x="139023" y="109051"/>
                </a:lnTo>
                <a:lnTo>
                  <a:pt x="135081" y="110584"/>
                </a:lnTo>
                <a:lnTo>
                  <a:pt x="131271" y="112362"/>
                </a:lnTo>
                <a:lnTo>
                  <a:pt x="127593" y="114385"/>
                </a:lnTo>
                <a:lnTo>
                  <a:pt x="124046" y="116652"/>
                </a:lnTo>
                <a:lnTo>
                  <a:pt x="120631" y="119163"/>
                </a:lnTo>
                <a:lnTo>
                  <a:pt x="117348" y="121920"/>
                </a:lnTo>
                <a:lnTo>
                  <a:pt x="116562" y="122786"/>
                </a:lnTo>
                <a:lnTo>
                  <a:pt x="115899" y="123689"/>
                </a:lnTo>
                <a:lnTo>
                  <a:pt x="115358" y="124629"/>
                </a:lnTo>
                <a:lnTo>
                  <a:pt x="114940" y="125608"/>
                </a:lnTo>
                <a:lnTo>
                  <a:pt x="114643" y="126623"/>
                </a:lnTo>
                <a:lnTo>
                  <a:pt x="114470" y="127677"/>
                </a:lnTo>
                <a:lnTo>
                  <a:pt x="114417" y="128768"/>
                </a:lnTo>
                <a:lnTo>
                  <a:pt x="114489" y="129897"/>
                </a:lnTo>
                <a:lnTo>
                  <a:pt x="114681" y="131064"/>
                </a:lnTo>
                <a:lnTo>
                  <a:pt x="114982" y="132202"/>
                </a:lnTo>
                <a:lnTo>
                  <a:pt x="115377" y="133246"/>
                </a:lnTo>
                <a:lnTo>
                  <a:pt x="115866" y="134197"/>
                </a:lnTo>
                <a:lnTo>
                  <a:pt x="116450" y="135053"/>
                </a:lnTo>
                <a:lnTo>
                  <a:pt x="117127" y="135815"/>
                </a:lnTo>
                <a:lnTo>
                  <a:pt x="117899" y="136483"/>
                </a:lnTo>
                <a:lnTo>
                  <a:pt x="118763" y="137056"/>
                </a:lnTo>
                <a:lnTo>
                  <a:pt x="119724" y="137536"/>
                </a:lnTo>
                <a:lnTo>
                  <a:pt x="120777" y="137922"/>
                </a:lnTo>
                <a:lnTo>
                  <a:pt x="121873" y="138194"/>
                </a:lnTo>
                <a:lnTo>
                  <a:pt x="122959" y="138336"/>
                </a:lnTo>
                <a:lnTo>
                  <a:pt x="124036" y="138345"/>
                </a:lnTo>
                <a:lnTo>
                  <a:pt x="125104" y="138223"/>
                </a:lnTo>
                <a:lnTo>
                  <a:pt x="126162" y="137969"/>
                </a:lnTo>
                <a:lnTo>
                  <a:pt x="127212" y="137583"/>
                </a:lnTo>
                <a:lnTo>
                  <a:pt x="128251" y="137066"/>
                </a:lnTo>
                <a:lnTo>
                  <a:pt x="129281" y="136417"/>
                </a:lnTo>
                <a:lnTo>
                  <a:pt x="130302" y="135636"/>
                </a:lnTo>
                <a:lnTo>
                  <a:pt x="132710" y="133689"/>
                </a:lnTo>
                <a:lnTo>
                  <a:pt x="135194" y="131911"/>
                </a:lnTo>
                <a:lnTo>
                  <a:pt x="137752" y="130302"/>
                </a:lnTo>
                <a:lnTo>
                  <a:pt x="140387" y="128863"/>
                </a:lnTo>
                <a:lnTo>
                  <a:pt x="143096" y="127593"/>
                </a:lnTo>
                <a:lnTo>
                  <a:pt x="145881" y="126492"/>
                </a:lnTo>
                <a:lnTo>
                  <a:pt x="148740" y="125560"/>
                </a:lnTo>
                <a:lnTo>
                  <a:pt x="151676" y="124798"/>
                </a:lnTo>
                <a:lnTo>
                  <a:pt x="154686" y="124206"/>
                </a:lnTo>
                <a:lnTo>
                  <a:pt x="157724" y="123796"/>
                </a:lnTo>
                <a:lnTo>
                  <a:pt x="160744" y="123585"/>
                </a:lnTo>
                <a:lnTo>
                  <a:pt x="163745" y="123571"/>
                </a:lnTo>
                <a:lnTo>
                  <a:pt x="166728" y="123755"/>
                </a:lnTo>
                <a:lnTo>
                  <a:pt x="169691" y="124136"/>
                </a:lnTo>
                <a:lnTo>
                  <a:pt x="172635" y="124714"/>
                </a:lnTo>
                <a:lnTo>
                  <a:pt x="175561" y="125490"/>
                </a:lnTo>
                <a:lnTo>
                  <a:pt x="178468" y="126463"/>
                </a:lnTo>
                <a:lnTo>
                  <a:pt x="181356" y="127635"/>
                </a:lnTo>
                <a:lnTo>
                  <a:pt x="184169" y="128985"/>
                </a:lnTo>
                <a:lnTo>
                  <a:pt x="186850" y="130494"/>
                </a:lnTo>
                <a:lnTo>
                  <a:pt x="189399" y="132165"/>
                </a:lnTo>
                <a:lnTo>
                  <a:pt x="191817" y="133995"/>
                </a:lnTo>
                <a:lnTo>
                  <a:pt x="194103" y="135984"/>
                </a:lnTo>
                <a:lnTo>
                  <a:pt x="196257" y="138133"/>
                </a:lnTo>
                <a:lnTo>
                  <a:pt x="198280" y="140443"/>
                </a:lnTo>
                <a:lnTo>
                  <a:pt x="200171" y="142913"/>
                </a:lnTo>
                <a:lnTo>
                  <a:pt x="201930" y="145542"/>
                </a:lnTo>
                <a:lnTo>
                  <a:pt x="203529" y="148270"/>
                </a:lnTo>
                <a:lnTo>
                  <a:pt x="204940" y="151036"/>
                </a:lnTo>
                <a:lnTo>
                  <a:pt x="206163" y="153839"/>
                </a:lnTo>
                <a:lnTo>
                  <a:pt x="207198" y="156681"/>
                </a:lnTo>
                <a:lnTo>
                  <a:pt x="208045" y="159559"/>
                </a:lnTo>
                <a:lnTo>
                  <a:pt x="208703" y="162476"/>
                </a:lnTo>
                <a:lnTo>
                  <a:pt x="209174" y="165429"/>
                </a:lnTo>
                <a:lnTo>
                  <a:pt x="209456" y="168421"/>
                </a:lnTo>
                <a:lnTo>
                  <a:pt x="209550" y="171450"/>
                </a:lnTo>
                <a:lnTo>
                  <a:pt x="209583" y="172282"/>
                </a:lnTo>
                <a:lnTo>
                  <a:pt x="209681" y="173087"/>
                </a:lnTo>
                <a:lnTo>
                  <a:pt x="209846" y="173863"/>
                </a:lnTo>
                <a:lnTo>
                  <a:pt x="210077" y="174611"/>
                </a:lnTo>
                <a:lnTo>
                  <a:pt x="210373" y="175330"/>
                </a:lnTo>
                <a:lnTo>
                  <a:pt x="210735" y="176022"/>
                </a:lnTo>
                <a:lnTo>
                  <a:pt x="211164" y="176685"/>
                </a:lnTo>
                <a:lnTo>
                  <a:pt x="211657" y="177320"/>
                </a:lnTo>
                <a:lnTo>
                  <a:pt x="212217" y="177927"/>
                </a:lnTo>
                <a:lnTo>
                  <a:pt x="212829" y="178487"/>
                </a:lnTo>
                <a:lnTo>
                  <a:pt x="213477" y="178980"/>
                </a:lnTo>
                <a:lnTo>
                  <a:pt x="214164" y="179409"/>
                </a:lnTo>
                <a:lnTo>
                  <a:pt x="214889" y="179771"/>
                </a:lnTo>
                <a:lnTo>
                  <a:pt x="215651" y="180067"/>
                </a:lnTo>
                <a:lnTo>
                  <a:pt x="216450" y="180298"/>
                </a:lnTo>
                <a:lnTo>
                  <a:pt x="217287" y="180463"/>
                </a:lnTo>
                <a:lnTo>
                  <a:pt x="218163" y="180561"/>
                </a:lnTo>
                <a:lnTo>
                  <a:pt x="219075" y="180594"/>
                </a:lnTo>
                <a:lnTo>
                  <a:pt x="219987" y="180561"/>
                </a:lnTo>
                <a:lnTo>
                  <a:pt x="220863" y="180463"/>
                </a:lnTo>
                <a:lnTo>
                  <a:pt x="221700" y="180298"/>
                </a:lnTo>
                <a:lnTo>
                  <a:pt x="222499" y="180067"/>
                </a:lnTo>
                <a:lnTo>
                  <a:pt x="223261" y="179771"/>
                </a:lnTo>
                <a:lnTo>
                  <a:pt x="223986" y="179409"/>
                </a:lnTo>
                <a:lnTo>
                  <a:pt x="224673" y="178980"/>
                </a:lnTo>
                <a:lnTo>
                  <a:pt x="225321" y="178487"/>
                </a:lnTo>
                <a:lnTo>
                  <a:pt x="225933" y="177927"/>
                </a:lnTo>
                <a:lnTo>
                  <a:pt x="226493" y="177320"/>
                </a:lnTo>
                <a:lnTo>
                  <a:pt x="226986" y="176685"/>
                </a:lnTo>
                <a:lnTo>
                  <a:pt x="227415" y="176022"/>
                </a:lnTo>
                <a:lnTo>
                  <a:pt x="227777" y="175330"/>
                </a:lnTo>
                <a:lnTo>
                  <a:pt x="228073" y="174611"/>
                </a:lnTo>
                <a:lnTo>
                  <a:pt x="228304" y="173863"/>
                </a:lnTo>
                <a:lnTo>
                  <a:pt x="228469" y="173087"/>
                </a:lnTo>
                <a:lnTo>
                  <a:pt x="228567" y="172282"/>
                </a:lnTo>
                <a:lnTo>
                  <a:pt x="228600" y="171450"/>
                </a:lnTo>
                <a:close/>
                <a:moveTo>
                  <a:pt x="166878" y="85344"/>
                </a:moveTo>
                <a:lnTo>
                  <a:pt x="162889" y="85349"/>
                </a:lnTo>
                <a:lnTo>
                  <a:pt x="159051" y="85024"/>
                </a:lnTo>
                <a:lnTo>
                  <a:pt x="155363" y="84371"/>
                </a:lnTo>
                <a:lnTo>
                  <a:pt x="151827" y="83388"/>
                </a:lnTo>
                <a:lnTo>
                  <a:pt x="148440" y="82075"/>
                </a:lnTo>
                <a:lnTo>
                  <a:pt x="145203" y="80433"/>
                </a:lnTo>
                <a:lnTo>
                  <a:pt x="142118" y="78462"/>
                </a:lnTo>
                <a:lnTo>
                  <a:pt x="139182" y="76162"/>
                </a:lnTo>
                <a:lnTo>
                  <a:pt x="136398" y="73533"/>
                </a:lnTo>
                <a:lnTo>
                  <a:pt x="133840" y="70674"/>
                </a:lnTo>
                <a:lnTo>
                  <a:pt x="131581" y="67682"/>
                </a:lnTo>
                <a:lnTo>
                  <a:pt x="129625" y="64559"/>
                </a:lnTo>
                <a:lnTo>
                  <a:pt x="127969" y="61303"/>
                </a:lnTo>
                <a:lnTo>
                  <a:pt x="126614" y="57917"/>
                </a:lnTo>
                <a:lnTo>
                  <a:pt x="125560" y="54398"/>
                </a:lnTo>
                <a:lnTo>
                  <a:pt x="124808" y="50748"/>
                </a:lnTo>
                <a:lnTo>
                  <a:pt x="124356" y="46967"/>
                </a:lnTo>
                <a:lnTo>
                  <a:pt x="124206" y="43053"/>
                </a:lnTo>
                <a:lnTo>
                  <a:pt x="124356" y="39139"/>
                </a:lnTo>
                <a:lnTo>
                  <a:pt x="124808" y="35358"/>
                </a:lnTo>
                <a:lnTo>
                  <a:pt x="125560" y="31708"/>
                </a:lnTo>
                <a:lnTo>
                  <a:pt x="126614" y="28189"/>
                </a:lnTo>
                <a:lnTo>
                  <a:pt x="127969" y="24803"/>
                </a:lnTo>
                <a:lnTo>
                  <a:pt x="129625" y="21547"/>
                </a:lnTo>
                <a:lnTo>
                  <a:pt x="131581" y="18424"/>
                </a:lnTo>
                <a:lnTo>
                  <a:pt x="133840" y="15432"/>
                </a:lnTo>
                <a:lnTo>
                  <a:pt x="136398" y="12573"/>
                </a:lnTo>
                <a:lnTo>
                  <a:pt x="139178" y="9935"/>
                </a:lnTo>
                <a:lnTo>
                  <a:pt x="142099" y="7606"/>
                </a:lnTo>
                <a:lnTo>
                  <a:pt x="145161" y="5588"/>
                </a:lnTo>
                <a:lnTo>
                  <a:pt x="148364" y="3880"/>
                </a:lnTo>
                <a:lnTo>
                  <a:pt x="151708" y="2483"/>
                </a:lnTo>
                <a:lnTo>
                  <a:pt x="155194" y="1397"/>
                </a:lnTo>
                <a:lnTo>
                  <a:pt x="158821" y="621"/>
                </a:lnTo>
                <a:lnTo>
                  <a:pt x="162588" y="155"/>
                </a:lnTo>
                <a:lnTo>
                  <a:pt x="166497" y="0"/>
                </a:lnTo>
                <a:lnTo>
                  <a:pt x="170411" y="155"/>
                </a:lnTo>
                <a:lnTo>
                  <a:pt x="174192" y="621"/>
                </a:lnTo>
                <a:lnTo>
                  <a:pt x="177842" y="1397"/>
                </a:lnTo>
                <a:lnTo>
                  <a:pt x="181361" y="2483"/>
                </a:lnTo>
                <a:lnTo>
                  <a:pt x="184747" y="3880"/>
                </a:lnTo>
                <a:lnTo>
                  <a:pt x="188003" y="5588"/>
                </a:lnTo>
                <a:lnTo>
                  <a:pt x="191126" y="7606"/>
                </a:lnTo>
                <a:lnTo>
                  <a:pt x="194118" y="9935"/>
                </a:lnTo>
                <a:lnTo>
                  <a:pt x="196977" y="12573"/>
                </a:lnTo>
                <a:lnTo>
                  <a:pt x="199615" y="15432"/>
                </a:lnTo>
                <a:lnTo>
                  <a:pt x="201944" y="18424"/>
                </a:lnTo>
                <a:lnTo>
                  <a:pt x="203962" y="21547"/>
                </a:lnTo>
                <a:lnTo>
                  <a:pt x="205670" y="24803"/>
                </a:lnTo>
                <a:lnTo>
                  <a:pt x="207067" y="28189"/>
                </a:lnTo>
                <a:lnTo>
                  <a:pt x="208153" y="31708"/>
                </a:lnTo>
                <a:lnTo>
                  <a:pt x="208929" y="35358"/>
                </a:lnTo>
                <a:lnTo>
                  <a:pt x="209395" y="39139"/>
                </a:lnTo>
                <a:lnTo>
                  <a:pt x="209550" y="43053"/>
                </a:lnTo>
                <a:lnTo>
                  <a:pt x="209395" y="46962"/>
                </a:lnTo>
                <a:lnTo>
                  <a:pt x="208929" y="50729"/>
                </a:lnTo>
                <a:lnTo>
                  <a:pt x="208153" y="54356"/>
                </a:lnTo>
                <a:lnTo>
                  <a:pt x="207067" y="57842"/>
                </a:lnTo>
                <a:lnTo>
                  <a:pt x="205670" y="61186"/>
                </a:lnTo>
                <a:lnTo>
                  <a:pt x="203962" y="64389"/>
                </a:lnTo>
                <a:lnTo>
                  <a:pt x="201944" y="67451"/>
                </a:lnTo>
                <a:lnTo>
                  <a:pt x="199615" y="70372"/>
                </a:lnTo>
                <a:lnTo>
                  <a:pt x="196977" y="73152"/>
                </a:lnTo>
                <a:lnTo>
                  <a:pt x="194121" y="75720"/>
                </a:lnTo>
                <a:lnTo>
                  <a:pt x="191145" y="78006"/>
                </a:lnTo>
                <a:lnTo>
                  <a:pt x="188044" y="80010"/>
                </a:lnTo>
                <a:lnTo>
                  <a:pt x="184823" y="81731"/>
                </a:lnTo>
                <a:lnTo>
                  <a:pt x="181478" y="83171"/>
                </a:lnTo>
                <a:lnTo>
                  <a:pt x="178012" y="84328"/>
                </a:lnTo>
                <a:lnTo>
                  <a:pt x="174423" y="85203"/>
                </a:lnTo>
                <a:lnTo>
                  <a:pt x="170712" y="85795"/>
                </a:lnTo>
                <a:lnTo>
                  <a:pt x="166878" y="86106"/>
                </a:lnTo>
                <a:close/>
                <a:moveTo>
                  <a:pt x="166878" y="19050"/>
                </a:moveTo>
                <a:lnTo>
                  <a:pt x="164714" y="19135"/>
                </a:lnTo>
                <a:lnTo>
                  <a:pt x="162626" y="19389"/>
                </a:lnTo>
                <a:lnTo>
                  <a:pt x="160612" y="19812"/>
                </a:lnTo>
                <a:lnTo>
                  <a:pt x="158675" y="20404"/>
                </a:lnTo>
                <a:lnTo>
                  <a:pt x="156812" y="21166"/>
                </a:lnTo>
                <a:lnTo>
                  <a:pt x="155025" y="22098"/>
                </a:lnTo>
                <a:lnTo>
                  <a:pt x="153312" y="23199"/>
                </a:lnTo>
                <a:lnTo>
                  <a:pt x="151676" y="24469"/>
                </a:lnTo>
                <a:lnTo>
                  <a:pt x="150114" y="25908"/>
                </a:lnTo>
                <a:lnTo>
                  <a:pt x="148675" y="27470"/>
                </a:lnTo>
                <a:lnTo>
                  <a:pt x="147405" y="29106"/>
                </a:lnTo>
                <a:lnTo>
                  <a:pt x="146304" y="30819"/>
                </a:lnTo>
                <a:lnTo>
                  <a:pt x="145372" y="32606"/>
                </a:lnTo>
                <a:lnTo>
                  <a:pt x="144610" y="34469"/>
                </a:lnTo>
                <a:lnTo>
                  <a:pt x="144018" y="36406"/>
                </a:lnTo>
                <a:lnTo>
                  <a:pt x="143595" y="38420"/>
                </a:lnTo>
                <a:lnTo>
                  <a:pt x="143341" y="40508"/>
                </a:lnTo>
                <a:lnTo>
                  <a:pt x="143256" y="42672"/>
                </a:lnTo>
                <a:lnTo>
                  <a:pt x="143341" y="44841"/>
                </a:lnTo>
                <a:lnTo>
                  <a:pt x="143595" y="46943"/>
                </a:lnTo>
                <a:lnTo>
                  <a:pt x="144018" y="48979"/>
                </a:lnTo>
                <a:lnTo>
                  <a:pt x="144610" y="50950"/>
                </a:lnTo>
                <a:lnTo>
                  <a:pt x="145372" y="52855"/>
                </a:lnTo>
                <a:lnTo>
                  <a:pt x="146304" y="54694"/>
                </a:lnTo>
                <a:lnTo>
                  <a:pt x="147405" y="56468"/>
                </a:lnTo>
                <a:lnTo>
                  <a:pt x="148675" y="58176"/>
                </a:lnTo>
                <a:lnTo>
                  <a:pt x="150114" y="59817"/>
                </a:lnTo>
                <a:lnTo>
                  <a:pt x="151676" y="61331"/>
                </a:lnTo>
                <a:lnTo>
                  <a:pt x="153312" y="62658"/>
                </a:lnTo>
                <a:lnTo>
                  <a:pt x="155025" y="63797"/>
                </a:lnTo>
                <a:lnTo>
                  <a:pt x="156812" y="64746"/>
                </a:lnTo>
                <a:lnTo>
                  <a:pt x="158675" y="65508"/>
                </a:lnTo>
                <a:lnTo>
                  <a:pt x="160612" y="66083"/>
                </a:lnTo>
                <a:lnTo>
                  <a:pt x="162626" y="66468"/>
                </a:lnTo>
                <a:lnTo>
                  <a:pt x="164714" y="66665"/>
                </a:lnTo>
                <a:lnTo>
                  <a:pt x="166878" y="66675"/>
                </a:lnTo>
                <a:lnTo>
                  <a:pt x="169042" y="66510"/>
                </a:lnTo>
                <a:lnTo>
                  <a:pt x="171130" y="66185"/>
                </a:lnTo>
                <a:lnTo>
                  <a:pt x="173144" y="65702"/>
                </a:lnTo>
                <a:lnTo>
                  <a:pt x="175081" y="65057"/>
                </a:lnTo>
                <a:lnTo>
                  <a:pt x="176944" y="64253"/>
                </a:lnTo>
                <a:lnTo>
                  <a:pt x="178731" y="63288"/>
                </a:lnTo>
                <a:lnTo>
                  <a:pt x="180444" y="62164"/>
                </a:lnTo>
                <a:lnTo>
                  <a:pt x="182080" y="60880"/>
                </a:lnTo>
                <a:lnTo>
                  <a:pt x="183642" y="59436"/>
                </a:lnTo>
                <a:lnTo>
                  <a:pt x="185081" y="57874"/>
                </a:lnTo>
                <a:lnTo>
                  <a:pt x="186351" y="56238"/>
                </a:lnTo>
                <a:lnTo>
                  <a:pt x="187452" y="54525"/>
                </a:lnTo>
                <a:lnTo>
                  <a:pt x="188384" y="52738"/>
                </a:lnTo>
                <a:lnTo>
                  <a:pt x="189146" y="50875"/>
                </a:lnTo>
                <a:lnTo>
                  <a:pt x="189738" y="48938"/>
                </a:lnTo>
                <a:lnTo>
                  <a:pt x="190161" y="46924"/>
                </a:lnTo>
                <a:lnTo>
                  <a:pt x="190415" y="44836"/>
                </a:lnTo>
                <a:lnTo>
                  <a:pt x="190500" y="42672"/>
                </a:lnTo>
                <a:lnTo>
                  <a:pt x="190415" y="40508"/>
                </a:lnTo>
                <a:lnTo>
                  <a:pt x="190161" y="38420"/>
                </a:lnTo>
                <a:lnTo>
                  <a:pt x="189738" y="36406"/>
                </a:lnTo>
                <a:lnTo>
                  <a:pt x="189146" y="34469"/>
                </a:lnTo>
                <a:lnTo>
                  <a:pt x="188384" y="32606"/>
                </a:lnTo>
                <a:lnTo>
                  <a:pt x="187452" y="30819"/>
                </a:lnTo>
                <a:lnTo>
                  <a:pt x="186351" y="29106"/>
                </a:lnTo>
                <a:lnTo>
                  <a:pt x="185081" y="27470"/>
                </a:lnTo>
                <a:lnTo>
                  <a:pt x="183642" y="25908"/>
                </a:lnTo>
                <a:lnTo>
                  <a:pt x="182080" y="24469"/>
                </a:lnTo>
                <a:lnTo>
                  <a:pt x="180444" y="23199"/>
                </a:lnTo>
                <a:lnTo>
                  <a:pt x="178731" y="22098"/>
                </a:lnTo>
                <a:lnTo>
                  <a:pt x="176944" y="21166"/>
                </a:lnTo>
                <a:lnTo>
                  <a:pt x="175081" y="20404"/>
                </a:lnTo>
                <a:lnTo>
                  <a:pt x="173144" y="19812"/>
                </a:lnTo>
                <a:lnTo>
                  <a:pt x="171130" y="19389"/>
                </a:lnTo>
                <a:lnTo>
                  <a:pt x="169042" y="19135"/>
                </a:lnTo>
                <a:lnTo>
                  <a:pt x="166878" y="19050"/>
                </a:lnTo>
                <a:close/>
              </a:path>
            </a:pathLst>
          </a:custGeom>
          <a:solidFill>
            <a:srgbClr val="C77E8C"/>
          </a:solidFill>
          <a:ln w="0">
            <a:noFill/>
          </a:ln>
        </p:spPr>
      </p:sp>
      <p:sp>
        <p:nvSpPr>
          <p:cNvPr id="65" name="手繪多邊形: 圖案 64">
            <a:extLst>
              <a:ext uri="{FF2B5EF4-FFF2-40B4-BE49-F238E27FC236}">
                <a16:creationId xmlns:a16="http://schemas.microsoft.com/office/drawing/2014/main" id="{EBA2F83C-D632-498C-A348-71A053357203}"/>
              </a:ext>
            </a:extLst>
          </p:cNvPr>
          <p:cNvSpPr>
            <a:spLocks noGrp="1"/>
          </p:cNvSpPr>
          <p:nvPr/>
        </p:nvSpPr>
        <p:spPr>
          <a:xfrm>
            <a:off x="9801225" y="3143250"/>
            <a:ext cx="381000" cy="38100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157734" y="129540"/>
                </a:moveTo>
                <a:lnTo>
                  <a:pt x="157047" y="129069"/>
                </a:lnTo>
                <a:lnTo>
                  <a:pt x="156341" y="128674"/>
                </a:lnTo>
                <a:lnTo>
                  <a:pt x="155618" y="128355"/>
                </a:lnTo>
                <a:lnTo>
                  <a:pt x="154875" y="128110"/>
                </a:lnTo>
                <a:lnTo>
                  <a:pt x="154113" y="127941"/>
                </a:lnTo>
                <a:lnTo>
                  <a:pt x="153332" y="127846"/>
                </a:lnTo>
                <a:lnTo>
                  <a:pt x="152531" y="127827"/>
                </a:lnTo>
                <a:lnTo>
                  <a:pt x="151713" y="127885"/>
                </a:lnTo>
                <a:lnTo>
                  <a:pt x="150876" y="128016"/>
                </a:lnTo>
                <a:lnTo>
                  <a:pt x="150048" y="128213"/>
                </a:lnTo>
                <a:lnTo>
                  <a:pt x="149258" y="128467"/>
                </a:lnTo>
                <a:lnTo>
                  <a:pt x="148505" y="128778"/>
                </a:lnTo>
                <a:lnTo>
                  <a:pt x="147790" y="129145"/>
                </a:lnTo>
                <a:lnTo>
                  <a:pt x="147113" y="129569"/>
                </a:lnTo>
                <a:lnTo>
                  <a:pt x="146474" y="130048"/>
                </a:lnTo>
                <a:lnTo>
                  <a:pt x="145872" y="130584"/>
                </a:lnTo>
                <a:lnTo>
                  <a:pt x="145307" y="131177"/>
                </a:lnTo>
                <a:lnTo>
                  <a:pt x="144780" y="131826"/>
                </a:lnTo>
                <a:lnTo>
                  <a:pt x="144309" y="132513"/>
                </a:lnTo>
                <a:lnTo>
                  <a:pt x="143914" y="133219"/>
                </a:lnTo>
                <a:lnTo>
                  <a:pt x="143595" y="133942"/>
                </a:lnTo>
                <a:lnTo>
                  <a:pt x="143350" y="134685"/>
                </a:lnTo>
                <a:lnTo>
                  <a:pt x="143181" y="135447"/>
                </a:lnTo>
                <a:lnTo>
                  <a:pt x="143086" y="136228"/>
                </a:lnTo>
                <a:lnTo>
                  <a:pt x="143067" y="137029"/>
                </a:lnTo>
                <a:lnTo>
                  <a:pt x="143125" y="137847"/>
                </a:lnTo>
                <a:lnTo>
                  <a:pt x="143256" y="138684"/>
                </a:lnTo>
                <a:lnTo>
                  <a:pt x="143453" y="139512"/>
                </a:lnTo>
                <a:lnTo>
                  <a:pt x="143707" y="140302"/>
                </a:lnTo>
                <a:lnTo>
                  <a:pt x="144018" y="141055"/>
                </a:lnTo>
                <a:lnTo>
                  <a:pt x="144385" y="141770"/>
                </a:lnTo>
                <a:lnTo>
                  <a:pt x="144809" y="142447"/>
                </a:lnTo>
                <a:lnTo>
                  <a:pt x="145288" y="143086"/>
                </a:lnTo>
                <a:lnTo>
                  <a:pt x="145824" y="143688"/>
                </a:lnTo>
                <a:lnTo>
                  <a:pt x="146417" y="144253"/>
                </a:lnTo>
                <a:lnTo>
                  <a:pt x="147066" y="144780"/>
                </a:lnTo>
                <a:lnTo>
                  <a:pt x="148242" y="145627"/>
                </a:lnTo>
                <a:lnTo>
                  <a:pt x="149399" y="146474"/>
                </a:lnTo>
                <a:lnTo>
                  <a:pt x="150537" y="147320"/>
                </a:lnTo>
                <a:lnTo>
                  <a:pt x="151657" y="148167"/>
                </a:lnTo>
                <a:lnTo>
                  <a:pt x="152757" y="149013"/>
                </a:lnTo>
                <a:lnTo>
                  <a:pt x="153839" y="149860"/>
                </a:lnTo>
                <a:lnTo>
                  <a:pt x="154902" y="150706"/>
                </a:lnTo>
                <a:lnTo>
                  <a:pt x="155946" y="151553"/>
                </a:lnTo>
                <a:lnTo>
                  <a:pt x="156972" y="152400"/>
                </a:lnTo>
                <a:lnTo>
                  <a:pt x="71628" y="152400"/>
                </a:lnTo>
                <a:lnTo>
                  <a:pt x="73707" y="150706"/>
                </a:lnTo>
                <a:lnTo>
                  <a:pt x="75880" y="149013"/>
                </a:lnTo>
                <a:lnTo>
                  <a:pt x="78147" y="147320"/>
                </a:lnTo>
                <a:lnTo>
                  <a:pt x="80508" y="145627"/>
                </a:lnTo>
                <a:lnTo>
                  <a:pt x="82964" y="143933"/>
                </a:lnTo>
                <a:lnTo>
                  <a:pt x="85514" y="142240"/>
                </a:lnTo>
                <a:lnTo>
                  <a:pt x="88157" y="140547"/>
                </a:lnTo>
                <a:lnTo>
                  <a:pt x="90894" y="138854"/>
                </a:lnTo>
                <a:lnTo>
                  <a:pt x="93726" y="137160"/>
                </a:lnTo>
                <a:lnTo>
                  <a:pt x="95692" y="135927"/>
                </a:lnTo>
                <a:lnTo>
                  <a:pt x="97866" y="134602"/>
                </a:lnTo>
                <a:lnTo>
                  <a:pt x="100245" y="133180"/>
                </a:lnTo>
                <a:lnTo>
                  <a:pt x="102832" y="131666"/>
                </a:lnTo>
                <a:lnTo>
                  <a:pt x="105627" y="130057"/>
                </a:lnTo>
                <a:lnTo>
                  <a:pt x="108627" y="128355"/>
                </a:lnTo>
                <a:lnTo>
                  <a:pt x="111835" y="126558"/>
                </a:lnTo>
                <a:lnTo>
                  <a:pt x="115251" y="124667"/>
                </a:lnTo>
                <a:lnTo>
                  <a:pt x="118872" y="122682"/>
                </a:lnTo>
                <a:lnTo>
                  <a:pt x="118872" y="122682"/>
                </a:lnTo>
                <a:lnTo>
                  <a:pt x="125118" y="119202"/>
                </a:lnTo>
                <a:lnTo>
                  <a:pt x="130989" y="115871"/>
                </a:lnTo>
                <a:lnTo>
                  <a:pt x="136483" y="112691"/>
                </a:lnTo>
                <a:lnTo>
                  <a:pt x="141601" y="109662"/>
                </a:lnTo>
                <a:lnTo>
                  <a:pt x="146342" y="106784"/>
                </a:lnTo>
                <a:lnTo>
                  <a:pt x="150706" y="104055"/>
                </a:lnTo>
                <a:lnTo>
                  <a:pt x="154696" y="101477"/>
                </a:lnTo>
                <a:lnTo>
                  <a:pt x="158307" y="99050"/>
                </a:lnTo>
                <a:lnTo>
                  <a:pt x="161544" y="96774"/>
                </a:lnTo>
                <a:lnTo>
                  <a:pt x="166332" y="93030"/>
                </a:lnTo>
                <a:lnTo>
                  <a:pt x="170877" y="89248"/>
                </a:lnTo>
                <a:lnTo>
                  <a:pt x="175175" y="85429"/>
                </a:lnTo>
                <a:lnTo>
                  <a:pt x="179230" y="81572"/>
                </a:lnTo>
                <a:lnTo>
                  <a:pt x="183040" y="77677"/>
                </a:lnTo>
                <a:lnTo>
                  <a:pt x="186605" y="73744"/>
                </a:lnTo>
                <a:lnTo>
                  <a:pt x="189927" y="69774"/>
                </a:lnTo>
                <a:lnTo>
                  <a:pt x="193002" y="65767"/>
                </a:lnTo>
                <a:lnTo>
                  <a:pt x="195834" y="61722"/>
                </a:lnTo>
                <a:lnTo>
                  <a:pt x="198712" y="56558"/>
                </a:lnTo>
                <a:lnTo>
                  <a:pt x="201253" y="51224"/>
                </a:lnTo>
                <a:lnTo>
                  <a:pt x="203454" y="45720"/>
                </a:lnTo>
                <a:lnTo>
                  <a:pt x="205317" y="40047"/>
                </a:lnTo>
                <a:lnTo>
                  <a:pt x="206841" y="34205"/>
                </a:lnTo>
                <a:lnTo>
                  <a:pt x="208026" y="28194"/>
                </a:lnTo>
                <a:lnTo>
                  <a:pt x="208873" y="22013"/>
                </a:lnTo>
                <a:lnTo>
                  <a:pt x="209380" y="15663"/>
                </a:lnTo>
                <a:lnTo>
                  <a:pt x="209550" y="9144"/>
                </a:lnTo>
                <a:lnTo>
                  <a:pt x="209517" y="8312"/>
                </a:lnTo>
                <a:lnTo>
                  <a:pt x="209419" y="7507"/>
                </a:lnTo>
                <a:lnTo>
                  <a:pt x="209254" y="6731"/>
                </a:lnTo>
                <a:lnTo>
                  <a:pt x="209023" y="5983"/>
                </a:lnTo>
                <a:lnTo>
                  <a:pt x="208727" y="5264"/>
                </a:lnTo>
                <a:lnTo>
                  <a:pt x="208365" y="4572"/>
                </a:lnTo>
                <a:lnTo>
                  <a:pt x="207936" y="3909"/>
                </a:lnTo>
                <a:lnTo>
                  <a:pt x="207443" y="3274"/>
                </a:lnTo>
                <a:lnTo>
                  <a:pt x="206883" y="2667"/>
                </a:lnTo>
                <a:lnTo>
                  <a:pt x="206271" y="2107"/>
                </a:lnTo>
                <a:lnTo>
                  <a:pt x="205623" y="1614"/>
                </a:lnTo>
                <a:lnTo>
                  <a:pt x="204936" y="1185"/>
                </a:lnTo>
                <a:lnTo>
                  <a:pt x="204211" y="823"/>
                </a:lnTo>
                <a:lnTo>
                  <a:pt x="203449" y="527"/>
                </a:lnTo>
                <a:lnTo>
                  <a:pt x="202650" y="296"/>
                </a:lnTo>
                <a:lnTo>
                  <a:pt x="201813" y="131"/>
                </a:lnTo>
                <a:lnTo>
                  <a:pt x="200937" y="33"/>
                </a:lnTo>
                <a:lnTo>
                  <a:pt x="200025" y="0"/>
                </a:lnTo>
                <a:lnTo>
                  <a:pt x="199113" y="33"/>
                </a:lnTo>
                <a:lnTo>
                  <a:pt x="198237" y="131"/>
                </a:lnTo>
                <a:lnTo>
                  <a:pt x="197400" y="296"/>
                </a:lnTo>
                <a:lnTo>
                  <a:pt x="196601" y="527"/>
                </a:lnTo>
                <a:lnTo>
                  <a:pt x="195839" y="823"/>
                </a:lnTo>
                <a:lnTo>
                  <a:pt x="195114" y="1185"/>
                </a:lnTo>
                <a:lnTo>
                  <a:pt x="194427" y="1614"/>
                </a:lnTo>
                <a:lnTo>
                  <a:pt x="193779" y="2107"/>
                </a:lnTo>
                <a:lnTo>
                  <a:pt x="193167" y="2667"/>
                </a:lnTo>
                <a:lnTo>
                  <a:pt x="192607" y="3283"/>
                </a:lnTo>
                <a:lnTo>
                  <a:pt x="192114" y="3946"/>
                </a:lnTo>
                <a:lnTo>
                  <a:pt x="191685" y="4657"/>
                </a:lnTo>
                <a:lnTo>
                  <a:pt x="191323" y="5414"/>
                </a:lnTo>
                <a:lnTo>
                  <a:pt x="191027" y="6218"/>
                </a:lnTo>
                <a:lnTo>
                  <a:pt x="190796" y="7069"/>
                </a:lnTo>
                <a:lnTo>
                  <a:pt x="190631" y="7968"/>
                </a:lnTo>
                <a:lnTo>
                  <a:pt x="190533" y="8913"/>
                </a:lnTo>
                <a:lnTo>
                  <a:pt x="190500" y="9906"/>
                </a:lnTo>
                <a:lnTo>
                  <a:pt x="190490" y="10922"/>
                </a:lnTo>
                <a:lnTo>
                  <a:pt x="190462" y="11938"/>
                </a:lnTo>
                <a:lnTo>
                  <a:pt x="190415" y="12954"/>
                </a:lnTo>
                <a:lnTo>
                  <a:pt x="190350" y="13970"/>
                </a:lnTo>
                <a:lnTo>
                  <a:pt x="190265" y="14986"/>
                </a:lnTo>
                <a:lnTo>
                  <a:pt x="190161" y="16002"/>
                </a:lnTo>
                <a:lnTo>
                  <a:pt x="190039" y="17018"/>
                </a:lnTo>
                <a:lnTo>
                  <a:pt x="189898" y="18034"/>
                </a:lnTo>
                <a:lnTo>
                  <a:pt x="189738" y="19050"/>
                </a:lnTo>
                <a:lnTo>
                  <a:pt x="38862" y="19050"/>
                </a:lnTo>
                <a:lnTo>
                  <a:pt x="38100" y="9144"/>
                </a:lnTo>
                <a:lnTo>
                  <a:pt x="38067" y="8312"/>
                </a:lnTo>
                <a:lnTo>
                  <a:pt x="37969" y="7507"/>
                </a:lnTo>
                <a:lnTo>
                  <a:pt x="37804" y="6731"/>
                </a:lnTo>
                <a:lnTo>
                  <a:pt x="37573" y="5983"/>
                </a:lnTo>
                <a:lnTo>
                  <a:pt x="37277" y="5264"/>
                </a:lnTo>
                <a:lnTo>
                  <a:pt x="36915" y="4572"/>
                </a:lnTo>
                <a:lnTo>
                  <a:pt x="36486" y="3909"/>
                </a:lnTo>
                <a:lnTo>
                  <a:pt x="35993" y="3274"/>
                </a:lnTo>
                <a:lnTo>
                  <a:pt x="35433" y="2667"/>
                </a:lnTo>
                <a:lnTo>
                  <a:pt x="34821" y="2107"/>
                </a:lnTo>
                <a:lnTo>
                  <a:pt x="34173" y="1614"/>
                </a:lnTo>
                <a:lnTo>
                  <a:pt x="33486" y="1185"/>
                </a:lnTo>
                <a:lnTo>
                  <a:pt x="32761" y="823"/>
                </a:lnTo>
                <a:lnTo>
                  <a:pt x="31999" y="527"/>
                </a:lnTo>
                <a:lnTo>
                  <a:pt x="31200" y="296"/>
                </a:lnTo>
                <a:lnTo>
                  <a:pt x="30363" y="131"/>
                </a:lnTo>
                <a:lnTo>
                  <a:pt x="29487" y="33"/>
                </a:lnTo>
                <a:lnTo>
                  <a:pt x="28575" y="0"/>
                </a:lnTo>
                <a:lnTo>
                  <a:pt x="27663" y="33"/>
                </a:lnTo>
                <a:lnTo>
                  <a:pt x="26787" y="131"/>
                </a:lnTo>
                <a:lnTo>
                  <a:pt x="25950" y="296"/>
                </a:lnTo>
                <a:lnTo>
                  <a:pt x="25151" y="527"/>
                </a:lnTo>
                <a:lnTo>
                  <a:pt x="24389" y="823"/>
                </a:lnTo>
                <a:lnTo>
                  <a:pt x="23664" y="1185"/>
                </a:lnTo>
                <a:lnTo>
                  <a:pt x="22977" y="1614"/>
                </a:lnTo>
                <a:lnTo>
                  <a:pt x="22329" y="2107"/>
                </a:lnTo>
                <a:lnTo>
                  <a:pt x="21717" y="2667"/>
                </a:lnTo>
                <a:lnTo>
                  <a:pt x="21157" y="3274"/>
                </a:lnTo>
                <a:lnTo>
                  <a:pt x="20664" y="3909"/>
                </a:lnTo>
                <a:lnTo>
                  <a:pt x="20235" y="4572"/>
                </a:lnTo>
                <a:lnTo>
                  <a:pt x="19873" y="5264"/>
                </a:lnTo>
                <a:lnTo>
                  <a:pt x="19577" y="5983"/>
                </a:lnTo>
                <a:lnTo>
                  <a:pt x="19346" y="6731"/>
                </a:lnTo>
                <a:lnTo>
                  <a:pt x="19181" y="7507"/>
                </a:lnTo>
                <a:lnTo>
                  <a:pt x="19083" y="8312"/>
                </a:lnTo>
                <a:lnTo>
                  <a:pt x="19050" y="9144"/>
                </a:lnTo>
                <a:lnTo>
                  <a:pt x="19257" y="16322"/>
                </a:lnTo>
                <a:lnTo>
                  <a:pt x="19878" y="23292"/>
                </a:lnTo>
                <a:lnTo>
                  <a:pt x="20913" y="30057"/>
                </a:lnTo>
                <a:lnTo>
                  <a:pt x="22362" y="36614"/>
                </a:lnTo>
                <a:lnTo>
                  <a:pt x="24224" y="42963"/>
                </a:lnTo>
                <a:lnTo>
                  <a:pt x="26500" y="49107"/>
                </a:lnTo>
                <a:lnTo>
                  <a:pt x="29191" y="55043"/>
                </a:lnTo>
                <a:lnTo>
                  <a:pt x="32295" y="60771"/>
                </a:lnTo>
                <a:lnTo>
                  <a:pt x="35814" y="66294"/>
                </a:lnTo>
                <a:lnTo>
                  <a:pt x="38655" y="70010"/>
                </a:lnTo>
                <a:lnTo>
                  <a:pt x="41760" y="73707"/>
                </a:lnTo>
                <a:lnTo>
                  <a:pt x="45128" y="77385"/>
                </a:lnTo>
                <a:lnTo>
                  <a:pt x="48758" y="81044"/>
                </a:lnTo>
                <a:lnTo>
                  <a:pt x="52653" y="84686"/>
                </a:lnTo>
                <a:lnTo>
                  <a:pt x="56811" y="88307"/>
                </a:lnTo>
                <a:lnTo>
                  <a:pt x="61232" y="91911"/>
                </a:lnTo>
                <a:lnTo>
                  <a:pt x="65918" y="95495"/>
                </a:lnTo>
                <a:lnTo>
                  <a:pt x="70866" y="99060"/>
                </a:lnTo>
                <a:lnTo>
                  <a:pt x="71383" y="99540"/>
                </a:lnTo>
                <a:lnTo>
                  <a:pt x="71919" y="99963"/>
                </a:lnTo>
                <a:lnTo>
                  <a:pt x="72475" y="100330"/>
                </a:lnTo>
                <a:lnTo>
                  <a:pt x="73048" y="100640"/>
                </a:lnTo>
                <a:lnTo>
                  <a:pt x="73642" y="100895"/>
                </a:lnTo>
                <a:lnTo>
                  <a:pt x="74253" y="101092"/>
                </a:lnTo>
                <a:lnTo>
                  <a:pt x="74883" y="101233"/>
                </a:lnTo>
                <a:lnTo>
                  <a:pt x="75532" y="101317"/>
                </a:lnTo>
                <a:lnTo>
                  <a:pt x="76200" y="101346"/>
                </a:lnTo>
                <a:lnTo>
                  <a:pt x="77348" y="101299"/>
                </a:lnTo>
                <a:lnTo>
                  <a:pt x="78420" y="101157"/>
                </a:lnTo>
                <a:lnTo>
                  <a:pt x="79418" y="100923"/>
                </a:lnTo>
                <a:lnTo>
                  <a:pt x="80340" y="100594"/>
                </a:lnTo>
                <a:lnTo>
                  <a:pt x="81186" y="100170"/>
                </a:lnTo>
                <a:lnTo>
                  <a:pt x="81957" y="99652"/>
                </a:lnTo>
                <a:lnTo>
                  <a:pt x="82653" y="99041"/>
                </a:lnTo>
                <a:lnTo>
                  <a:pt x="83274" y="98336"/>
                </a:lnTo>
                <a:lnTo>
                  <a:pt x="83820" y="97536"/>
                </a:lnTo>
                <a:lnTo>
                  <a:pt x="84291" y="96689"/>
                </a:lnTo>
                <a:lnTo>
                  <a:pt x="84686" y="95842"/>
                </a:lnTo>
                <a:lnTo>
                  <a:pt x="85005" y="94996"/>
                </a:lnTo>
                <a:lnTo>
                  <a:pt x="85250" y="94149"/>
                </a:lnTo>
                <a:lnTo>
                  <a:pt x="85419" y="93303"/>
                </a:lnTo>
                <a:lnTo>
                  <a:pt x="85514" y="92456"/>
                </a:lnTo>
                <a:lnTo>
                  <a:pt x="85533" y="91610"/>
                </a:lnTo>
                <a:lnTo>
                  <a:pt x="85475" y="90763"/>
                </a:lnTo>
                <a:lnTo>
                  <a:pt x="85344" y="89916"/>
                </a:lnTo>
                <a:lnTo>
                  <a:pt x="85147" y="89088"/>
                </a:lnTo>
                <a:lnTo>
                  <a:pt x="84893" y="88298"/>
                </a:lnTo>
                <a:lnTo>
                  <a:pt x="84582" y="87545"/>
                </a:lnTo>
                <a:lnTo>
                  <a:pt x="84215" y="86830"/>
                </a:lnTo>
                <a:lnTo>
                  <a:pt x="83791" y="86153"/>
                </a:lnTo>
                <a:lnTo>
                  <a:pt x="83312" y="85514"/>
                </a:lnTo>
                <a:lnTo>
                  <a:pt x="82776" y="84912"/>
                </a:lnTo>
                <a:lnTo>
                  <a:pt x="82183" y="84347"/>
                </a:lnTo>
                <a:lnTo>
                  <a:pt x="81534" y="83820"/>
                </a:lnTo>
                <a:lnTo>
                  <a:pt x="80358" y="82973"/>
                </a:lnTo>
                <a:lnTo>
                  <a:pt x="79201" y="82126"/>
                </a:lnTo>
                <a:lnTo>
                  <a:pt x="78063" y="81280"/>
                </a:lnTo>
                <a:lnTo>
                  <a:pt x="76943" y="80433"/>
                </a:lnTo>
                <a:lnTo>
                  <a:pt x="75843" y="79587"/>
                </a:lnTo>
                <a:lnTo>
                  <a:pt x="74761" y="78740"/>
                </a:lnTo>
                <a:lnTo>
                  <a:pt x="73698" y="77894"/>
                </a:lnTo>
                <a:lnTo>
                  <a:pt x="72654" y="77047"/>
                </a:lnTo>
                <a:lnTo>
                  <a:pt x="71628" y="76200"/>
                </a:lnTo>
                <a:lnTo>
                  <a:pt x="156972" y="76200"/>
                </a:lnTo>
                <a:lnTo>
                  <a:pt x="154893" y="77894"/>
                </a:lnTo>
                <a:lnTo>
                  <a:pt x="152720" y="79587"/>
                </a:lnTo>
                <a:lnTo>
                  <a:pt x="150453" y="81280"/>
                </a:lnTo>
                <a:lnTo>
                  <a:pt x="148092" y="82973"/>
                </a:lnTo>
                <a:lnTo>
                  <a:pt x="145636" y="84667"/>
                </a:lnTo>
                <a:lnTo>
                  <a:pt x="143086" y="86360"/>
                </a:lnTo>
                <a:lnTo>
                  <a:pt x="140443" y="88053"/>
                </a:lnTo>
                <a:lnTo>
                  <a:pt x="137706" y="89746"/>
                </a:lnTo>
                <a:lnTo>
                  <a:pt x="134874" y="91440"/>
                </a:lnTo>
                <a:lnTo>
                  <a:pt x="132908" y="92673"/>
                </a:lnTo>
                <a:lnTo>
                  <a:pt x="130734" y="93998"/>
                </a:lnTo>
                <a:lnTo>
                  <a:pt x="128355" y="95420"/>
                </a:lnTo>
                <a:lnTo>
                  <a:pt x="125768" y="96934"/>
                </a:lnTo>
                <a:lnTo>
                  <a:pt x="122973" y="98543"/>
                </a:lnTo>
                <a:lnTo>
                  <a:pt x="119973" y="100245"/>
                </a:lnTo>
                <a:lnTo>
                  <a:pt x="116765" y="102042"/>
                </a:lnTo>
                <a:lnTo>
                  <a:pt x="113349" y="103933"/>
                </a:lnTo>
                <a:lnTo>
                  <a:pt x="109728" y="105918"/>
                </a:lnTo>
                <a:lnTo>
                  <a:pt x="109728" y="105918"/>
                </a:lnTo>
                <a:lnTo>
                  <a:pt x="103482" y="109398"/>
                </a:lnTo>
                <a:lnTo>
                  <a:pt x="97611" y="112729"/>
                </a:lnTo>
                <a:lnTo>
                  <a:pt x="92117" y="115909"/>
                </a:lnTo>
                <a:lnTo>
                  <a:pt x="86999" y="118938"/>
                </a:lnTo>
                <a:lnTo>
                  <a:pt x="82258" y="121816"/>
                </a:lnTo>
                <a:lnTo>
                  <a:pt x="77894" y="124545"/>
                </a:lnTo>
                <a:lnTo>
                  <a:pt x="73904" y="127123"/>
                </a:lnTo>
                <a:lnTo>
                  <a:pt x="70293" y="129550"/>
                </a:lnTo>
                <a:lnTo>
                  <a:pt x="67056" y="131826"/>
                </a:lnTo>
                <a:lnTo>
                  <a:pt x="62268" y="135570"/>
                </a:lnTo>
                <a:lnTo>
                  <a:pt x="57723" y="139352"/>
                </a:lnTo>
                <a:lnTo>
                  <a:pt x="53425" y="143171"/>
                </a:lnTo>
                <a:lnTo>
                  <a:pt x="49370" y="147028"/>
                </a:lnTo>
                <a:lnTo>
                  <a:pt x="45560" y="150923"/>
                </a:lnTo>
                <a:lnTo>
                  <a:pt x="41995" y="154856"/>
                </a:lnTo>
                <a:lnTo>
                  <a:pt x="38673" y="158826"/>
                </a:lnTo>
                <a:lnTo>
                  <a:pt x="35598" y="162833"/>
                </a:lnTo>
                <a:lnTo>
                  <a:pt x="32766" y="166878"/>
                </a:lnTo>
                <a:lnTo>
                  <a:pt x="29888" y="172033"/>
                </a:lnTo>
                <a:lnTo>
                  <a:pt x="27347" y="177339"/>
                </a:lnTo>
                <a:lnTo>
                  <a:pt x="25146" y="182795"/>
                </a:lnTo>
                <a:lnTo>
                  <a:pt x="23283" y="188403"/>
                </a:lnTo>
                <a:lnTo>
                  <a:pt x="21759" y="194160"/>
                </a:lnTo>
                <a:lnTo>
                  <a:pt x="20574" y="200067"/>
                </a:lnTo>
                <a:lnTo>
                  <a:pt x="19727" y="206126"/>
                </a:lnTo>
                <a:lnTo>
                  <a:pt x="19220" y="212334"/>
                </a:lnTo>
                <a:lnTo>
                  <a:pt x="19050" y="218694"/>
                </a:lnTo>
                <a:lnTo>
                  <a:pt x="19083" y="219687"/>
                </a:lnTo>
                <a:lnTo>
                  <a:pt x="19181" y="220632"/>
                </a:lnTo>
                <a:lnTo>
                  <a:pt x="19346" y="221531"/>
                </a:lnTo>
                <a:lnTo>
                  <a:pt x="19577" y="222382"/>
                </a:lnTo>
                <a:lnTo>
                  <a:pt x="19873" y="223186"/>
                </a:lnTo>
                <a:lnTo>
                  <a:pt x="20235" y="223943"/>
                </a:lnTo>
                <a:lnTo>
                  <a:pt x="20664" y="224654"/>
                </a:lnTo>
                <a:lnTo>
                  <a:pt x="21157" y="225317"/>
                </a:lnTo>
                <a:lnTo>
                  <a:pt x="21717" y="225933"/>
                </a:lnTo>
                <a:lnTo>
                  <a:pt x="22329" y="226493"/>
                </a:lnTo>
                <a:lnTo>
                  <a:pt x="22977" y="226986"/>
                </a:lnTo>
                <a:lnTo>
                  <a:pt x="23664" y="227415"/>
                </a:lnTo>
                <a:lnTo>
                  <a:pt x="24389" y="227777"/>
                </a:lnTo>
                <a:lnTo>
                  <a:pt x="25151" y="228073"/>
                </a:lnTo>
                <a:lnTo>
                  <a:pt x="25950" y="228304"/>
                </a:lnTo>
                <a:lnTo>
                  <a:pt x="26787" y="228469"/>
                </a:lnTo>
                <a:lnTo>
                  <a:pt x="27663" y="228567"/>
                </a:lnTo>
                <a:lnTo>
                  <a:pt x="28575" y="228600"/>
                </a:lnTo>
                <a:lnTo>
                  <a:pt x="29487" y="228567"/>
                </a:lnTo>
                <a:lnTo>
                  <a:pt x="30363" y="228469"/>
                </a:lnTo>
                <a:lnTo>
                  <a:pt x="31200" y="228304"/>
                </a:lnTo>
                <a:lnTo>
                  <a:pt x="31999" y="228073"/>
                </a:lnTo>
                <a:lnTo>
                  <a:pt x="32761" y="227777"/>
                </a:lnTo>
                <a:lnTo>
                  <a:pt x="33486" y="227415"/>
                </a:lnTo>
                <a:lnTo>
                  <a:pt x="34173" y="226986"/>
                </a:lnTo>
                <a:lnTo>
                  <a:pt x="34821" y="226493"/>
                </a:lnTo>
                <a:lnTo>
                  <a:pt x="35433" y="225933"/>
                </a:lnTo>
                <a:lnTo>
                  <a:pt x="35993" y="225317"/>
                </a:lnTo>
                <a:lnTo>
                  <a:pt x="36486" y="224654"/>
                </a:lnTo>
                <a:lnTo>
                  <a:pt x="36915" y="223943"/>
                </a:lnTo>
                <a:lnTo>
                  <a:pt x="37277" y="223186"/>
                </a:lnTo>
                <a:lnTo>
                  <a:pt x="37573" y="222382"/>
                </a:lnTo>
                <a:lnTo>
                  <a:pt x="37804" y="221531"/>
                </a:lnTo>
                <a:lnTo>
                  <a:pt x="37969" y="220632"/>
                </a:lnTo>
                <a:lnTo>
                  <a:pt x="38067" y="219687"/>
                </a:lnTo>
                <a:lnTo>
                  <a:pt x="38100" y="218694"/>
                </a:lnTo>
                <a:lnTo>
                  <a:pt x="38110" y="217678"/>
                </a:lnTo>
                <a:lnTo>
                  <a:pt x="38138" y="216662"/>
                </a:lnTo>
                <a:lnTo>
                  <a:pt x="38185" y="215646"/>
                </a:lnTo>
                <a:lnTo>
                  <a:pt x="38250" y="214630"/>
                </a:lnTo>
                <a:lnTo>
                  <a:pt x="38335" y="213614"/>
                </a:lnTo>
                <a:lnTo>
                  <a:pt x="38439" y="212598"/>
                </a:lnTo>
                <a:lnTo>
                  <a:pt x="38561" y="211582"/>
                </a:lnTo>
                <a:lnTo>
                  <a:pt x="38702" y="210566"/>
                </a:lnTo>
                <a:lnTo>
                  <a:pt x="38862" y="209550"/>
                </a:lnTo>
                <a:lnTo>
                  <a:pt x="189738" y="209550"/>
                </a:lnTo>
                <a:lnTo>
                  <a:pt x="190500" y="218694"/>
                </a:lnTo>
                <a:lnTo>
                  <a:pt x="190533" y="219687"/>
                </a:lnTo>
                <a:lnTo>
                  <a:pt x="190631" y="220632"/>
                </a:lnTo>
                <a:lnTo>
                  <a:pt x="190796" y="221531"/>
                </a:lnTo>
                <a:lnTo>
                  <a:pt x="191027" y="222382"/>
                </a:lnTo>
                <a:lnTo>
                  <a:pt x="191323" y="223186"/>
                </a:lnTo>
                <a:lnTo>
                  <a:pt x="191685" y="223943"/>
                </a:lnTo>
                <a:lnTo>
                  <a:pt x="192114" y="224654"/>
                </a:lnTo>
                <a:lnTo>
                  <a:pt x="192607" y="225317"/>
                </a:lnTo>
                <a:lnTo>
                  <a:pt x="193167" y="225933"/>
                </a:lnTo>
                <a:lnTo>
                  <a:pt x="193779" y="226493"/>
                </a:lnTo>
                <a:lnTo>
                  <a:pt x="194427" y="226986"/>
                </a:lnTo>
                <a:lnTo>
                  <a:pt x="195114" y="227415"/>
                </a:lnTo>
                <a:lnTo>
                  <a:pt x="195839" y="227777"/>
                </a:lnTo>
                <a:lnTo>
                  <a:pt x="196601" y="228073"/>
                </a:lnTo>
                <a:lnTo>
                  <a:pt x="197400" y="228304"/>
                </a:lnTo>
                <a:lnTo>
                  <a:pt x="198237" y="228469"/>
                </a:lnTo>
                <a:lnTo>
                  <a:pt x="199113" y="228567"/>
                </a:lnTo>
                <a:lnTo>
                  <a:pt x="200025" y="228600"/>
                </a:lnTo>
                <a:lnTo>
                  <a:pt x="200937" y="228567"/>
                </a:lnTo>
                <a:lnTo>
                  <a:pt x="201813" y="228469"/>
                </a:lnTo>
                <a:lnTo>
                  <a:pt x="202650" y="228304"/>
                </a:lnTo>
                <a:lnTo>
                  <a:pt x="203449" y="228073"/>
                </a:lnTo>
                <a:lnTo>
                  <a:pt x="204211" y="227777"/>
                </a:lnTo>
                <a:lnTo>
                  <a:pt x="204936" y="227415"/>
                </a:lnTo>
                <a:lnTo>
                  <a:pt x="205623" y="226986"/>
                </a:lnTo>
                <a:lnTo>
                  <a:pt x="206271" y="226493"/>
                </a:lnTo>
                <a:lnTo>
                  <a:pt x="206883" y="225933"/>
                </a:lnTo>
                <a:lnTo>
                  <a:pt x="207443" y="225317"/>
                </a:lnTo>
                <a:lnTo>
                  <a:pt x="207936" y="224654"/>
                </a:lnTo>
                <a:lnTo>
                  <a:pt x="208365" y="223943"/>
                </a:lnTo>
                <a:lnTo>
                  <a:pt x="208727" y="223186"/>
                </a:lnTo>
                <a:lnTo>
                  <a:pt x="209023" y="222382"/>
                </a:lnTo>
                <a:lnTo>
                  <a:pt x="209254" y="221531"/>
                </a:lnTo>
                <a:lnTo>
                  <a:pt x="209419" y="220632"/>
                </a:lnTo>
                <a:lnTo>
                  <a:pt x="209517" y="219687"/>
                </a:lnTo>
                <a:lnTo>
                  <a:pt x="209550" y="218694"/>
                </a:lnTo>
                <a:lnTo>
                  <a:pt x="209343" y="211676"/>
                </a:lnTo>
                <a:lnTo>
                  <a:pt x="208722" y="204847"/>
                </a:lnTo>
                <a:lnTo>
                  <a:pt x="207687" y="198205"/>
                </a:lnTo>
                <a:lnTo>
                  <a:pt x="206238" y="191752"/>
                </a:lnTo>
                <a:lnTo>
                  <a:pt x="204376" y="185486"/>
                </a:lnTo>
                <a:lnTo>
                  <a:pt x="202100" y="179409"/>
                </a:lnTo>
                <a:lnTo>
                  <a:pt x="199409" y="173520"/>
                </a:lnTo>
                <a:lnTo>
                  <a:pt x="196305" y="167819"/>
                </a:lnTo>
                <a:lnTo>
                  <a:pt x="192786" y="162306"/>
                </a:lnTo>
                <a:lnTo>
                  <a:pt x="189945" y="158590"/>
                </a:lnTo>
                <a:lnTo>
                  <a:pt x="186840" y="154893"/>
                </a:lnTo>
                <a:lnTo>
                  <a:pt x="183472" y="151215"/>
                </a:lnTo>
                <a:lnTo>
                  <a:pt x="179842" y="147556"/>
                </a:lnTo>
                <a:lnTo>
                  <a:pt x="175947" y="143914"/>
                </a:lnTo>
                <a:lnTo>
                  <a:pt x="171789" y="140293"/>
                </a:lnTo>
                <a:lnTo>
                  <a:pt x="167368" y="136689"/>
                </a:lnTo>
                <a:lnTo>
                  <a:pt x="162682" y="133105"/>
                </a:lnTo>
                <a:lnTo>
                  <a:pt x="157734" y="129540"/>
                </a:lnTo>
                <a:close/>
                <a:moveTo>
                  <a:pt x="53340" y="57150"/>
                </a:moveTo>
                <a:lnTo>
                  <a:pt x="51854" y="55109"/>
                </a:lnTo>
                <a:lnTo>
                  <a:pt x="50442" y="53049"/>
                </a:lnTo>
                <a:lnTo>
                  <a:pt x="49107" y="50969"/>
                </a:lnTo>
                <a:lnTo>
                  <a:pt x="47846" y="48872"/>
                </a:lnTo>
                <a:lnTo>
                  <a:pt x="46661" y="46754"/>
                </a:lnTo>
                <a:lnTo>
                  <a:pt x="45550" y="44619"/>
                </a:lnTo>
                <a:lnTo>
                  <a:pt x="44516" y="42465"/>
                </a:lnTo>
                <a:lnTo>
                  <a:pt x="43556" y="40292"/>
                </a:lnTo>
                <a:lnTo>
                  <a:pt x="42672" y="38100"/>
                </a:lnTo>
                <a:lnTo>
                  <a:pt x="185928" y="38100"/>
                </a:lnTo>
                <a:lnTo>
                  <a:pt x="185044" y="40292"/>
                </a:lnTo>
                <a:lnTo>
                  <a:pt x="184084" y="42465"/>
                </a:lnTo>
                <a:lnTo>
                  <a:pt x="183050" y="44619"/>
                </a:lnTo>
                <a:lnTo>
                  <a:pt x="181939" y="46754"/>
                </a:lnTo>
                <a:lnTo>
                  <a:pt x="180754" y="48872"/>
                </a:lnTo>
                <a:lnTo>
                  <a:pt x="179493" y="50969"/>
                </a:lnTo>
                <a:lnTo>
                  <a:pt x="178158" y="53049"/>
                </a:lnTo>
                <a:lnTo>
                  <a:pt x="176746" y="55109"/>
                </a:lnTo>
                <a:lnTo>
                  <a:pt x="175260" y="57150"/>
                </a:lnTo>
                <a:close/>
                <a:moveTo>
                  <a:pt x="42672" y="190500"/>
                </a:moveTo>
                <a:lnTo>
                  <a:pt x="43556" y="188308"/>
                </a:lnTo>
                <a:lnTo>
                  <a:pt x="44516" y="186135"/>
                </a:lnTo>
                <a:lnTo>
                  <a:pt x="45550" y="183981"/>
                </a:lnTo>
                <a:lnTo>
                  <a:pt x="46661" y="181846"/>
                </a:lnTo>
                <a:lnTo>
                  <a:pt x="47846" y="179728"/>
                </a:lnTo>
                <a:lnTo>
                  <a:pt x="49107" y="177631"/>
                </a:lnTo>
                <a:lnTo>
                  <a:pt x="50442" y="175551"/>
                </a:lnTo>
                <a:lnTo>
                  <a:pt x="51854" y="173491"/>
                </a:lnTo>
                <a:lnTo>
                  <a:pt x="53340" y="171450"/>
                </a:lnTo>
                <a:lnTo>
                  <a:pt x="175260" y="171450"/>
                </a:lnTo>
                <a:lnTo>
                  <a:pt x="176746" y="173491"/>
                </a:lnTo>
                <a:lnTo>
                  <a:pt x="178158" y="175551"/>
                </a:lnTo>
                <a:lnTo>
                  <a:pt x="179493" y="177631"/>
                </a:lnTo>
                <a:lnTo>
                  <a:pt x="180754" y="179728"/>
                </a:lnTo>
                <a:lnTo>
                  <a:pt x="181939" y="181846"/>
                </a:lnTo>
                <a:lnTo>
                  <a:pt x="183050" y="183981"/>
                </a:lnTo>
                <a:lnTo>
                  <a:pt x="184084" y="186135"/>
                </a:lnTo>
                <a:lnTo>
                  <a:pt x="185044" y="188308"/>
                </a:lnTo>
                <a:lnTo>
                  <a:pt x="185928" y="190500"/>
                </a:lnTo>
                <a:close/>
              </a:path>
            </a:pathLst>
          </a:custGeom>
          <a:solidFill>
            <a:srgbClr val="C77E8C"/>
          </a:solidFill>
          <a:ln w="0">
            <a:noFill/>
          </a:ln>
        </p:spPr>
      </p:sp>
      <p:sp>
        <p:nvSpPr>
          <p:cNvPr id="66" name="手繪多邊形: 圖案 65">
            <a:extLst>
              <a:ext uri="{FF2B5EF4-FFF2-40B4-BE49-F238E27FC236}">
                <a16:creationId xmlns:a16="http://schemas.microsoft.com/office/drawing/2014/main" id="{751CB610-4763-4ADA-8078-9437D6EE3E0C}"/>
              </a:ext>
            </a:extLst>
          </p:cNvPr>
          <p:cNvSpPr>
            <a:spLocks noGrp="1"/>
          </p:cNvSpPr>
          <p:nvPr/>
        </p:nvSpPr>
        <p:spPr>
          <a:xfrm>
            <a:off x="13515975" y="3143250"/>
            <a:ext cx="381000" cy="38100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79248" y="146304"/>
                </a:moveTo>
                <a:lnTo>
                  <a:pt x="78608" y="146991"/>
                </a:lnTo>
                <a:lnTo>
                  <a:pt x="78044" y="147697"/>
                </a:lnTo>
                <a:lnTo>
                  <a:pt x="77554" y="148420"/>
                </a:lnTo>
                <a:lnTo>
                  <a:pt x="77141" y="149163"/>
                </a:lnTo>
                <a:lnTo>
                  <a:pt x="76802" y="149925"/>
                </a:lnTo>
                <a:lnTo>
                  <a:pt x="76539" y="150706"/>
                </a:lnTo>
                <a:lnTo>
                  <a:pt x="76350" y="151507"/>
                </a:lnTo>
                <a:lnTo>
                  <a:pt x="76238" y="152325"/>
                </a:lnTo>
                <a:lnTo>
                  <a:pt x="76200" y="153162"/>
                </a:lnTo>
                <a:lnTo>
                  <a:pt x="76238" y="153999"/>
                </a:lnTo>
                <a:lnTo>
                  <a:pt x="76350" y="154817"/>
                </a:lnTo>
                <a:lnTo>
                  <a:pt x="76539" y="155618"/>
                </a:lnTo>
                <a:lnTo>
                  <a:pt x="76802" y="156399"/>
                </a:lnTo>
                <a:lnTo>
                  <a:pt x="77141" y="157161"/>
                </a:lnTo>
                <a:lnTo>
                  <a:pt x="77554" y="157904"/>
                </a:lnTo>
                <a:lnTo>
                  <a:pt x="78044" y="158627"/>
                </a:lnTo>
                <a:lnTo>
                  <a:pt x="78608" y="159333"/>
                </a:lnTo>
                <a:lnTo>
                  <a:pt x="79248" y="160020"/>
                </a:lnTo>
                <a:lnTo>
                  <a:pt x="98298" y="179070"/>
                </a:lnTo>
                <a:lnTo>
                  <a:pt x="98938" y="179757"/>
                </a:lnTo>
                <a:lnTo>
                  <a:pt x="99502" y="180463"/>
                </a:lnTo>
                <a:lnTo>
                  <a:pt x="99992" y="181186"/>
                </a:lnTo>
                <a:lnTo>
                  <a:pt x="100405" y="181929"/>
                </a:lnTo>
                <a:lnTo>
                  <a:pt x="100744" y="182691"/>
                </a:lnTo>
                <a:lnTo>
                  <a:pt x="101007" y="183472"/>
                </a:lnTo>
                <a:lnTo>
                  <a:pt x="101196" y="184273"/>
                </a:lnTo>
                <a:lnTo>
                  <a:pt x="101308" y="185091"/>
                </a:lnTo>
                <a:lnTo>
                  <a:pt x="101346" y="185928"/>
                </a:lnTo>
                <a:lnTo>
                  <a:pt x="101308" y="186760"/>
                </a:lnTo>
                <a:lnTo>
                  <a:pt x="101196" y="187565"/>
                </a:lnTo>
                <a:lnTo>
                  <a:pt x="101007" y="188341"/>
                </a:lnTo>
                <a:lnTo>
                  <a:pt x="100744" y="189089"/>
                </a:lnTo>
                <a:lnTo>
                  <a:pt x="100405" y="189808"/>
                </a:lnTo>
                <a:lnTo>
                  <a:pt x="99992" y="190500"/>
                </a:lnTo>
                <a:lnTo>
                  <a:pt x="99502" y="191163"/>
                </a:lnTo>
                <a:lnTo>
                  <a:pt x="98938" y="191798"/>
                </a:lnTo>
                <a:lnTo>
                  <a:pt x="98298" y="192405"/>
                </a:lnTo>
                <a:lnTo>
                  <a:pt x="97611" y="192965"/>
                </a:lnTo>
                <a:lnTo>
                  <a:pt x="96905" y="193458"/>
                </a:lnTo>
                <a:lnTo>
                  <a:pt x="96182" y="193887"/>
                </a:lnTo>
                <a:lnTo>
                  <a:pt x="95439" y="194249"/>
                </a:lnTo>
                <a:lnTo>
                  <a:pt x="94677" y="194545"/>
                </a:lnTo>
                <a:lnTo>
                  <a:pt x="93896" y="194776"/>
                </a:lnTo>
                <a:lnTo>
                  <a:pt x="93095" y="194941"/>
                </a:lnTo>
                <a:lnTo>
                  <a:pt x="92277" y="195039"/>
                </a:lnTo>
                <a:lnTo>
                  <a:pt x="91440" y="195072"/>
                </a:lnTo>
                <a:lnTo>
                  <a:pt x="90603" y="195043"/>
                </a:lnTo>
                <a:lnTo>
                  <a:pt x="89785" y="194959"/>
                </a:lnTo>
                <a:lnTo>
                  <a:pt x="88984" y="194818"/>
                </a:lnTo>
                <a:lnTo>
                  <a:pt x="88203" y="194621"/>
                </a:lnTo>
                <a:lnTo>
                  <a:pt x="87441" y="194366"/>
                </a:lnTo>
                <a:lnTo>
                  <a:pt x="86698" y="194056"/>
                </a:lnTo>
                <a:lnTo>
                  <a:pt x="85975" y="193689"/>
                </a:lnTo>
                <a:lnTo>
                  <a:pt x="85269" y="193266"/>
                </a:lnTo>
                <a:lnTo>
                  <a:pt x="84582" y="192786"/>
                </a:lnTo>
                <a:lnTo>
                  <a:pt x="65532" y="172974"/>
                </a:lnTo>
                <a:lnTo>
                  <a:pt x="63773" y="171069"/>
                </a:lnTo>
                <a:lnTo>
                  <a:pt x="62220" y="169079"/>
                </a:lnTo>
                <a:lnTo>
                  <a:pt x="60875" y="167005"/>
                </a:lnTo>
                <a:lnTo>
                  <a:pt x="59737" y="164846"/>
                </a:lnTo>
                <a:lnTo>
                  <a:pt x="58805" y="162602"/>
                </a:lnTo>
                <a:lnTo>
                  <a:pt x="58082" y="160274"/>
                </a:lnTo>
                <a:lnTo>
                  <a:pt x="57564" y="157861"/>
                </a:lnTo>
                <a:lnTo>
                  <a:pt x="57254" y="155363"/>
                </a:lnTo>
                <a:lnTo>
                  <a:pt x="57150" y="152781"/>
                </a:lnTo>
                <a:lnTo>
                  <a:pt x="57254" y="150199"/>
                </a:lnTo>
                <a:lnTo>
                  <a:pt x="57564" y="147701"/>
                </a:lnTo>
                <a:lnTo>
                  <a:pt x="58082" y="145288"/>
                </a:lnTo>
                <a:lnTo>
                  <a:pt x="58805" y="142960"/>
                </a:lnTo>
                <a:lnTo>
                  <a:pt x="59737" y="140716"/>
                </a:lnTo>
                <a:lnTo>
                  <a:pt x="60875" y="138557"/>
                </a:lnTo>
                <a:lnTo>
                  <a:pt x="62220" y="136483"/>
                </a:lnTo>
                <a:lnTo>
                  <a:pt x="63773" y="134493"/>
                </a:lnTo>
                <a:lnTo>
                  <a:pt x="65532" y="132588"/>
                </a:lnTo>
                <a:lnTo>
                  <a:pt x="85344" y="113538"/>
                </a:lnTo>
                <a:lnTo>
                  <a:pt x="85875" y="112898"/>
                </a:lnTo>
                <a:lnTo>
                  <a:pt x="86454" y="112334"/>
                </a:lnTo>
                <a:lnTo>
                  <a:pt x="87079" y="111844"/>
                </a:lnTo>
                <a:lnTo>
                  <a:pt x="87752" y="111431"/>
                </a:lnTo>
                <a:lnTo>
                  <a:pt x="88472" y="111092"/>
                </a:lnTo>
                <a:lnTo>
                  <a:pt x="89239" y="110829"/>
                </a:lnTo>
                <a:lnTo>
                  <a:pt x="90052" y="110640"/>
                </a:lnTo>
                <a:lnTo>
                  <a:pt x="90913" y="110528"/>
                </a:lnTo>
                <a:lnTo>
                  <a:pt x="91821" y="110490"/>
                </a:lnTo>
                <a:lnTo>
                  <a:pt x="92733" y="110523"/>
                </a:lnTo>
                <a:lnTo>
                  <a:pt x="93609" y="110621"/>
                </a:lnTo>
                <a:lnTo>
                  <a:pt x="94446" y="110786"/>
                </a:lnTo>
                <a:lnTo>
                  <a:pt x="95245" y="111017"/>
                </a:lnTo>
                <a:lnTo>
                  <a:pt x="96007" y="111313"/>
                </a:lnTo>
                <a:lnTo>
                  <a:pt x="96732" y="111675"/>
                </a:lnTo>
                <a:lnTo>
                  <a:pt x="97419" y="112104"/>
                </a:lnTo>
                <a:lnTo>
                  <a:pt x="98067" y="112597"/>
                </a:lnTo>
                <a:lnTo>
                  <a:pt x="98679" y="113157"/>
                </a:lnTo>
                <a:lnTo>
                  <a:pt x="99239" y="113769"/>
                </a:lnTo>
                <a:lnTo>
                  <a:pt x="99732" y="114417"/>
                </a:lnTo>
                <a:lnTo>
                  <a:pt x="100161" y="115104"/>
                </a:lnTo>
                <a:lnTo>
                  <a:pt x="100523" y="115829"/>
                </a:lnTo>
                <a:lnTo>
                  <a:pt x="100819" y="116591"/>
                </a:lnTo>
                <a:lnTo>
                  <a:pt x="101050" y="117390"/>
                </a:lnTo>
                <a:lnTo>
                  <a:pt x="101215" y="118227"/>
                </a:lnTo>
                <a:lnTo>
                  <a:pt x="101313" y="119103"/>
                </a:lnTo>
                <a:lnTo>
                  <a:pt x="101346" y="120015"/>
                </a:lnTo>
                <a:lnTo>
                  <a:pt x="101308" y="120923"/>
                </a:lnTo>
                <a:lnTo>
                  <a:pt x="101196" y="121784"/>
                </a:lnTo>
                <a:lnTo>
                  <a:pt x="101007" y="122597"/>
                </a:lnTo>
                <a:lnTo>
                  <a:pt x="100744" y="123364"/>
                </a:lnTo>
                <a:lnTo>
                  <a:pt x="100405" y="124084"/>
                </a:lnTo>
                <a:lnTo>
                  <a:pt x="99992" y="124757"/>
                </a:lnTo>
                <a:lnTo>
                  <a:pt x="99502" y="125382"/>
                </a:lnTo>
                <a:lnTo>
                  <a:pt x="98938" y="125961"/>
                </a:lnTo>
                <a:lnTo>
                  <a:pt x="98298" y="126492"/>
                </a:lnTo>
                <a:close/>
                <a:moveTo>
                  <a:pt x="143256" y="113538"/>
                </a:moveTo>
                <a:lnTo>
                  <a:pt x="142725" y="112898"/>
                </a:lnTo>
                <a:lnTo>
                  <a:pt x="142146" y="112334"/>
                </a:lnTo>
                <a:lnTo>
                  <a:pt x="141521" y="111844"/>
                </a:lnTo>
                <a:lnTo>
                  <a:pt x="140848" y="111431"/>
                </a:lnTo>
                <a:lnTo>
                  <a:pt x="140128" y="111092"/>
                </a:lnTo>
                <a:lnTo>
                  <a:pt x="139361" y="110829"/>
                </a:lnTo>
                <a:lnTo>
                  <a:pt x="138548" y="110640"/>
                </a:lnTo>
                <a:lnTo>
                  <a:pt x="137687" y="110528"/>
                </a:lnTo>
                <a:lnTo>
                  <a:pt x="136779" y="110490"/>
                </a:lnTo>
                <a:lnTo>
                  <a:pt x="135867" y="110523"/>
                </a:lnTo>
                <a:lnTo>
                  <a:pt x="134991" y="110621"/>
                </a:lnTo>
                <a:lnTo>
                  <a:pt x="134154" y="110786"/>
                </a:lnTo>
                <a:lnTo>
                  <a:pt x="133355" y="111017"/>
                </a:lnTo>
                <a:lnTo>
                  <a:pt x="132593" y="111313"/>
                </a:lnTo>
                <a:lnTo>
                  <a:pt x="131868" y="111675"/>
                </a:lnTo>
                <a:lnTo>
                  <a:pt x="131181" y="112104"/>
                </a:lnTo>
                <a:lnTo>
                  <a:pt x="130533" y="112597"/>
                </a:lnTo>
                <a:lnTo>
                  <a:pt x="129921" y="113157"/>
                </a:lnTo>
                <a:lnTo>
                  <a:pt x="129361" y="113769"/>
                </a:lnTo>
                <a:lnTo>
                  <a:pt x="128868" y="114417"/>
                </a:lnTo>
                <a:lnTo>
                  <a:pt x="128439" y="115104"/>
                </a:lnTo>
                <a:lnTo>
                  <a:pt x="128077" y="115829"/>
                </a:lnTo>
                <a:lnTo>
                  <a:pt x="127781" y="116591"/>
                </a:lnTo>
                <a:lnTo>
                  <a:pt x="127550" y="117390"/>
                </a:lnTo>
                <a:lnTo>
                  <a:pt x="127385" y="118227"/>
                </a:lnTo>
                <a:lnTo>
                  <a:pt x="127287" y="119103"/>
                </a:lnTo>
                <a:lnTo>
                  <a:pt x="127254" y="120015"/>
                </a:lnTo>
                <a:lnTo>
                  <a:pt x="127292" y="120923"/>
                </a:lnTo>
                <a:lnTo>
                  <a:pt x="127404" y="121784"/>
                </a:lnTo>
                <a:lnTo>
                  <a:pt x="127593" y="122597"/>
                </a:lnTo>
                <a:lnTo>
                  <a:pt x="127856" y="123364"/>
                </a:lnTo>
                <a:lnTo>
                  <a:pt x="128195" y="124084"/>
                </a:lnTo>
                <a:lnTo>
                  <a:pt x="128608" y="124757"/>
                </a:lnTo>
                <a:lnTo>
                  <a:pt x="129098" y="125382"/>
                </a:lnTo>
                <a:lnTo>
                  <a:pt x="129662" y="125961"/>
                </a:lnTo>
                <a:lnTo>
                  <a:pt x="130302" y="126492"/>
                </a:lnTo>
                <a:lnTo>
                  <a:pt x="149352" y="146304"/>
                </a:lnTo>
                <a:lnTo>
                  <a:pt x="149992" y="146991"/>
                </a:lnTo>
                <a:lnTo>
                  <a:pt x="150556" y="147697"/>
                </a:lnTo>
                <a:lnTo>
                  <a:pt x="151046" y="148420"/>
                </a:lnTo>
                <a:lnTo>
                  <a:pt x="151459" y="149163"/>
                </a:lnTo>
                <a:lnTo>
                  <a:pt x="151798" y="149925"/>
                </a:lnTo>
                <a:lnTo>
                  <a:pt x="152061" y="150706"/>
                </a:lnTo>
                <a:lnTo>
                  <a:pt x="152250" y="151507"/>
                </a:lnTo>
                <a:lnTo>
                  <a:pt x="152362" y="152325"/>
                </a:lnTo>
                <a:lnTo>
                  <a:pt x="152400" y="153162"/>
                </a:lnTo>
                <a:lnTo>
                  <a:pt x="152362" y="153999"/>
                </a:lnTo>
                <a:lnTo>
                  <a:pt x="152250" y="154817"/>
                </a:lnTo>
                <a:lnTo>
                  <a:pt x="152061" y="155618"/>
                </a:lnTo>
                <a:lnTo>
                  <a:pt x="151798" y="156399"/>
                </a:lnTo>
                <a:lnTo>
                  <a:pt x="151459" y="157161"/>
                </a:lnTo>
                <a:lnTo>
                  <a:pt x="151046" y="157904"/>
                </a:lnTo>
                <a:lnTo>
                  <a:pt x="150556" y="158627"/>
                </a:lnTo>
                <a:lnTo>
                  <a:pt x="149992" y="159333"/>
                </a:lnTo>
                <a:lnTo>
                  <a:pt x="149352" y="160020"/>
                </a:lnTo>
                <a:lnTo>
                  <a:pt x="130302" y="179070"/>
                </a:lnTo>
                <a:lnTo>
                  <a:pt x="129662" y="179757"/>
                </a:lnTo>
                <a:lnTo>
                  <a:pt x="129098" y="180463"/>
                </a:lnTo>
                <a:lnTo>
                  <a:pt x="128608" y="181186"/>
                </a:lnTo>
                <a:lnTo>
                  <a:pt x="128195" y="181929"/>
                </a:lnTo>
                <a:lnTo>
                  <a:pt x="127856" y="182691"/>
                </a:lnTo>
                <a:lnTo>
                  <a:pt x="127593" y="183472"/>
                </a:lnTo>
                <a:lnTo>
                  <a:pt x="127404" y="184273"/>
                </a:lnTo>
                <a:lnTo>
                  <a:pt x="127292" y="185091"/>
                </a:lnTo>
                <a:lnTo>
                  <a:pt x="127254" y="185928"/>
                </a:lnTo>
                <a:lnTo>
                  <a:pt x="127292" y="186760"/>
                </a:lnTo>
                <a:lnTo>
                  <a:pt x="127404" y="187565"/>
                </a:lnTo>
                <a:lnTo>
                  <a:pt x="127593" y="188341"/>
                </a:lnTo>
                <a:lnTo>
                  <a:pt x="127856" y="189089"/>
                </a:lnTo>
                <a:lnTo>
                  <a:pt x="128195" y="189808"/>
                </a:lnTo>
                <a:lnTo>
                  <a:pt x="128608" y="190500"/>
                </a:lnTo>
                <a:lnTo>
                  <a:pt x="129098" y="191163"/>
                </a:lnTo>
                <a:lnTo>
                  <a:pt x="129662" y="191798"/>
                </a:lnTo>
                <a:lnTo>
                  <a:pt x="130302" y="192405"/>
                </a:lnTo>
                <a:lnTo>
                  <a:pt x="130989" y="192965"/>
                </a:lnTo>
                <a:lnTo>
                  <a:pt x="131695" y="193458"/>
                </a:lnTo>
                <a:lnTo>
                  <a:pt x="132418" y="193887"/>
                </a:lnTo>
                <a:lnTo>
                  <a:pt x="133161" y="194249"/>
                </a:lnTo>
                <a:lnTo>
                  <a:pt x="133923" y="194545"/>
                </a:lnTo>
                <a:lnTo>
                  <a:pt x="134704" y="194776"/>
                </a:lnTo>
                <a:lnTo>
                  <a:pt x="135505" y="194941"/>
                </a:lnTo>
                <a:lnTo>
                  <a:pt x="136323" y="195039"/>
                </a:lnTo>
                <a:lnTo>
                  <a:pt x="137160" y="195072"/>
                </a:lnTo>
                <a:lnTo>
                  <a:pt x="137997" y="195043"/>
                </a:lnTo>
                <a:lnTo>
                  <a:pt x="138815" y="194959"/>
                </a:lnTo>
                <a:lnTo>
                  <a:pt x="139616" y="194818"/>
                </a:lnTo>
                <a:lnTo>
                  <a:pt x="140397" y="194621"/>
                </a:lnTo>
                <a:lnTo>
                  <a:pt x="141159" y="194366"/>
                </a:lnTo>
                <a:lnTo>
                  <a:pt x="141902" y="194056"/>
                </a:lnTo>
                <a:lnTo>
                  <a:pt x="142625" y="193689"/>
                </a:lnTo>
                <a:lnTo>
                  <a:pt x="143331" y="193266"/>
                </a:lnTo>
                <a:lnTo>
                  <a:pt x="144018" y="192786"/>
                </a:lnTo>
                <a:lnTo>
                  <a:pt x="163068" y="172974"/>
                </a:lnTo>
                <a:lnTo>
                  <a:pt x="164827" y="171069"/>
                </a:lnTo>
                <a:lnTo>
                  <a:pt x="166380" y="169079"/>
                </a:lnTo>
                <a:lnTo>
                  <a:pt x="167725" y="167005"/>
                </a:lnTo>
                <a:lnTo>
                  <a:pt x="168863" y="164846"/>
                </a:lnTo>
                <a:lnTo>
                  <a:pt x="169795" y="162602"/>
                </a:lnTo>
                <a:lnTo>
                  <a:pt x="170518" y="160274"/>
                </a:lnTo>
                <a:lnTo>
                  <a:pt x="171036" y="157861"/>
                </a:lnTo>
                <a:lnTo>
                  <a:pt x="171346" y="155363"/>
                </a:lnTo>
                <a:lnTo>
                  <a:pt x="171450" y="152781"/>
                </a:lnTo>
                <a:lnTo>
                  <a:pt x="171346" y="150199"/>
                </a:lnTo>
                <a:lnTo>
                  <a:pt x="171036" y="147701"/>
                </a:lnTo>
                <a:lnTo>
                  <a:pt x="170518" y="145288"/>
                </a:lnTo>
                <a:lnTo>
                  <a:pt x="169795" y="142960"/>
                </a:lnTo>
                <a:lnTo>
                  <a:pt x="168863" y="140716"/>
                </a:lnTo>
                <a:lnTo>
                  <a:pt x="167725" y="138557"/>
                </a:lnTo>
                <a:lnTo>
                  <a:pt x="166380" y="136483"/>
                </a:lnTo>
                <a:lnTo>
                  <a:pt x="164827" y="134493"/>
                </a:lnTo>
                <a:lnTo>
                  <a:pt x="163068" y="132588"/>
                </a:lnTo>
                <a:close/>
                <a:moveTo>
                  <a:pt x="209550" y="99822"/>
                </a:moveTo>
                <a:lnTo>
                  <a:pt x="209550" y="180594"/>
                </a:lnTo>
                <a:lnTo>
                  <a:pt x="209470" y="183450"/>
                </a:lnTo>
                <a:lnTo>
                  <a:pt x="209230" y="186258"/>
                </a:lnTo>
                <a:lnTo>
                  <a:pt x="208830" y="189018"/>
                </a:lnTo>
                <a:lnTo>
                  <a:pt x="208271" y="191733"/>
                </a:lnTo>
                <a:lnTo>
                  <a:pt x="207551" y="194400"/>
                </a:lnTo>
                <a:lnTo>
                  <a:pt x="206672" y="197019"/>
                </a:lnTo>
                <a:lnTo>
                  <a:pt x="205631" y="199593"/>
                </a:lnTo>
                <a:lnTo>
                  <a:pt x="204432" y="202119"/>
                </a:lnTo>
                <a:lnTo>
                  <a:pt x="203073" y="204597"/>
                </a:lnTo>
                <a:lnTo>
                  <a:pt x="201578" y="206996"/>
                </a:lnTo>
                <a:lnTo>
                  <a:pt x="199969" y="209282"/>
                </a:lnTo>
                <a:lnTo>
                  <a:pt x="198247" y="211455"/>
                </a:lnTo>
                <a:lnTo>
                  <a:pt x="196412" y="213515"/>
                </a:lnTo>
                <a:lnTo>
                  <a:pt x="194465" y="215462"/>
                </a:lnTo>
                <a:lnTo>
                  <a:pt x="192405" y="217297"/>
                </a:lnTo>
                <a:lnTo>
                  <a:pt x="190232" y="219019"/>
                </a:lnTo>
                <a:lnTo>
                  <a:pt x="187946" y="220628"/>
                </a:lnTo>
                <a:lnTo>
                  <a:pt x="185547" y="222123"/>
                </a:lnTo>
                <a:lnTo>
                  <a:pt x="183069" y="223482"/>
                </a:lnTo>
                <a:lnTo>
                  <a:pt x="180543" y="224681"/>
                </a:lnTo>
                <a:lnTo>
                  <a:pt x="177969" y="225722"/>
                </a:lnTo>
                <a:lnTo>
                  <a:pt x="175350" y="226601"/>
                </a:lnTo>
                <a:lnTo>
                  <a:pt x="172683" y="227321"/>
                </a:lnTo>
                <a:lnTo>
                  <a:pt x="169968" y="227880"/>
                </a:lnTo>
                <a:lnTo>
                  <a:pt x="167208" y="228280"/>
                </a:lnTo>
                <a:lnTo>
                  <a:pt x="164400" y="228520"/>
                </a:lnTo>
                <a:lnTo>
                  <a:pt x="161544" y="228600"/>
                </a:lnTo>
                <a:lnTo>
                  <a:pt x="67056" y="228600"/>
                </a:lnTo>
                <a:lnTo>
                  <a:pt x="64200" y="228520"/>
                </a:lnTo>
                <a:lnTo>
                  <a:pt x="61392" y="228280"/>
                </a:lnTo>
                <a:lnTo>
                  <a:pt x="58632" y="227880"/>
                </a:lnTo>
                <a:lnTo>
                  <a:pt x="55917" y="227321"/>
                </a:lnTo>
                <a:lnTo>
                  <a:pt x="53250" y="226601"/>
                </a:lnTo>
                <a:lnTo>
                  <a:pt x="50631" y="225722"/>
                </a:lnTo>
                <a:lnTo>
                  <a:pt x="48057" y="224681"/>
                </a:lnTo>
                <a:lnTo>
                  <a:pt x="45531" y="223482"/>
                </a:lnTo>
                <a:lnTo>
                  <a:pt x="43053" y="222123"/>
                </a:lnTo>
                <a:lnTo>
                  <a:pt x="40654" y="220628"/>
                </a:lnTo>
                <a:lnTo>
                  <a:pt x="38368" y="219019"/>
                </a:lnTo>
                <a:lnTo>
                  <a:pt x="36195" y="217297"/>
                </a:lnTo>
                <a:lnTo>
                  <a:pt x="34135" y="215462"/>
                </a:lnTo>
                <a:lnTo>
                  <a:pt x="32188" y="213515"/>
                </a:lnTo>
                <a:lnTo>
                  <a:pt x="30353" y="211455"/>
                </a:lnTo>
                <a:lnTo>
                  <a:pt x="28631" y="209282"/>
                </a:lnTo>
                <a:lnTo>
                  <a:pt x="27022" y="206996"/>
                </a:lnTo>
                <a:lnTo>
                  <a:pt x="25527" y="204597"/>
                </a:lnTo>
                <a:lnTo>
                  <a:pt x="24168" y="202119"/>
                </a:lnTo>
                <a:lnTo>
                  <a:pt x="22969" y="199593"/>
                </a:lnTo>
                <a:lnTo>
                  <a:pt x="21928" y="197019"/>
                </a:lnTo>
                <a:lnTo>
                  <a:pt x="21049" y="194400"/>
                </a:lnTo>
                <a:lnTo>
                  <a:pt x="20329" y="191733"/>
                </a:lnTo>
                <a:lnTo>
                  <a:pt x="19770" y="189018"/>
                </a:lnTo>
                <a:lnTo>
                  <a:pt x="19370" y="186258"/>
                </a:lnTo>
                <a:lnTo>
                  <a:pt x="19130" y="183450"/>
                </a:lnTo>
                <a:lnTo>
                  <a:pt x="19050" y="180594"/>
                </a:lnTo>
                <a:lnTo>
                  <a:pt x="19050" y="47244"/>
                </a:lnTo>
                <a:lnTo>
                  <a:pt x="19130" y="44548"/>
                </a:lnTo>
                <a:lnTo>
                  <a:pt x="19370" y="41881"/>
                </a:lnTo>
                <a:lnTo>
                  <a:pt x="19770" y="39243"/>
                </a:lnTo>
                <a:lnTo>
                  <a:pt x="20329" y="36632"/>
                </a:lnTo>
                <a:lnTo>
                  <a:pt x="21049" y="34050"/>
                </a:lnTo>
                <a:lnTo>
                  <a:pt x="21928" y="31496"/>
                </a:lnTo>
                <a:lnTo>
                  <a:pt x="22969" y="28970"/>
                </a:lnTo>
                <a:lnTo>
                  <a:pt x="24168" y="26473"/>
                </a:lnTo>
                <a:lnTo>
                  <a:pt x="25527" y="24003"/>
                </a:lnTo>
                <a:lnTo>
                  <a:pt x="27022" y="21604"/>
                </a:lnTo>
                <a:lnTo>
                  <a:pt x="28631" y="19318"/>
                </a:lnTo>
                <a:lnTo>
                  <a:pt x="30353" y="17145"/>
                </a:lnTo>
                <a:lnTo>
                  <a:pt x="32188" y="15085"/>
                </a:lnTo>
                <a:lnTo>
                  <a:pt x="34135" y="13138"/>
                </a:lnTo>
                <a:lnTo>
                  <a:pt x="36195" y="11303"/>
                </a:lnTo>
                <a:lnTo>
                  <a:pt x="38368" y="9581"/>
                </a:lnTo>
                <a:lnTo>
                  <a:pt x="40654" y="7972"/>
                </a:lnTo>
                <a:lnTo>
                  <a:pt x="43053" y="6477"/>
                </a:lnTo>
                <a:lnTo>
                  <a:pt x="45523" y="5118"/>
                </a:lnTo>
                <a:lnTo>
                  <a:pt x="48020" y="3919"/>
                </a:lnTo>
                <a:lnTo>
                  <a:pt x="50546" y="2878"/>
                </a:lnTo>
                <a:lnTo>
                  <a:pt x="53100" y="1999"/>
                </a:lnTo>
                <a:lnTo>
                  <a:pt x="55682" y="1279"/>
                </a:lnTo>
                <a:lnTo>
                  <a:pt x="58293" y="720"/>
                </a:lnTo>
                <a:lnTo>
                  <a:pt x="60931" y="320"/>
                </a:lnTo>
                <a:lnTo>
                  <a:pt x="63598" y="80"/>
                </a:lnTo>
                <a:lnTo>
                  <a:pt x="66294" y="0"/>
                </a:lnTo>
                <a:lnTo>
                  <a:pt x="109728" y="0"/>
                </a:lnTo>
                <a:lnTo>
                  <a:pt x="112597" y="61"/>
                </a:lnTo>
                <a:lnTo>
                  <a:pt x="115448" y="245"/>
                </a:lnTo>
                <a:lnTo>
                  <a:pt x="118280" y="551"/>
                </a:lnTo>
                <a:lnTo>
                  <a:pt x="121092" y="978"/>
                </a:lnTo>
                <a:lnTo>
                  <a:pt x="123886" y="1529"/>
                </a:lnTo>
                <a:lnTo>
                  <a:pt x="126662" y="2201"/>
                </a:lnTo>
                <a:lnTo>
                  <a:pt x="129418" y="2997"/>
                </a:lnTo>
                <a:lnTo>
                  <a:pt x="132156" y="3914"/>
                </a:lnTo>
                <a:lnTo>
                  <a:pt x="134874" y="4953"/>
                </a:lnTo>
                <a:lnTo>
                  <a:pt x="137555" y="6115"/>
                </a:lnTo>
                <a:lnTo>
                  <a:pt x="140179" y="7399"/>
                </a:lnTo>
                <a:lnTo>
                  <a:pt x="142748" y="8805"/>
                </a:lnTo>
                <a:lnTo>
                  <a:pt x="145260" y="10334"/>
                </a:lnTo>
                <a:lnTo>
                  <a:pt x="147715" y="11985"/>
                </a:lnTo>
                <a:lnTo>
                  <a:pt x="150114" y="13758"/>
                </a:lnTo>
                <a:lnTo>
                  <a:pt x="152456" y="15654"/>
                </a:lnTo>
                <a:lnTo>
                  <a:pt x="154742" y="17672"/>
                </a:lnTo>
                <a:lnTo>
                  <a:pt x="156972" y="19812"/>
                </a:lnTo>
                <a:lnTo>
                  <a:pt x="189738" y="52578"/>
                </a:lnTo>
                <a:lnTo>
                  <a:pt x="191878" y="54808"/>
                </a:lnTo>
                <a:lnTo>
                  <a:pt x="193896" y="57094"/>
                </a:lnTo>
                <a:lnTo>
                  <a:pt x="195792" y="59436"/>
                </a:lnTo>
                <a:lnTo>
                  <a:pt x="197565" y="61835"/>
                </a:lnTo>
                <a:lnTo>
                  <a:pt x="199216" y="64290"/>
                </a:lnTo>
                <a:lnTo>
                  <a:pt x="200745" y="66802"/>
                </a:lnTo>
                <a:lnTo>
                  <a:pt x="202151" y="69371"/>
                </a:lnTo>
                <a:lnTo>
                  <a:pt x="203435" y="71995"/>
                </a:lnTo>
                <a:lnTo>
                  <a:pt x="204597" y="74676"/>
                </a:lnTo>
                <a:lnTo>
                  <a:pt x="205636" y="77394"/>
                </a:lnTo>
                <a:lnTo>
                  <a:pt x="206553" y="80132"/>
                </a:lnTo>
                <a:lnTo>
                  <a:pt x="207349" y="82888"/>
                </a:lnTo>
                <a:lnTo>
                  <a:pt x="208021" y="85664"/>
                </a:lnTo>
                <a:lnTo>
                  <a:pt x="208572" y="88458"/>
                </a:lnTo>
                <a:lnTo>
                  <a:pt x="208999" y="91270"/>
                </a:lnTo>
                <a:lnTo>
                  <a:pt x="209305" y="94102"/>
                </a:lnTo>
                <a:lnTo>
                  <a:pt x="209489" y="96953"/>
                </a:lnTo>
                <a:lnTo>
                  <a:pt x="209550" y="99822"/>
                </a:lnTo>
                <a:close/>
                <a:moveTo>
                  <a:pt x="143256" y="32766"/>
                </a:moveTo>
                <a:lnTo>
                  <a:pt x="142230" y="31769"/>
                </a:lnTo>
                <a:lnTo>
                  <a:pt x="141186" y="30810"/>
                </a:lnTo>
                <a:lnTo>
                  <a:pt x="140123" y="29888"/>
                </a:lnTo>
                <a:lnTo>
                  <a:pt x="139041" y="29003"/>
                </a:lnTo>
                <a:lnTo>
                  <a:pt x="137941" y="28156"/>
                </a:lnTo>
                <a:lnTo>
                  <a:pt x="136821" y="27347"/>
                </a:lnTo>
                <a:lnTo>
                  <a:pt x="135683" y="26576"/>
                </a:lnTo>
                <a:lnTo>
                  <a:pt x="134526" y="25842"/>
                </a:lnTo>
                <a:lnTo>
                  <a:pt x="133350" y="25146"/>
                </a:lnTo>
                <a:lnTo>
                  <a:pt x="133350" y="66294"/>
                </a:lnTo>
                <a:lnTo>
                  <a:pt x="133383" y="67287"/>
                </a:lnTo>
                <a:lnTo>
                  <a:pt x="133481" y="68232"/>
                </a:lnTo>
                <a:lnTo>
                  <a:pt x="133646" y="69131"/>
                </a:lnTo>
                <a:lnTo>
                  <a:pt x="133877" y="69982"/>
                </a:lnTo>
                <a:lnTo>
                  <a:pt x="134173" y="70786"/>
                </a:lnTo>
                <a:lnTo>
                  <a:pt x="134535" y="71543"/>
                </a:lnTo>
                <a:lnTo>
                  <a:pt x="134964" y="72254"/>
                </a:lnTo>
                <a:lnTo>
                  <a:pt x="135457" y="72917"/>
                </a:lnTo>
                <a:lnTo>
                  <a:pt x="136017" y="73533"/>
                </a:lnTo>
                <a:lnTo>
                  <a:pt x="136633" y="74093"/>
                </a:lnTo>
                <a:lnTo>
                  <a:pt x="137296" y="74586"/>
                </a:lnTo>
                <a:lnTo>
                  <a:pt x="138007" y="75015"/>
                </a:lnTo>
                <a:lnTo>
                  <a:pt x="138764" y="75377"/>
                </a:lnTo>
                <a:lnTo>
                  <a:pt x="139568" y="75673"/>
                </a:lnTo>
                <a:lnTo>
                  <a:pt x="140419" y="75904"/>
                </a:lnTo>
                <a:lnTo>
                  <a:pt x="141318" y="76069"/>
                </a:lnTo>
                <a:lnTo>
                  <a:pt x="142263" y="76167"/>
                </a:lnTo>
                <a:lnTo>
                  <a:pt x="143256" y="76200"/>
                </a:lnTo>
                <a:lnTo>
                  <a:pt x="184404" y="76200"/>
                </a:lnTo>
                <a:lnTo>
                  <a:pt x="183708" y="75024"/>
                </a:lnTo>
                <a:lnTo>
                  <a:pt x="182974" y="73867"/>
                </a:lnTo>
                <a:lnTo>
                  <a:pt x="182203" y="72729"/>
                </a:lnTo>
                <a:lnTo>
                  <a:pt x="181394" y="71609"/>
                </a:lnTo>
                <a:lnTo>
                  <a:pt x="180547" y="70509"/>
                </a:lnTo>
                <a:lnTo>
                  <a:pt x="179662" y="69427"/>
                </a:lnTo>
                <a:lnTo>
                  <a:pt x="178740" y="68364"/>
                </a:lnTo>
                <a:lnTo>
                  <a:pt x="177781" y="67320"/>
                </a:lnTo>
                <a:lnTo>
                  <a:pt x="176784" y="66294"/>
                </a:lnTo>
                <a:close/>
                <a:moveTo>
                  <a:pt x="190500" y="99822"/>
                </a:moveTo>
                <a:lnTo>
                  <a:pt x="190500" y="99314"/>
                </a:lnTo>
                <a:lnTo>
                  <a:pt x="190500" y="98806"/>
                </a:lnTo>
                <a:lnTo>
                  <a:pt x="190500" y="98298"/>
                </a:lnTo>
                <a:lnTo>
                  <a:pt x="190500" y="97790"/>
                </a:lnTo>
                <a:lnTo>
                  <a:pt x="190500" y="97282"/>
                </a:lnTo>
                <a:lnTo>
                  <a:pt x="190500" y="96774"/>
                </a:lnTo>
                <a:lnTo>
                  <a:pt x="190500" y="96266"/>
                </a:lnTo>
                <a:lnTo>
                  <a:pt x="190500" y="95758"/>
                </a:lnTo>
                <a:lnTo>
                  <a:pt x="190500" y="95250"/>
                </a:lnTo>
                <a:lnTo>
                  <a:pt x="143256" y="95250"/>
                </a:lnTo>
                <a:lnTo>
                  <a:pt x="140594" y="95146"/>
                </a:lnTo>
                <a:lnTo>
                  <a:pt x="138026" y="94836"/>
                </a:lnTo>
                <a:lnTo>
                  <a:pt x="135551" y="94318"/>
                </a:lnTo>
                <a:lnTo>
                  <a:pt x="133171" y="93595"/>
                </a:lnTo>
                <a:lnTo>
                  <a:pt x="130885" y="92663"/>
                </a:lnTo>
                <a:lnTo>
                  <a:pt x="128693" y="91525"/>
                </a:lnTo>
                <a:lnTo>
                  <a:pt x="126596" y="90180"/>
                </a:lnTo>
                <a:lnTo>
                  <a:pt x="124592" y="88627"/>
                </a:lnTo>
                <a:lnTo>
                  <a:pt x="122682" y="86868"/>
                </a:lnTo>
                <a:lnTo>
                  <a:pt x="120923" y="84968"/>
                </a:lnTo>
                <a:lnTo>
                  <a:pt x="119370" y="82992"/>
                </a:lnTo>
                <a:lnTo>
                  <a:pt x="118025" y="80942"/>
                </a:lnTo>
                <a:lnTo>
                  <a:pt x="116887" y="78816"/>
                </a:lnTo>
                <a:lnTo>
                  <a:pt x="115955" y="76614"/>
                </a:lnTo>
                <a:lnTo>
                  <a:pt x="115232" y="74337"/>
                </a:lnTo>
                <a:lnTo>
                  <a:pt x="114714" y="71985"/>
                </a:lnTo>
                <a:lnTo>
                  <a:pt x="114404" y="69558"/>
                </a:lnTo>
                <a:lnTo>
                  <a:pt x="114300" y="67056"/>
                </a:lnTo>
                <a:lnTo>
                  <a:pt x="114300" y="19050"/>
                </a:lnTo>
                <a:lnTo>
                  <a:pt x="67056" y="19050"/>
                </a:lnTo>
                <a:lnTo>
                  <a:pt x="64394" y="19154"/>
                </a:lnTo>
                <a:lnTo>
                  <a:pt x="61826" y="19464"/>
                </a:lnTo>
                <a:lnTo>
                  <a:pt x="59351" y="19982"/>
                </a:lnTo>
                <a:lnTo>
                  <a:pt x="56971" y="20705"/>
                </a:lnTo>
                <a:lnTo>
                  <a:pt x="54685" y="21637"/>
                </a:lnTo>
                <a:lnTo>
                  <a:pt x="52493" y="22775"/>
                </a:lnTo>
                <a:lnTo>
                  <a:pt x="50396" y="24120"/>
                </a:lnTo>
                <a:lnTo>
                  <a:pt x="48392" y="25673"/>
                </a:lnTo>
                <a:lnTo>
                  <a:pt x="46482" y="27432"/>
                </a:lnTo>
                <a:lnTo>
                  <a:pt x="44723" y="29342"/>
                </a:lnTo>
                <a:lnTo>
                  <a:pt x="43170" y="31346"/>
                </a:lnTo>
                <a:lnTo>
                  <a:pt x="41825" y="33443"/>
                </a:lnTo>
                <a:lnTo>
                  <a:pt x="40687" y="35635"/>
                </a:lnTo>
                <a:lnTo>
                  <a:pt x="39755" y="37921"/>
                </a:lnTo>
                <a:lnTo>
                  <a:pt x="39032" y="40301"/>
                </a:lnTo>
                <a:lnTo>
                  <a:pt x="38514" y="42776"/>
                </a:lnTo>
                <a:lnTo>
                  <a:pt x="38204" y="45344"/>
                </a:lnTo>
                <a:lnTo>
                  <a:pt x="38100" y="48006"/>
                </a:lnTo>
                <a:lnTo>
                  <a:pt x="38100" y="180594"/>
                </a:lnTo>
                <a:lnTo>
                  <a:pt x="38204" y="183256"/>
                </a:lnTo>
                <a:lnTo>
                  <a:pt x="38514" y="185824"/>
                </a:lnTo>
                <a:lnTo>
                  <a:pt x="39032" y="188299"/>
                </a:lnTo>
                <a:lnTo>
                  <a:pt x="39755" y="190679"/>
                </a:lnTo>
                <a:lnTo>
                  <a:pt x="40687" y="192965"/>
                </a:lnTo>
                <a:lnTo>
                  <a:pt x="41825" y="195157"/>
                </a:lnTo>
                <a:lnTo>
                  <a:pt x="43170" y="197254"/>
                </a:lnTo>
                <a:lnTo>
                  <a:pt x="44723" y="199258"/>
                </a:lnTo>
                <a:lnTo>
                  <a:pt x="46482" y="201168"/>
                </a:lnTo>
                <a:lnTo>
                  <a:pt x="48392" y="202927"/>
                </a:lnTo>
                <a:lnTo>
                  <a:pt x="50396" y="204480"/>
                </a:lnTo>
                <a:lnTo>
                  <a:pt x="52493" y="205825"/>
                </a:lnTo>
                <a:lnTo>
                  <a:pt x="54685" y="206963"/>
                </a:lnTo>
                <a:lnTo>
                  <a:pt x="56971" y="207895"/>
                </a:lnTo>
                <a:lnTo>
                  <a:pt x="59351" y="208618"/>
                </a:lnTo>
                <a:lnTo>
                  <a:pt x="61826" y="209136"/>
                </a:lnTo>
                <a:lnTo>
                  <a:pt x="64394" y="209446"/>
                </a:lnTo>
                <a:lnTo>
                  <a:pt x="67056" y="209550"/>
                </a:lnTo>
                <a:lnTo>
                  <a:pt x="162306" y="209550"/>
                </a:lnTo>
                <a:lnTo>
                  <a:pt x="164808" y="209446"/>
                </a:lnTo>
                <a:lnTo>
                  <a:pt x="167235" y="209136"/>
                </a:lnTo>
                <a:lnTo>
                  <a:pt x="169587" y="208618"/>
                </a:lnTo>
                <a:lnTo>
                  <a:pt x="171864" y="207895"/>
                </a:lnTo>
                <a:lnTo>
                  <a:pt x="174066" y="206963"/>
                </a:lnTo>
                <a:lnTo>
                  <a:pt x="176192" y="205825"/>
                </a:lnTo>
                <a:lnTo>
                  <a:pt x="178242" y="204480"/>
                </a:lnTo>
                <a:lnTo>
                  <a:pt x="180218" y="202927"/>
                </a:lnTo>
                <a:lnTo>
                  <a:pt x="182118" y="201168"/>
                </a:lnTo>
                <a:lnTo>
                  <a:pt x="183877" y="199258"/>
                </a:lnTo>
                <a:lnTo>
                  <a:pt x="185430" y="197254"/>
                </a:lnTo>
                <a:lnTo>
                  <a:pt x="186775" y="195157"/>
                </a:lnTo>
                <a:lnTo>
                  <a:pt x="187913" y="192965"/>
                </a:lnTo>
                <a:lnTo>
                  <a:pt x="188845" y="190679"/>
                </a:lnTo>
                <a:lnTo>
                  <a:pt x="189568" y="188299"/>
                </a:lnTo>
                <a:lnTo>
                  <a:pt x="190086" y="185824"/>
                </a:lnTo>
                <a:lnTo>
                  <a:pt x="190396" y="183256"/>
                </a:lnTo>
                <a:lnTo>
                  <a:pt x="190500" y="180594"/>
                </a:lnTo>
                <a:close/>
              </a:path>
            </a:pathLst>
          </a:custGeom>
          <a:solidFill>
            <a:srgbClr val="C77E8C"/>
          </a:solidFill>
          <a:ln w="0">
            <a:noFill/>
          </a:ln>
        </p:spPr>
      </p:sp>
      <p:sp>
        <p:nvSpPr>
          <p:cNvPr id="67" name="手繪多邊形: 圖案 66">
            <a:extLst>
              <a:ext uri="{FF2B5EF4-FFF2-40B4-BE49-F238E27FC236}">
                <a16:creationId xmlns:a16="http://schemas.microsoft.com/office/drawing/2014/main" id="{FDE17C30-5009-4403-809B-EC237AD216F9}"/>
              </a:ext>
            </a:extLst>
          </p:cNvPr>
          <p:cNvSpPr>
            <a:spLocks noGrp="1"/>
          </p:cNvSpPr>
          <p:nvPr/>
        </p:nvSpPr>
        <p:spPr>
          <a:xfrm>
            <a:off x="13515975" y="6038850"/>
            <a:ext cx="381000" cy="38100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114300" y="76200"/>
                </a:moveTo>
                <a:lnTo>
                  <a:pt x="110805" y="76336"/>
                </a:lnTo>
                <a:lnTo>
                  <a:pt x="107432" y="76746"/>
                </a:lnTo>
                <a:lnTo>
                  <a:pt x="104183" y="77428"/>
                </a:lnTo>
                <a:lnTo>
                  <a:pt x="101055" y="78382"/>
                </a:lnTo>
                <a:lnTo>
                  <a:pt x="98048" y="79610"/>
                </a:lnTo>
                <a:lnTo>
                  <a:pt x="95165" y="81111"/>
                </a:lnTo>
                <a:lnTo>
                  <a:pt x="92404" y="82884"/>
                </a:lnTo>
                <a:lnTo>
                  <a:pt x="89766" y="84930"/>
                </a:lnTo>
                <a:lnTo>
                  <a:pt x="87249" y="87249"/>
                </a:lnTo>
                <a:lnTo>
                  <a:pt x="84930" y="89766"/>
                </a:lnTo>
                <a:lnTo>
                  <a:pt x="82884" y="92404"/>
                </a:lnTo>
                <a:lnTo>
                  <a:pt x="81111" y="95165"/>
                </a:lnTo>
                <a:lnTo>
                  <a:pt x="79610" y="98048"/>
                </a:lnTo>
                <a:lnTo>
                  <a:pt x="78382" y="101055"/>
                </a:lnTo>
                <a:lnTo>
                  <a:pt x="77428" y="104183"/>
                </a:lnTo>
                <a:lnTo>
                  <a:pt x="76746" y="107432"/>
                </a:lnTo>
                <a:lnTo>
                  <a:pt x="76336" y="110805"/>
                </a:lnTo>
                <a:lnTo>
                  <a:pt x="76200" y="114300"/>
                </a:lnTo>
                <a:lnTo>
                  <a:pt x="76336" y="117795"/>
                </a:lnTo>
                <a:lnTo>
                  <a:pt x="76746" y="121168"/>
                </a:lnTo>
                <a:lnTo>
                  <a:pt x="77428" y="124417"/>
                </a:lnTo>
                <a:lnTo>
                  <a:pt x="78382" y="127545"/>
                </a:lnTo>
                <a:lnTo>
                  <a:pt x="79610" y="130552"/>
                </a:lnTo>
                <a:lnTo>
                  <a:pt x="81111" y="133435"/>
                </a:lnTo>
                <a:lnTo>
                  <a:pt x="82884" y="136196"/>
                </a:lnTo>
                <a:lnTo>
                  <a:pt x="84930" y="138834"/>
                </a:lnTo>
                <a:lnTo>
                  <a:pt x="87249" y="141351"/>
                </a:lnTo>
                <a:lnTo>
                  <a:pt x="89766" y="143670"/>
                </a:lnTo>
                <a:lnTo>
                  <a:pt x="92404" y="145716"/>
                </a:lnTo>
                <a:lnTo>
                  <a:pt x="95165" y="147489"/>
                </a:lnTo>
                <a:lnTo>
                  <a:pt x="98048" y="148990"/>
                </a:lnTo>
                <a:lnTo>
                  <a:pt x="101055" y="150218"/>
                </a:lnTo>
                <a:lnTo>
                  <a:pt x="104183" y="151172"/>
                </a:lnTo>
                <a:lnTo>
                  <a:pt x="107432" y="151854"/>
                </a:lnTo>
                <a:lnTo>
                  <a:pt x="110805" y="152264"/>
                </a:lnTo>
                <a:lnTo>
                  <a:pt x="114300" y="152400"/>
                </a:lnTo>
                <a:lnTo>
                  <a:pt x="117795" y="152264"/>
                </a:lnTo>
                <a:lnTo>
                  <a:pt x="121168" y="151854"/>
                </a:lnTo>
                <a:lnTo>
                  <a:pt x="124417" y="151172"/>
                </a:lnTo>
                <a:lnTo>
                  <a:pt x="127545" y="150218"/>
                </a:lnTo>
                <a:lnTo>
                  <a:pt x="130552" y="148990"/>
                </a:lnTo>
                <a:lnTo>
                  <a:pt x="133435" y="147489"/>
                </a:lnTo>
                <a:lnTo>
                  <a:pt x="136196" y="145716"/>
                </a:lnTo>
                <a:lnTo>
                  <a:pt x="138834" y="143670"/>
                </a:lnTo>
                <a:lnTo>
                  <a:pt x="141351" y="141351"/>
                </a:lnTo>
                <a:lnTo>
                  <a:pt x="143670" y="138834"/>
                </a:lnTo>
                <a:lnTo>
                  <a:pt x="145716" y="136196"/>
                </a:lnTo>
                <a:lnTo>
                  <a:pt x="147489" y="133435"/>
                </a:lnTo>
                <a:lnTo>
                  <a:pt x="148990" y="130552"/>
                </a:lnTo>
                <a:lnTo>
                  <a:pt x="150218" y="127545"/>
                </a:lnTo>
                <a:lnTo>
                  <a:pt x="151172" y="124417"/>
                </a:lnTo>
                <a:lnTo>
                  <a:pt x="151854" y="121168"/>
                </a:lnTo>
                <a:lnTo>
                  <a:pt x="152264" y="117795"/>
                </a:lnTo>
                <a:lnTo>
                  <a:pt x="152400" y="114300"/>
                </a:lnTo>
                <a:lnTo>
                  <a:pt x="152264" y="110805"/>
                </a:lnTo>
                <a:lnTo>
                  <a:pt x="151854" y="107432"/>
                </a:lnTo>
                <a:lnTo>
                  <a:pt x="151172" y="104183"/>
                </a:lnTo>
                <a:lnTo>
                  <a:pt x="150218" y="101055"/>
                </a:lnTo>
                <a:lnTo>
                  <a:pt x="148990" y="98048"/>
                </a:lnTo>
                <a:lnTo>
                  <a:pt x="147489" y="95165"/>
                </a:lnTo>
                <a:lnTo>
                  <a:pt x="145716" y="92404"/>
                </a:lnTo>
                <a:lnTo>
                  <a:pt x="143670" y="89766"/>
                </a:lnTo>
                <a:lnTo>
                  <a:pt x="141351" y="87249"/>
                </a:lnTo>
                <a:lnTo>
                  <a:pt x="138834" y="84930"/>
                </a:lnTo>
                <a:lnTo>
                  <a:pt x="136196" y="82884"/>
                </a:lnTo>
                <a:lnTo>
                  <a:pt x="133435" y="81111"/>
                </a:lnTo>
                <a:lnTo>
                  <a:pt x="130552" y="79610"/>
                </a:lnTo>
                <a:lnTo>
                  <a:pt x="127545" y="78382"/>
                </a:lnTo>
                <a:lnTo>
                  <a:pt x="124417" y="77428"/>
                </a:lnTo>
                <a:lnTo>
                  <a:pt x="121168" y="76746"/>
                </a:lnTo>
                <a:lnTo>
                  <a:pt x="117795" y="76336"/>
                </a:lnTo>
                <a:lnTo>
                  <a:pt x="114300" y="76200"/>
                </a:lnTo>
                <a:close/>
                <a:moveTo>
                  <a:pt x="114300" y="133350"/>
                </a:moveTo>
                <a:lnTo>
                  <a:pt x="112630" y="133280"/>
                </a:lnTo>
                <a:lnTo>
                  <a:pt x="111007" y="133068"/>
                </a:lnTo>
                <a:lnTo>
                  <a:pt x="109432" y="132715"/>
                </a:lnTo>
                <a:lnTo>
                  <a:pt x="107903" y="132221"/>
                </a:lnTo>
                <a:lnTo>
                  <a:pt x="106421" y="131586"/>
                </a:lnTo>
                <a:lnTo>
                  <a:pt x="104986" y="130810"/>
                </a:lnTo>
                <a:lnTo>
                  <a:pt x="103599" y="129892"/>
                </a:lnTo>
                <a:lnTo>
                  <a:pt x="102258" y="128834"/>
                </a:lnTo>
                <a:lnTo>
                  <a:pt x="100965" y="127635"/>
                </a:lnTo>
                <a:lnTo>
                  <a:pt x="99766" y="126342"/>
                </a:lnTo>
                <a:lnTo>
                  <a:pt x="98708" y="125001"/>
                </a:lnTo>
                <a:lnTo>
                  <a:pt x="97790" y="123614"/>
                </a:lnTo>
                <a:lnTo>
                  <a:pt x="97014" y="122179"/>
                </a:lnTo>
                <a:lnTo>
                  <a:pt x="96379" y="120697"/>
                </a:lnTo>
                <a:lnTo>
                  <a:pt x="95885" y="119168"/>
                </a:lnTo>
                <a:lnTo>
                  <a:pt x="95532" y="117593"/>
                </a:lnTo>
                <a:lnTo>
                  <a:pt x="95320" y="115970"/>
                </a:lnTo>
                <a:lnTo>
                  <a:pt x="95250" y="114300"/>
                </a:lnTo>
                <a:lnTo>
                  <a:pt x="95320" y="112630"/>
                </a:lnTo>
                <a:lnTo>
                  <a:pt x="95532" y="111007"/>
                </a:lnTo>
                <a:lnTo>
                  <a:pt x="95885" y="109432"/>
                </a:lnTo>
                <a:lnTo>
                  <a:pt x="96379" y="107903"/>
                </a:lnTo>
                <a:lnTo>
                  <a:pt x="97014" y="106421"/>
                </a:lnTo>
                <a:lnTo>
                  <a:pt x="97790" y="104986"/>
                </a:lnTo>
                <a:lnTo>
                  <a:pt x="98708" y="103599"/>
                </a:lnTo>
                <a:lnTo>
                  <a:pt x="99766" y="102258"/>
                </a:lnTo>
                <a:lnTo>
                  <a:pt x="100965" y="100965"/>
                </a:lnTo>
                <a:lnTo>
                  <a:pt x="102258" y="99766"/>
                </a:lnTo>
                <a:lnTo>
                  <a:pt x="103599" y="98708"/>
                </a:lnTo>
                <a:lnTo>
                  <a:pt x="104986" y="97790"/>
                </a:lnTo>
                <a:lnTo>
                  <a:pt x="106421" y="97014"/>
                </a:lnTo>
                <a:lnTo>
                  <a:pt x="107903" y="96379"/>
                </a:lnTo>
                <a:lnTo>
                  <a:pt x="109432" y="95885"/>
                </a:lnTo>
                <a:lnTo>
                  <a:pt x="111007" y="95532"/>
                </a:lnTo>
                <a:lnTo>
                  <a:pt x="112630" y="95320"/>
                </a:lnTo>
                <a:lnTo>
                  <a:pt x="114300" y="95250"/>
                </a:lnTo>
                <a:lnTo>
                  <a:pt x="115970" y="95320"/>
                </a:lnTo>
                <a:lnTo>
                  <a:pt x="117593" y="95532"/>
                </a:lnTo>
                <a:lnTo>
                  <a:pt x="119168" y="95885"/>
                </a:lnTo>
                <a:lnTo>
                  <a:pt x="120697" y="96379"/>
                </a:lnTo>
                <a:lnTo>
                  <a:pt x="122179" y="97014"/>
                </a:lnTo>
                <a:lnTo>
                  <a:pt x="123614" y="97790"/>
                </a:lnTo>
                <a:lnTo>
                  <a:pt x="125001" y="98708"/>
                </a:lnTo>
                <a:lnTo>
                  <a:pt x="126342" y="99766"/>
                </a:lnTo>
                <a:lnTo>
                  <a:pt x="127635" y="100965"/>
                </a:lnTo>
                <a:lnTo>
                  <a:pt x="128834" y="102258"/>
                </a:lnTo>
                <a:lnTo>
                  <a:pt x="129892" y="103599"/>
                </a:lnTo>
                <a:lnTo>
                  <a:pt x="130810" y="104986"/>
                </a:lnTo>
                <a:lnTo>
                  <a:pt x="131586" y="106421"/>
                </a:lnTo>
                <a:lnTo>
                  <a:pt x="132221" y="107903"/>
                </a:lnTo>
                <a:lnTo>
                  <a:pt x="132715" y="109432"/>
                </a:lnTo>
                <a:lnTo>
                  <a:pt x="133068" y="111007"/>
                </a:lnTo>
                <a:lnTo>
                  <a:pt x="133280" y="112630"/>
                </a:lnTo>
                <a:lnTo>
                  <a:pt x="133350" y="114300"/>
                </a:lnTo>
                <a:lnTo>
                  <a:pt x="133280" y="115970"/>
                </a:lnTo>
                <a:lnTo>
                  <a:pt x="133068" y="117593"/>
                </a:lnTo>
                <a:lnTo>
                  <a:pt x="132715" y="119168"/>
                </a:lnTo>
                <a:lnTo>
                  <a:pt x="132221" y="120697"/>
                </a:lnTo>
                <a:lnTo>
                  <a:pt x="131586" y="122179"/>
                </a:lnTo>
                <a:lnTo>
                  <a:pt x="130810" y="123614"/>
                </a:lnTo>
                <a:lnTo>
                  <a:pt x="129892" y="125001"/>
                </a:lnTo>
                <a:lnTo>
                  <a:pt x="128834" y="126342"/>
                </a:lnTo>
                <a:lnTo>
                  <a:pt x="127635" y="127635"/>
                </a:lnTo>
                <a:lnTo>
                  <a:pt x="126342" y="128834"/>
                </a:lnTo>
                <a:lnTo>
                  <a:pt x="125001" y="129892"/>
                </a:lnTo>
                <a:lnTo>
                  <a:pt x="123614" y="130810"/>
                </a:lnTo>
                <a:lnTo>
                  <a:pt x="122179" y="131586"/>
                </a:lnTo>
                <a:lnTo>
                  <a:pt x="120697" y="132221"/>
                </a:lnTo>
                <a:lnTo>
                  <a:pt x="119168" y="132715"/>
                </a:lnTo>
                <a:lnTo>
                  <a:pt x="117593" y="133068"/>
                </a:lnTo>
                <a:lnTo>
                  <a:pt x="115970" y="133280"/>
                </a:lnTo>
                <a:lnTo>
                  <a:pt x="114300" y="133350"/>
                </a:lnTo>
                <a:close/>
                <a:moveTo>
                  <a:pt x="202692" y="132588"/>
                </a:moveTo>
                <a:lnTo>
                  <a:pt x="198882" y="130302"/>
                </a:lnTo>
                <a:lnTo>
                  <a:pt x="199333" y="126746"/>
                </a:lnTo>
                <a:lnTo>
                  <a:pt x="199673" y="123190"/>
                </a:lnTo>
                <a:lnTo>
                  <a:pt x="199898" y="119634"/>
                </a:lnTo>
                <a:lnTo>
                  <a:pt x="200011" y="116078"/>
                </a:lnTo>
                <a:lnTo>
                  <a:pt x="200011" y="112522"/>
                </a:lnTo>
                <a:lnTo>
                  <a:pt x="199898" y="108966"/>
                </a:lnTo>
                <a:lnTo>
                  <a:pt x="199673" y="105410"/>
                </a:lnTo>
                <a:lnTo>
                  <a:pt x="199333" y="101854"/>
                </a:lnTo>
                <a:lnTo>
                  <a:pt x="198882" y="98298"/>
                </a:lnTo>
                <a:lnTo>
                  <a:pt x="202692" y="96012"/>
                </a:lnTo>
                <a:lnTo>
                  <a:pt x="204178" y="95133"/>
                </a:lnTo>
                <a:lnTo>
                  <a:pt x="205590" y="94187"/>
                </a:lnTo>
                <a:lnTo>
                  <a:pt x="206925" y="93175"/>
                </a:lnTo>
                <a:lnTo>
                  <a:pt x="208186" y="92098"/>
                </a:lnTo>
                <a:lnTo>
                  <a:pt x="209371" y="90955"/>
                </a:lnTo>
                <a:lnTo>
                  <a:pt x="210482" y="89746"/>
                </a:lnTo>
                <a:lnTo>
                  <a:pt x="211516" y="88472"/>
                </a:lnTo>
                <a:lnTo>
                  <a:pt x="212476" y="87132"/>
                </a:lnTo>
                <a:lnTo>
                  <a:pt x="213360" y="85725"/>
                </a:lnTo>
                <a:lnTo>
                  <a:pt x="214160" y="84271"/>
                </a:lnTo>
                <a:lnTo>
                  <a:pt x="214865" y="82790"/>
                </a:lnTo>
                <a:lnTo>
                  <a:pt x="215476" y="81280"/>
                </a:lnTo>
                <a:lnTo>
                  <a:pt x="215994" y="79742"/>
                </a:lnTo>
                <a:lnTo>
                  <a:pt x="216418" y="78175"/>
                </a:lnTo>
                <a:lnTo>
                  <a:pt x="216747" y="76581"/>
                </a:lnTo>
                <a:lnTo>
                  <a:pt x="216981" y="74958"/>
                </a:lnTo>
                <a:lnTo>
                  <a:pt x="217123" y="73307"/>
                </a:lnTo>
                <a:lnTo>
                  <a:pt x="217170" y="71628"/>
                </a:lnTo>
                <a:lnTo>
                  <a:pt x="217123" y="69944"/>
                </a:lnTo>
                <a:lnTo>
                  <a:pt x="216981" y="68279"/>
                </a:lnTo>
                <a:lnTo>
                  <a:pt x="216747" y="66633"/>
                </a:lnTo>
                <a:lnTo>
                  <a:pt x="216418" y="65005"/>
                </a:lnTo>
                <a:lnTo>
                  <a:pt x="215994" y="63396"/>
                </a:lnTo>
                <a:lnTo>
                  <a:pt x="215476" y="61807"/>
                </a:lnTo>
                <a:lnTo>
                  <a:pt x="214865" y="60236"/>
                </a:lnTo>
                <a:lnTo>
                  <a:pt x="214160" y="58684"/>
                </a:lnTo>
                <a:lnTo>
                  <a:pt x="213360" y="57150"/>
                </a:lnTo>
                <a:lnTo>
                  <a:pt x="212476" y="55664"/>
                </a:lnTo>
                <a:lnTo>
                  <a:pt x="211516" y="54252"/>
                </a:lnTo>
                <a:lnTo>
                  <a:pt x="210482" y="52917"/>
                </a:lnTo>
                <a:lnTo>
                  <a:pt x="209371" y="51656"/>
                </a:lnTo>
                <a:lnTo>
                  <a:pt x="208186" y="50471"/>
                </a:lnTo>
                <a:lnTo>
                  <a:pt x="206925" y="49360"/>
                </a:lnTo>
                <a:lnTo>
                  <a:pt x="205590" y="48326"/>
                </a:lnTo>
                <a:lnTo>
                  <a:pt x="204178" y="47366"/>
                </a:lnTo>
                <a:lnTo>
                  <a:pt x="202692" y="46482"/>
                </a:lnTo>
                <a:lnTo>
                  <a:pt x="201158" y="45682"/>
                </a:lnTo>
                <a:lnTo>
                  <a:pt x="199606" y="44977"/>
                </a:lnTo>
                <a:lnTo>
                  <a:pt x="198035" y="44366"/>
                </a:lnTo>
                <a:lnTo>
                  <a:pt x="196446" y="43848"/>
                </a:lnTo>
                <a:lnTo>
                  <a:pt x="194837" y="43424"/>
                </a:lnTo>
                <a:lnTo>
                  <a:pt x="193209" y="43095"/>
                </a:lnTo>
                <a:lnTo>
                  <a:pt x="191563" y="42861"/>
                </a:lnTo>
                <a:lnTo>
                  <a:pt x="189898" y="42719"/>
                </a:lnTo>
                <a:lnTo>
                  <a:pt x="188214" y="42672"/>
                </a:lnTo>
                <a:lnTo>
                  <a:pt x="186540" y="42719"/>
                </a:lnTo>
                <a:lnTo>
                  <a:pt x="184902" y="42861"/>
                </a:lnTo>
                <a:lnTo>
                  <a:pt x="183303" y="43095"/>
                </a:lnTo>
                <a:lnTo>
                  <a:pt x="181742" y="43424"/>
                </a:lnTo>
                <a:lnTo>
                  <a:pt x="180218" y="43848"/>
                </a:lnTo>
                <a:lnTo>
                  <a:pt x="178731" y="44366"/>
                </a:lnTo>
                <a:lnTo>
                  <a:pt x="177282" y="44977"/>
                </a:lnTo>
                <a:lnTo>
                  <a:pt x="175872" y="45682"/>
                </a:lnTo>
                <a:lnTo>
                  <a:pt x="174498" y="46482"/>
                </a:lnTo>
                <a:lnTo>
                  <a:pt x="169926" y="48768"/>
                </a:lnTo>
                <a:lnTo>
                  <a:pt x="167189" y="46623"/>
                </a:lnTo>
                <a:lnTo>
                  <a:pt x="164395" y="44591"/>
                </a:lnTo>
                <a:lnTo>
                  <a:pt x="161544" y="42672"/>
                </a:lnTo>
                <a:lnTo>
                  <a:pt x="158637" y="40866"/>
                </a:lnTo>
                <a:lnTo>
                  <a:pt x="155674" y="39173"/>
                </a:lnTo>
                <a:lnTo>
                  <a:pt x="152654" y="37592"/>
                </a:lnTo>
                <a:lnTo>
                  <a:pt x="149578" y="36125"/>
                </a:lnTo>
                <a:lnTo>
                  <a:pt x="146445" y="34770"/>
                </a:lnTo>
                <a:lnTo>
                  <a:pt x="143256" y="33528"/>
                </a:lnTo>
                <a:lnTo>
                  <a:pt x="143256" y="28194"/>
                </a:lnTo>
                <a:lnTo>
                  <a:pt x="143152" y="25692"/>
                </a:lnTo>
                <a:lnTo>
                  <a:pt x="142842" y="23265"/>
                </a:lnTo>
                <a:lnTo>
                  <a:pt x="142324" y="20913"/>
                </a:lnTo>
                <a:lnTo>
                  <a:pt x="141601" y="18636"/>
                </a:lnTo>
                <a:lnTo>
                  <a:pt x="140669" y="16434"/>
                </a:lnTo>
                <a:lnTo>
                  <a:pt x="139531" y="14308"/>
                </a:lnTo>
                <a:lnTo>
                  <a:pt x="138186" y="12258"/>
                </a:lnTo>
                <a:lnTo>
                  <a:pt x="136633" y="10282"/>
                </a:lnTo>
                <a:lnTo>
                  <a:pt x="134874" y="8382"/>
                </a:lnTo>
                <a:lnTo>
                  <a:pt x="132964" y="6623"/>
                </a:lnTo>
                <a:lnTo>
                  <a:pt x="130960" y="5070"/>
                </a:lnTo>
                <a:lnTo>
                  <a:pt x="128863" y="3725"/>
                </a:lnTo>
                <a:lnTo>
                  <a:pt x="126671" y="2587"/>
                </a:lnTo>
                <a:lnTo>
                  <a:pt x="124385" y="1655"/>
                </a:lnTo>
                <a:lnTo>
                  <a:pt x="122005" y="932"/>
                </a:lnTo>
                <a:lnTo>
                  <a:pt x="119530" y="414"/>
                </a:lnTo>
                <a:lnTo>
                  <a:pt x="116962" y="104"/>
                </a:lnTo>
                <a:lnTo>
                  <a:pt x="114300" y="0"/>
                </a:lnTo>
                <a:lnTo>
                  <a:pt x="111638" y="104"/>
                </a:lnTo>
                <a:lnTo>
                  <a:pt x="109070" y="414"/>
                </a:lnTo>
                <a:lnTo>
                  <a:pt x="106595" y="932"/>
                </a:lnTo>
                <a:lnTo>
                  <a:pt x="104215" y="1655"/>
                </a:lnTo>
                <a:lnTo>
                  <a:pt x="101929" y="2587"/>
                </a:lnTo>
                <a:lnTo>
                  <a:pt x="99737" y="3725"/>
                </a:lnTo>
                <a:lnTo>
                  <a:pt x="97640" y="5070"/>
                </a:lnTo>
                <a:lnTo>
                  <a:pt x="95636" y="6623"/>
                </a:lnTo>
                <a:lnTo>
                  <a:pt x="93726" y="8382"/>
                </a:lnTo>
                <a:lnTo>
                  <a:pt x="91976" y="10292"/>
                </a:lnTo>
                <a:lnTo>
                  <a:pt x="90452" y="12296"/>
                </a:lnTo>
                <a:lnTo>
                  <a:pt x="89154" y="14393"/>
                </a:lnTo>
                <a:lnTo>
                  <a:pt x="88081" y="16585"/>
                </a:lnTo>
                <a:lnTo>
                  <a:pt x="87235" y="18871"/>
                </a:lnTo>
                <a:lnTo>
                  <a:pt x="86614" y="21251"/>
                </a:lnTo>
                <a:lnTo>
                  <a:pt x="86219" y="23726"/>
                </a:lnTo>
                <a:lnTo>
                  <a:pt x="86050" y="26294"/>
                </a:lnTo>
                <a:lnTo>
                  <a:pt x="86106" y="28956"/>
                </a:lnTo>
                <a:lnTo>
                  <a:pt x="86106" y="33528"/>
                </a:lnTo>
                <a:lnTo>
                  <a:pt x="82757" y="34770"/>
                </a:lnTo>
                <a:lnTo>
                  <a:pt x="79483" y="36125"/>
                </a:lnTo>
                <a:lnTo>
                  <a:pt x="76285" y="37592"/>
                </a:lnTo>
                <a:lnTo>
                  <a:pt x="73162" y="39173"/>
                </a:lnTo>
                <a:lnTo>
                  <a:pt x="70114" y="40866"/>
                </a:lnTo>
                <a:lnTo>
                  <a:pt x="67141" y="42672"/>
                </a:lnTo>
                <a:lnTo>
                  <a:pt x="64243" y="44591"/>
                </a:lnTo>
                <a:lnTo>
                  <a:pt x="61421" y="46623"/>
                </a:lnTo>
                <a:lnTo>
                  <a:pt x="58674" y="48768"/>
                </a:lnTo>
                <a:lnTo>
                  <a:pt x="54102" y="46482"/>
                </a:lnTo>
                <a:lnTo>
                  <a:pt x="51882" y="45245"/>
                </a:lnTo>
                <a:lnTo>
                  <a:pt x="49624" y="44243"/>
                </a:lnTo>
                <a:lnTo>
                  <a:pt x="47329" y="43476"/>
                </a:lnTo>
                <a:lnTo>
                  <a:pt x="44996" y="42944"/>
                </a:lnTo>
                <a:lnTo>
                  <a:pt x="42625" y="42648"/>
                </a:lnTo>
                <a:lnTo>
                  <a:pt x="40216" y="42587"/>
                </a:lnTo>
                <a:lnTo>
                  <a:pt x="37770" y="42762"/>
                </a:lnTo>
                <a:lnTo>
                  <a:pt x="35287" y="43170"/>
                </a:lnTo>
                <a:lnTo>
                  <a:pt x="32766" y="43815"/>
                </a:lnTo>
                <a:lnTo>
                  <a:pt x="30291" y="44657"/>
                </a:lnTo>
                <a:lnTo>
                  <a:pt x="27949" y="45659"/>
                </a:lnTo>
                <a:lnTo>
                  <a:pt x="25738" y="46821"/>
                </a:lnTo>
                <a:lnTo>
                  <a:pt x="23660" y="48142"/>
                </a:lnTo>
                <a:lnTo>
                  <a:pt x="21712" y="49624"/>
                </a:lnTo>
                <a:lnTo>
                  <a:pt x="19897" y="51265"/>
                </a:lnTo>
                <a:lnTo>
                  <a:pt x="18213" y="53068"/>
                </a:lnTo>
                <a:lnTo>
                  <a:pt x="16660" y="55029"/>
                </a:lnTo>
                <a:lnTo>
                  <a:pt x="15240" y="57150"/>
                </a:lnTo>
                <a:lnTo>
                  <a:pt x="13998" y="59370"/>
                </a:lnTo>
                <a:lnTo>
                  <a:pt x="12983" y="61628"/>
                </a:lnTo>
                <a:lnTo>
                  <a:pt x="12192" y="63923"/>
                </a:lnTo>
                <a:lnTo>
                  <a:pt x="11627" y="66256"/>
                </a:lnTo>
                <a:lnTo>
                  <a:pt x="11289" y="68627"/>
                </a:lnTo>
                <a:lnTo>
                  <a:pt x="11176" y="71036"/>
                </a:lnTo>
                <a:lnTo>
                  <a:pt x="11289" y="73482"/>
                </a:lnTo>
                <a:lnTo>
                  <a:pt x="11627" y="75965"/>
                </a:lnTo>
                <a:lnTo>
                  <a:pt x="12192" y="78486"/>
                </a:lnTo>
                <a:lnTo>
                  <a:pt x="12964" y="80961"/>
                </a:lnTo>
                <a:lnTo>
                  <a:pt x="13923" y="83303"/>
                </a:lnTo>
                <a:lnTo>
                  <a:pt x="15070" y="85514"/>
                </a:lnTo>
                <a:lnTo>
                  <a:pt x="16407" y="87592"/>
                </a:lnTo>
                <a:lnTo>
                  <a:pt x="17931" y="89540"/>
                </a:lnTo>
                <a:lnTo>
                  <a:pt x="19642" y="91355"/>
                </a:lnTo>
                <a:lnTo>
                  <a:pt x="21543" y="93039"/>
                </a:lnTo>
                <a:lnTo>
                  <a:pt x="23632" y="94592"/>
                </a:lnTo>
                <a:lnTo>
                  <a:pt x="25908" y="96012"/>
                </a:lnTo>
                <a:lnTo>
                  <a:pt x="29718" y="98298"/>
                </a:lnTo>
                <a:lnTo>
                  <a:pt x="29267" y="101854"/>
                </a:lnTo>
                <a:lnTo>
                  <a:pt x="28927" y="105410"/>
                </a:lnTo>
                <a:lnTo>
                  <a:pt x="28702" y="108966"/>
                </a:lnTo>
                <a:lnTo>
                  <a:pt x="28589" y="112522"/>
                </a:lnTo>
                <a:lnTo>
                  <a:pt x="28589" y="116078"/>
                </a:lnTo>
                <a:lnTo>
                  <a:pt x="28702" y="119634"/>
                </a:lnTo>
                <a:lnTo>
                  <a:pt x="28927" y="123190"/>
                </a:lnTo>
                <a:lnTo>
                  <a:pt x="29267" y="126746"/>
                </a:lnTo>
                <a:lnTo>
                  <a:pt x="29718" y="130302"/>
                </a:lnTo>
                <a:lnTo>
                  <a:pt x="25908" y="132588"/>
                </a:lnTo>
                <a:lnTo>
                  <a:pt x="23632" y="134008"/>
                </a:lnTo>
                <a:lnTo>
                  <a:pt x="21543" y="135561"/>
                </a:lnTo>
                <a:lnTo>
                  <a:pt x="19642" y="137245"/>
                </a:lnTo>
                <a:lnTo>
                  <a:pt x="17931" y="139060"/>
                </a:lnTo>
                <a:lnTo>
                  <a:pt x="16407" y="141008"/>
                </a:lnTo>
                <a:lnTo>
                  <a:pt x="15070" y="143086"/>
                </a:lnTo>
                <a:lnTo>
                  <a:pt x="13923" y="145297"/>
                </a:lnTo>
                <a:lnTo>
                  <a:pt x="12964" y="147639"/>
                </a:lnTo>
                <a:lnTo>
                  <a:pt x="12192" y="150114"/>
                </a:lnTo>
                <a:lnTo>
                  <a:pt x="11627" y="152635"/>
                </a:lnTo>
                <a:lnTo>
                  <a:pt x="11289" y="155118"/>
                </a:lnTo>
                <a:lnTo>
                  <a:pt x="11176" y="157564"/>
                </a:lnTo>
                <a:lnTo>
                  <a:pt x="11289" y="159973"/>
                </a:lnTo>
                <a:lnTo>
                  <a:pt x="11627" y="162344"/>
                </a:lnTo>
                <a:lnTo>
                  <a:pt x="12192" y="164677"/>
                </a:lnTo>
                <a:lnTo>
                  <a:pt x="12983" y="166972"/>
                </a:lnTo>
                <a:lnTo>
                  <a:pt x="13998" y="169230"/>
                </a:lnTo>
                <a:lnTo>
                  <a:pt x="15240" y="171450"/>
                </a:lnTo>
                <a:lnTo>
                  <a:pt x="16660" y="173571"/>
                </a:lnTo>
                <a:lnTo>
                  <a:pt x="18213" y="175532"/>
                </a:lnTo>
                <a:lnTo>
                  <a:pt x="19897" y="177335"/>
                </a:lnTo>
                <a:lnTo>
                  <a:pt x="21712" y="178976"/>
                </a:lnTo>
                <a:lnTo>
                  <a:pt x="23660" y="180458"/>
                </a:lnTo>
                <a:lnTo>
                  <a:pt x="25738" y="181779"/>
                </a:lnTo>
                <a:lnTo>
                  <a:pt x="27949" y="182941"/>
                </a:lnTo>
                <a:lnTo>
                  <a:pt x="30291" y="183943"/>
                </a:lnTo>
                <a:lnTo>
                  <a:pt x="32766" y="184785"/>
                </a:lnTo>
                <a:lnTo>
                  <a:pt x="35287" y="185430"/>
                </a:lnTo>
                <a:lnTo>
                  <a:pt x="37770" y="185838"/>
                </a:lnTo>
                <a:lnTo>
                  <a:pt x="40216" y="186013"/>
                </a:lnTo>
                <a:lnTo>
                  <a:pt x="42625" y="185952"/>
                </a:lnTo>
                <a:lnTo>
                  <a:pt x="44996" y="185656"/>
                </a:lnTo>
                <a:lnTo>
                  <a:pt x="47329" y="185124"/>
                </a:lnTo>
                <a:lnTo>
                  <a:pt x="49624" y="184357"/>
                </a:lnTo>
                <a:lnTo>
                  <a:pt x="51882" y="183355"/>
                </a:lnTo>
                <a:lnTo>
                  <a:pt x="54102" y="182118"/>
                </a:lnTo>
                <a:lnTo>
                  <a:pt x="58674" y="179832"/>
                </a:lnTo>
                <a:lnTo>
                  <a:pt x="61411" y="181977"/>
                </a:lnTo>
                <a:lnTo>
                  <a:pt x="64205" y="184009"/>
                </a:lnTo>
                <a:lnTo>
                  <a:pt x="67056" y="185928"/>
                </a:lnTo>
                <a:lnTo>
                  <a:pt x="69963" y="187734"/>
                </a:lnTo>
                <a:lnTo>
                  <a:pt x="72926" y="189427"/>
                </a:lnTo>
                <a:lnTo>
                  <a:pt x="75946" y="191008"/>
                </a:lnTo>
                <a:lnTo>
                  <a:pt x="79022" y="192475"/>
                </a:lnTo>
                <a:lnTo>
                  <a:pt x="82155" y="193830"/>
                </a:lnTo>
                <a:lnTo>
                  <a:pt x="85344" y="195072"/>
                </a:lnTo>
                <a:lnTo>
                  <a:pt x="85344" y="199644"/>
                </a:lnTo>
                <a:lnTo>
                  <a:pt x="85603" y="202306"/>
                </a:lnTo>
                <a:lnTo>
                  <a:pt x="86040" y="204874"/>
                </a:lnTo>
                <a:lnTo>
                  <a:pt x="86657" y="207349"/>
                </a:lnTo>
                <a:lnTo>
                  <a:pt x="87451" y="209729"/>
                </a:lnTo>
                <a:lnTo>
                  <a:pt x="88425" y="212015"/>
                </a:lnTo>
                <a:lnTo>
                  <a:pt x="89577" y="214207"/>
                </a:lnTo>
                <a:lnTo>
                  <a:pt x="90909" y="216304"/>
                </a:lnTo>
                <a:lnTo>
                  <a:pt x="92418" y="218308"/>
                </a:lnTo>
                <a:lnTo>
                  <a:pt x="94107" y="220218"/>
                </a:lnTo>
                <a:lnTo>
                  <a:pt x="95937" y="221977"/>
                </a:lnTo>
                <a:lnTo>
                  <a:pt x="97870" y="223530"/>
                </a:lnTo>
                <a:lnTo>
                  <a:pt x="99907" y="224875"/>
                </a:lnTo>
                <a:lnTo>
                  <a:pt x="102047" y="226013"/>
                </a:lnTo>
                <a:lnTo>
                  <a:pt x="104290" y="226945"/>
                </a:lnTo>
                <a:lnTo>
                  <a:pt x="106638" y="227668"/>
                </a:lnTo>
                <a:lnTo>
                  <a:pt x="109088" y="228186"/>
                </a:lnTo>
                <a:lnTo>
                  <a:pt x="111643" y="228496"/>
                </a:lnTo>
                <a:lnTo>
                  <a:pt x="114300" y="228600"/>
                </a:lnTo>
                <a:lnTo>
                  <a:pt x="116957" y="228496"/>
                </a:lnTo>
                <a:lnTo>
                  <a:pt x="119512" y="228186"/>
                </a:lnTo>
                <a:lnTo>
                  <a:pt x="121962" y="227668"/>
                </a:lnTo>
                <a:lnTo>
                  <a:pt x="124310" y="226945"/>
                </a:lnTo>
                <a:lnTo>
                  <a:pt x="126553" y="226013"/>
                </a:lnTo>
                <a:lnTo>
                  <a:pt x="128693" y="224875"/>
                </a:lnTo>
                <a:lnTo>
                  <a:pt x="130730" y="223530"/>
                </a:lnTo>
                <a:lnTo>
                  <a:pt x="132663" y="221977"/>
                </a:lnTo>
                <a:lnTo>
                  <a:pt x="134493" y="220218"/>
                </a:lnTo>
                <a:lnTo>
                  <a:pt x="136182" y="218318"/>
                </a:lnTo>
                <a:lnTo>
                  <a:pt x="137691" y="216342"/>
                </a:lnTo>
                <a:lnTo>
                  <a:pt x="139023" y="214292"/>
                </a:lnTo>
                <a:lnTo>
                  <a:pt x="140175" y="212166"/>
                </a:lnTo>
                <a:lnTo>
                  <a:pt x="141149" y="209964"/>
                </a:lnTo>
                <a:lnTo>
                  <a:pt x="141943" y="207687"/>
                </a:lnTo>
                <a:lnTo>
                  <a:pt x="142560" y="205335"/>
                </a:lnTo>
                <a:lnTo>
                  <a:pt x="142997" y="202908"/>
                </a:lnTo>
                <a:lnTo>
                  <a:pt x="143256" y="200406"/>
                </a:lnTo>
                <a:lnTo>
                  <a:pt x="143256" y="195072"/>
                </a:lnTo>
                <a:lnTo>
                  <a:pt x="146445" y="193830"/>
                </a:lnTo>
                <a:lnTo>
                  <a:pt x="149578" y="192475"/>
                </a:lnTo>
                <a:lnTo>
                  <a:pt x="152654" y="191008"/>
                </a:lnTo>
                <a:lnTo>
                  <a:pt x="155674" y="189427"/>
                </a:lnTo>
                <a:lnTo>
                  <a:pt x="158637" y="187734"/>
                </a:lnTo>
                <a:lnTo>
                  <a:pt x="161544" y="185928"/>
                </a:lnTo>
                <a:lnTo>
                  <a:pt x="164395" y="184009"/>
                </a:lnTo>
                <a:lnTo>
                  <a:pt x="167189" y="181977"/>
                </a:lnTo>
                <a:lnTo>
                  <a:pt x="169926" y="179832"/>
                </a:lnTo>
                <a:lnTo>
                  <a:pt x="174498" y="182118"/>
                </a:lnTo>
                <a:lnTo>
                  <a:pt x="176718" y="183355"/>
                </a:lnTo>
                <a:lnTo>
                  <a:pt x="178976" y="184357"/>
                </a:lnTo>
                <a:lnTo>
                  <a:pt x="181271" y="185124"/>
                </a:lnTo>
                <a:lnTo>
                  <a:pt x="183604" y="185656"/>
                </a:lnTo>
                <a:lnTo>
                  <a:pt x="185975" y="185952"/>
                </a:lnTo>
                <a:lnTo>
                  <a:pt x="188384" y="186013"/>
                </a:lnTo>
                <a:lnTo>
                  <a:pt x="190830" y="185838"/>
                </a:lnTo>
                <a:lnTo>
                  <a:pt x="193313" y="185430"/>
                </a:lnTo>
                <a:lnTo>
                  <a:pt x="195834" y="184785"/>
                </a:lnTo>
                <a:lnTo>
                  <a:pt x="198309" y="183943"/>
                </a:lnTo>
                <a:lnTo>
                  <a:pt x="200651" y="182941"/>
                </a:lnTo>
                <a:lnTo>
                  <a:pt x="202862" y="181779"/>
                </a:lnTo>
                <a:lnTo>
                  <a:pt x="204940" y="180458"/>
                </a:lnTo>
                <a:lnTo>
                  <a:pt x="206888" y="178976"/>
                </a:lnTo>
                <a:lnTo>
                  <a:pt x="208703" y="177335"/>
                </a:lnTo>
                <a:lnTo>
                  <a:pt x="210387" y="175532"/>
                </a:lnTo>
                <a:lnTo>
                  <a:pt x="211940" y="173571"/>
                </a:lnTo>
                <a:lnTo>
                  <a:pt x="213360" y="171450"/>
                </a:lnTo>
                <a:lnTo>
                  <a:pt x="214602" y="169230"/>
                </a:lnTo>
                <a:lnTo>
                  <a:pt x="215617" y="166972"/>
                </a:lnTo>
                <a:lnTo>
                  <a:pt x="216408" y="164677"/>
                </a:lnTo>
                <a:lnTo>
                  <a:pt x="216973" y="162344"/>
                </a:lnTo>
                <a:lnTo>
                  <a:pt x="217311" y="159973"/>
                </a:lnTo>
                <a:lnTo>
                  <a:pt x="217424" y="157564"/>
                </a:lnTo>
                <a:lnTo>
                  <a:pt x="217311" y="155118"/>
                </a:lnTo>
                <a:lnTo>
                  <a:pt x="216973" y="152635"/>
                </a:lnTo>
                <a:lnTo>
                  <a:pt x="216408" y="150114"/>
                </a:lnTo>
                <a:lnTo>
                  <a:pt x="215636" y="147639"/>
                </a:lnTo>
                <a:lnTo>
                  <a:pt x="214677" y="145297"/>
                </a:lnTo>
                <a:lnTo>
                  <a:pt x="213530" y="143086"/>
                </a:lnTo>
                <a:lnTo>
                  <a:pt x="212193" y="141008"/>
                </a:lnTo>
                <a:lnTo>
                  <a:pt x="210669" y="139060"/>
                </a:lnTo>
                <a:lnTo>
                  <a:pt x="208958" y="137245"/>
                </a:lnTo>
                <a:lnTo>
                  <a:pt x="207057" y="135561"/>
                </a:lnTo>
                <a:lnTo>
                  <a:pt x="204968" y="134008"/>
                </a:lnTo>
                <a:lnTo>
                  <a:pt x="202692" y="132588"/>
                </a:lnTo>
                <a:close/>
                <a:moveTo>
                  <a:pt x="178308" y="96774"/>
                </a:moveTo>
                <a:lnTo>
                  <a:pt x="179361" y="100669"/>
                </a:lnTo>
                <a:lnTo>
                  <a:pt x="180152" y="104564"/>
                </a:lnTo>
                <a:lnTo>
                  <a:pt x="180679" y="108458"/>
                </a:lnTo>
                <a:lnTo>
                  <a:pt x="180942" y="112353"/>
                </a:lnTo>
                <a:lnTo>
                  <a:pt x="180942" y="116247"/>
                </a:lnTo>
                <a:lnTo>
                  <a:pt x="180679" y="120142"/>
                </a:lnTo>
                <a:lnTo>
                  <a:pt x="180152" y="124036"/>
                </a:lnTo>
                <a:lnTo>
                  <a:pt x="179361" y="127931"/>
                </a:lnTo>
                <a:lnTo>
                  <a:pt x="178308" y="131826"/>
                </a:lnTo>
                <a:lnTo>
                  <a:pt x="178162" y="132658"/>
                </a:lnTo>
                <a:lnTo>
                  <a:pt x="178063" y="133463"/>
                </a:lnTo>
                <a:lnTo>
                  <a:pt x="178012" y="134239"/>
                </a:lnTo>
                <a:lnTo>
                  <a:pt x="178007" y="134987"/>
                </a:lnTo>
                <a:lnTo>
                  <a:pt x="178049" y="135706"/>
                </a:lnTo>
                <a:lnTo>
                  <a:pt x="178138" y="136398"/>
                </a:lnTo>
                <a:lnTo>
                  <a:pt x="178275" y="137061"/>
                </a:lnTo>
                <a:lnTo>
                  <a:pt x="178458" y="137696"/>
                </a:lnTo>
                <a:lnTo>
                  <a:pt x="178689" y="138303"/>
                </a:lnTo>
                <a:lnTo>
                  <a:pt x="178966" y="138891"/>
                </a:lnTo>
                <a:lnTo>
                  <a:pt x="179291" y="139470"/>
                </a:lnTo>
                <a:lnTo>
                  <a:pt x="179662" y="140038"/>
                </a:lnTo>
                <a:lnTo>
                  <a:pt x="180082" y="140599"/>
                </a:lnTo>
                <a:lnTo>
                  <a:pt x="180547" y="141149"/>
                </a:lnTo>
                <a:lnTo>
                  <a:pt x="181060" y="141690"/>
                </a:lnTo>
                <a:lnTo>
                  <a:pt x="181620" y="142222"/>
                </a:lnTo>
                <a:lnTo>
                  <a:pt x="182227" y="142744"/>
                </a:lnTo>
                <a:lnTo>
                  <a:pt x="182880" y="143256"/>
                </a:lnTo>
                <a:lnTo>
                  <a:pt x="193548" y="148590"/>
                </a:lnTo>
                <a:lnTo>
                  <a:pt x="194201" y="149117"/>
                </a:lnTo>
                <a:lnTo>
                  <a:pt x="194808" y="149682"/>
                </a:lnTo>
                <a:lnTo>
                  <a:pt x="195368" y="150284"/>
                </a:lnTo>
                <a:lnTo>
                  <a:pt x="195881" y="150923"/>
                </a:lnTo>
                <a:lnTo>
                  <a:pt x="196346" y="151600"/>
                </a:lnTo>
                <a:lnTo>
                  <a:pt x="196766" y="152315"/>
                </a:lnTo>
                <a:lnTo>
                  <a:pt x="197137" y="153068"/>
                </a:lnTo>
                <a:lnTo>
                  <a:pt x="197462" y="153858"/>
                </a:lnTo>
                <a:lnTo>
                  <a:pt x="197739" y="154686"/>
                </a:lnTo>
                <a:lnTo>
                  <a:pt x="197955" y="155528"/>
                </a:lnTo>
                <a:lnTo>
                  <a:pt x="198096" y="156360"/>
                </a:lnTo>
                <a:lnTo>
                  <a:pt x="198162" y="157183"/>
                </a:lnTo>
                <a:lnTo>
                  <a:pt x="198153" y="157998"/>
                </a:lnTo>
                <a:lnTo>
                  <a:pt x="198069" y="158802"/>
                </a:lnTo>
                <a:lnTo>
                  <a:pt x="197909" y="159597"/>
                </a:lnTo>
                <a:lnTo>
                  <a:pt x="197673" y="160382"/>
                </a:lnTo>
                <a:lnTo>
                  <a:pt x="197363" y="161158"/>
                </a:lnTo>
                <a:lnTo>
                  <a:pt x="196977" y="161925"/>
                </a:lnTo>
                <a:lnTo>
                  <a:pt x="196530" y="162658"/>
                </a:lnTo>
                <a:lnTo>
                  <a:pt x="196036" y="163336"/>
                </a:lnTo>
                <a:lnTo>
                  <a:pt x="195495" y="163957"/>
                </a:lnTo>
                <a:lnTo>
                  <a:pt x="194907" y="164522"/>
                </a:lnTo>
                <a:lnTo>
                  <a:pt x="194272" y="165029"/>
                </a:lnTo>
                <a:lnTo>
                  <a:pt x="193590" y="165481"/>
                </a:lnTo>
                <a:lnTo>
                  <a:pt x="192861" y="165876"/>
                </a:lnTo>
                <a:lnTo>
                  <a:pt x="192085" y="166215"/>
                </a:lnTo>
                <a:lnTo>
                  <a:pt x="191262" y="166497"/>
                </a:lnTo>
                <a:lnTo>
                  <a:pt x="190415" y="166708"/>
                </a:lnTo>
                <a:lnTo>
                  <a:pt x="189568" y="166836"/>
                </a:lnTo>
                <a:lnTo>
                  <a:pt x="188722" y="166878"/>
                </a:lnTo>
                <a:lnTo>
                  <a:pt x="187875" y="166836"/>
                </a:lnTo>
                <a:lnTo>
                  <a:pt x="187029" y="166708"/>
                </a:lnTo>
                <a:lnTo>
                  <a:pt x="186182" y="166497"/>
                </a:lnTo>
                <a:lnTo>
                  <a:pt x="185336" y="166201"/>
                </a:lnTo>
                <a:lnTo>
                  <a:pt x="184489" y="165820"/>
                </a:lnTo>
                <a:lnTo>
                  <a:pt x="183642" y="165354"/>
                </a:lnTo>
                <a:lnTo>
                  <a:pt x="173736" y="159258"/>
                </a:lnTo>
                <a:lnTo>
                  <a:pt x="173054" y="158943"/>
                </a:lnTo>
                <a:lnTo>
                  <a:pt x="172362" y="158675"/>
                </a:lnTo>
                <a:lnTo>
                  <a:pt x="171661" y="158454"/>
                </a:lnTo>
                <a:lnTo>
                  <a:pt x="170952" y="158280"/>
                </a:lnTo>
                <a:lnTo>
                  <a:pt x="170232" y="158153"/>
                </a:lnTo>
                <a:lnTo>
                  <a:pt x="169503" y="158073"/>
                </a:lnTo>
                <a:lnTo>
                  <a:pt x="168764" y="158040"/>
                </a:lnTo>
                <a:lnTo>
                  <a:pt x="168016" y="158054"/>
                </a:lnTo>
                <a:lnTo>
                  <a:pt x="167259" y="158115"/>
                </a:lnTo>
                <a:lnTo>
                  <a:pt x="166511" y="158224"/>
                </a:lnTo>
                <a:lnTo>
                  <a:pt x="165791" y="158379"/>
                </a:lnTo>
                <a:lnTo>
                  <a:pt x="165100" y="158581"/>
                </a:lnTo>
                <a:lnTo>
                  <a:pt x="164437" y="158830"/>
                </a:lnTo>
                <a:lnTo>
                  <a:pt x="163801" y="159127"/>
                </a:lnTo>
                <a:lnTo>
                  <a:pt x="163195" y="159469"/>
                </a:lnTo>
                <a:lnTo>
                  <a:pt x="162617" y="159860"/>
                </a:lnTo>
                <a:lnTo>
                  <a:pt x="162066" y="160297"/>
                </a:lnTo>
                <a:lnTo>
                  <a:pt x="161544" y="160782"/>
                </a:lnTo>
                <a:lnTo>
                  <a:pt x="158609" y="163717"/>
                </a:lnTo>
                <a:lnTo>
                  <a:pt x="155561" y="166427"/>
                </a:lnTo>
                <a:lnTo>
                  <a:pt x="152400" y="168910"/>
                </a:lnTo>
                <a:lnTo>
                  <a:pt x="149126" y="171168"/>
                </a:lnTo>
                <a:lnTo>
                  <a:pt x="145739" y="173200"/>
                </a:lnTo>
                <a:lnTo>
                  <a:pt x="142240" y="175006"/>
                </a:lnTo>
                <a:lnTo>
                  <a:pt x="138628" y="176587"/>
                </a:lnTo>
                <a:lnTo>
                  <a:pt x="134903" y="177941"/>
                </a:lnTo>
                <a:lnTo>
                  <a:pt x="131064" y="179070"/>
                </a:lnTo>
                <a:lnTo>
                  <a:pt x="130396" y="179262"/>
                </a:lnTo>
                <a:lnTo>
                  <a:pt x="129747" y="179502"/>
                </a:lnTo>
                <a:lnTo>
                  <a:pt x="129117" y="179790"/>
                </a:lnTo>
                <a:lnTo>
                  <a:pt x="128506" y="180123"/>
                </a:lnTo>
                <a:lnTo>
                  <a:pt x="127912" y="180504"/>
                </a:lnTo>
                <a:lnTo>
                  <a:pt x="127339" y="180933"/>
                </a:lnTo>
                <a:lnTo>
                  <a:pt x="126783" y="181407"/>
                </a:lnTo>
                <a:lnTo>
                  <a:pt x="126247" y="181929"/>
                </a:lnTo>
                <a:lnTo>
                  <a:pt x="125730" y="182499"/>
                </a:lnTo>
                <a:lnTo>
                  <a:pt x="125250" y="183096"/>
                </a:lnTo>
                <a:lnTo>
                  <a:pt x="124827" y="183703"/>
                </a:lnTo>
                <a:lnTo>
                  <a:pt x="124460" y="184319"/>
                </a:lnTo>
                <a:lnTo>
                  <a:pt x="124150" y="184945"/>
                </a:lnTo>
                <a:lnTo>
                  <a:pt x="123895" y="185580"/>
                </a:lnTo>
                <a:lnTo>
                  <a:pt x="123698" y="186224"/>
                </a:lnTo>
                <a:lnTo>
                  <a:pt x="123557" y="186879"/>
                </a:lnTo>
                <a:lnTo>
                  <a:pt x="123473" y="187542"/>
                </a:lnTo>
                <a:lnTo>
                  <a:pt x="123444" y="188214"/>
                </a:lnTo>
                <a:lnTo>
                  <a:pt x="123444" y="199644"/>
                </a:lnTo>
                <a:lnTo>
                  <a:pt x="123411" y="200637"/>
                </a:lnTo>
                <a:lnTo>
                  <a:pt x="123313" y="201582"/>
                </a:lnTo>
                <a:lnTo>
                  <a:pt x="123148" y="202481"/>
                </a:lnTo>
                <a:lnTo>
                  <a:pt x="122917" y="203332"/>
                </a:lnTo>
                <a:lnTo>
                  <a:pt x="122621" y="204136"/>
                </a:lnTo>
                <a:lnTo>
                  <a:pt x="122259" y="204893"/>
                </a:lnTo>
                <a:lnTo>
                  <a:pt x="121830" y="205604"/>
                </a:lnTo>
                <a:lnTo>
                  <a:pt x="121337" y="206267"/>
                </a:lnTo>
                <a:lnTo>
                  <a:pt x="120777" y="206883"/>
                </a:lnTo>
                <a:lnTo>
                  <a:pt x="120170" y="207443"/>
                </a:lnTo>
                <a:lnTo>
                  <a:pt x="119535" y="207936"/>
                </a:lnTo>
                <a:lnTo>
                  <a:pt x="118872" y="208365"/>
                </a:lnTo>
                <a:lnTo>
                  <a:pt x="118180" y="208727"/>
                </a:lnTo>
                <a:lnTo>
                  <a:pt x="117461" y="209023"/>
                </a:lnTo>
                <a:lnTo>
                  <a:pt x="116713" y="209254"/>
                </a:lnTo>
                <a:lnTo>
                  <a:pt x="115937" y="209419"/>
                </a:lnTo>
                <a:lnTo>
                  <a:pt x="115132" y="209517"/>
                </a:lnTo>
                <a:lnTo>
                  <a:pt x="114300" y="209550"/>
                </a:lnTo>
                <a:lnTo>
                  <a:pt x="113463" y="209517"/>
                </a:lnTo>
                <a:lnTo>
                  <a:pt x="112645" y="209419"/>
                </a:lnTo>
                <a:lnTo>
                  <a:pt x="111844" y="209254"/>
                </a:lnTo>
                <a:lnTo>
                  <a:pt x="111063" y="209023"/>
                </a:lnTo>
                <a:lnTo>
                  <a:pt x="110301" y="208727"/>
                </a:lnTo>
                <a:lnTo>
                  <a:pt x="109558" y="208365"/>
                </a:lnTo>
                <a:lnTo>
                  <a:pt x="108835" y="207936"/>
                </a:lnTo>
                <a:lnTo>
                  <a:pt x="108129" y="207443"/>
                </a:lnTo>
                <a:lnTo>
                  <a:pt x="107442" y="206883"/>
                </a:lnTo>
                <a:lnTo>
                  <a:pt x="106802" y="206267"/>
                </a:lnTo>
                <a:lnTo>
                  <a:pt x="106238" y="205604"/>
                </a:lnTo>
                <a:lnTo>
                  <a:pt x="105748" y="204893"/>
                </a:lnTo>
                <a:lnTo>
                  <a:pt x="105335" y="204136"/>
                </a:lnTo>
                <a:lnTo>
                  <a:pt x="104996" y="203332"/>
                </a:lnTo>
                <a:lnTo>
                  <a:pt x="104733" y="202481"/>
                </a:lnTo>
                <a:lnTo>
                  <a:pt x="104544" y="201582"/>
                </a:lnTo>
                <a:lnTo>
                  <a:pt x="104432" y="200637"/>
                </a:lnTo>
                <a:lnTo>
                  <a:pt x="104394" y="199644"/>
                </a:lnTo>
                <a:lnTo>
                  <a:pt x="104394" y="188214"/>
                </a:lnTo>
                <a:lnTo>
                  <a:pt x="104370" y="187542"/>
                </a:lnTo>
                <a:lnTo>
                  <a:pt x="104300" y="186879"/>
                </a:lnTo>
                <a:lnTo>
                  <a:pt x="104183" y="186224"/>
                </a:lnTo>
                <a:lnTo>
                  <a:pt x="104018" y="185580"/>
                </a:lnTo>
                <a:lnTo>
                  <a:pt x="103806" y="184945"/>
                </a:lnTo>
                <a:lnTo>
                  <a:pt x="103547" y="184319"/>
                </a:lnTo>
                <a:lnTo>
                  <a:pt x="103241" y="183703"/>
                </a:lnTo>
                <a:lnTo>
                  <a:pt x="102889" y="183096"/>
                </a:lnTo>
                <a:lnTo>
                  <a:pt x="102489" y="182499"/>
                </a:lnTo>
                <a:lnTo>
                  <a:pt x="102052" y="181929"/>
                </a:lnTo>
                <a:lnTo>
                  <a:pt x="101586" y="181407"/>
                </a:lnTo>
                <a:lnTo>
                  <a:pt x="101092" y="180933"/>
                </a:lnTo>
                <a:lnTo>
                  <a:pt x="100570" y="180504"/>
                </a:lnTo>
                <a:lnTo>
                  <a:pt x="100019" y="180123"/>
                </a:lnTo>
                <a:lnTo>
                  <a:pt x="99441" y="179790"/>
                </a:lnTo>
                <a:lnTo>
                  <a:pt x="98834" y="179502"/>
                </a:lnTo>
                <a:lnTo>
                  <a:pt x="98199" y="179262"/>
                </a:lnTo>
                <a:lnTo>
                  <a:pt x="97536" y="179070"/>
                </a:lnTo>
                <a:lnTo>
                  <a:pt x="93697" y="177941"/>
                </a:lnTo>
                <a:lnTo>
                  <a:pt x="89972" y="176587"/>
                </a:lnTo>
                <a:lnTo>
                  <a:pt x="86360" y="175006"/>
                </a:lnTo>
                <a:lnTo>
                  <a:pt x="82861" y="173200"/>
                </a:lnTo>
                <a:lnTo>
                  <a:pt x="79474" y="171168"/>
                </a:lnTo>
                <a:lnTo>
                  <a:pt x="76200" y="168910"/>
                </a:lnTo>
                <a:lnTo>
                  <a:pt x="73039" y="166427"/>
                </a:lnTo>
                <a:lnTo>
                  <a:pt x="69991" y="163717"/>
                </a:lnTo>
                <a:lnTo>
                  <a:pt x="67056" y="160782"/>
                </a:lnTo>
                <a:lnTo>
                  <a:pt x="66534" y="160297"/>
                </a:lnTo>
                <a:lnTo>
                  <a:pt x="65983" y="159860"/>
                </a:lnTo>
                <a:lnTo>
                  <a:pt x="65405" y="159469"/>
                </a:lnTo>
                <a:lnTo>
                  <a:pt x="64799" y="159127"/>
                </a:lnTo>
                <a:lnTo>
                  <a:pt x="64163" y="158830"/>
                </a:lnTo>
                <a:lnTo>
                  <a:pt x="63500" y="158581"/>
                </a:lnTo>
                <a:lnTo>
                  <a:pt x="62809" y="158379"/>
                </a:lnTo>
                <a:lnTo>
                  <a:pt x="62089" y="158224"/>
                </a:lnTo>
                <a:lnTo>
                  <a:pt x="61341" y="158115"/>
                </a:lnTo>
                <a:lnTo>
                  <a:pt x="60584" y="158054"/>
                </a:lnTo>
                <a:lnTo>
                  <a:pt x="59836" y="158040"/>
                </a:lnTo>
                <a:lnTo>
                  <a:pt x="59097" y="158073"/>
                </a:lnTo>
                <a:lnTo>
                  <a:pt x="58368" y="158153"/>
                </a:lnTo>
                <a:lnTo>
                  <a:pt x="57648" y="158280"/>
                </a:lnTo>
                <a:lnTo>
                  <a:pt x="56939" y="158454"/>
                </a:lnTo>
                <a:lnTo>
                  <a:pt x="56238" y="158675"/>
                </a:lnTo>
                <a:lnTo>
                  <a:pt x="55546" y="158943"/>
                </a:lnTo>
                <a:lnTo>
                  <a:pt x="54864" y="159258"/>
                </a:lnTo>
                <a:lnTo>
                  <a:pt x="44958" y="165354"/>
                </a:lnTo>
                <a:lnTo>
                  <a:pt x="43937" y="165956"/>
                </a:lnTo>
                <a:lnTo>
                  <a:pt x="42907" y="166407"/>
                </a:lnTo>
                <a:lnTo>
                  <a:pt x="41868" y="166708"/>
                </a:lnTo>
                <a:lnTo>
                  <a:pt x="40818" y="166859"/>
                </a:lnTo>
                <a:lnTo>
                  <a:pt x="39760" y="166859"/>
                </a:lnTo>
                <a:lnTo>
                  <a:pt x="38692" y="166708"/>
                </a:lnTo>
                <a:lnTo>
                  <a:pt x="37615" y="166407"/>
                </a:lnTo>
                <a:lnTo>
                  <a:pt x="36529" y="165956"/>
                </a:lnTo>
                <a:lnTo>
                  <a:pt x="35433" y="165354"/>
                </a:lnTo>
                <a:lnTo>
                  <a:pt x="34394" y="164648"/>
                </a:lnTo>
                <a:lnTo>
                  <a:pt x="33477" y="163886"/>
                </a:lnTo>
                <a:lnTo>
                  <a:pt x="32681" y="163068"/>
                </a:lnTo>
                <a:lnTo>
                  <a:pt x="32009" y="162193"/>
                </a:lnTo>
                <a:lnTo>
                  <a:pt x="31458" y="161262"/>
                </a:lnTo>
                <a:lnTo>
                  <a:pt x="31031" y="160274"/>
                </a:lnTo>
                <a:lnTo>
                  <a:pt x="30725" y="159229"/>
                </a:lnTo>
                <a:lnTo>
                  <a:pt x="30541" y="158129"/>
                </a:lnTo>
                <a:lnTo>
                  <a:pt x="30480" y="156972"/>
                </a:lnTo>
                <a:lnTo>
                  <a:pt x="30536" y="155815"/>
                </a:lnTo>
                <a:lnTo>
                  <a:pt x="30706" y="154715"/>
                </a:lnTo>
                <a:lnTo>
                  <a:pt x="30988" y="153670"/>
                </a:lnTo>
                <a:lnTo>
                  <a:pt x="31383" y="152682"/>
                </a:lnTo>
                <a:lnTo>
                  <a:pt x="31891" y="151751"/>
                </a:lnTo>
                <a:lnTo>
                  <a:pt x="32512" y="150876"/>
                </a:lnTo>
                <a:lnTo>
                  <a:pt x="33246" y="150058"/>
                </a:lnTo>
                <a:lnTo>
                  <a:pt x="34093" y="149296"/>
                </a:lnTo>
                <a:lnTo>
                  <a:pt x="35052" y="148590"/>
                </a:lnTo>
                <a:lnTo>
                  <a:pt x="45720" y="143256"/>
                </a:lnTo>
                <a:lnTo>
                  <a:pt x="46373" y="142744"/>
                </a:lnTo>
                <a:lnTo>
                  <a:pt x="46980" y="142222"/>
                </a:lnTo>
                <a:lnTo>
                  <a:pt x="47540" y="141690"/>
                </a:lnTo>
                <a:lnTo>
                  <a:pt x="48053" y="141149"/>
                </a:lnTo>
                <a:lnTo>
                  <a:pt x="48518" y="140599"/>
                </a:lnTo>
                <a:lnTo>
                  <a:pt x="48938" y="140038"/>
                </a:lnTo>
                <a:lnTo>
                  <a:pt x="49309" y="139470"/>
                </a:lnTo>
                <a:lnTo>
                  <a:pt x="49634" y="138891"/>
                </a:lnTo>
                <a:lnTo>
                  <a:pt x="49911" y="138303"/>
                </a:lnTo>
                <a:lnTo>
                  <a:pt x="50142" y="137696"/>
                </a:lnTo>
                <a:lnTo>
                  <a:pt x="50325" y="137061"/>
                </a:lnTo>
                <a:lnTo>
                  <a:pt x="50462" y="136398"/>
                </a:lnTo>
                <a:lnTo>
                  <a:pt x="50551" y="135706"/>
                </a:lnTo>
                <a:lnTo>
                  <a:pt x="50593" y="134987"/>
                </a:lnTo>
                <a:lnTo>
                  <a:pt x="50588" y="134239"/>
                </a:lnTo>
                <a:lnTo>
                  <a:pt x="50537" y="133463"/>
                </a:lnTo>
                <a:lnTo>
                  <a:pt x="50438" y="132658"/>
                </a:lnTo>
                <a:lnTo>
                  <a:pt x="50292" y="131826"/>
                </a:lnTo>
                <a:lnTo>
                  <a:pt x="49239" y="127931"/>
                </a:lnTo>
                <a:lnTo>
                  <a:pt x="48448" y="124036"/>
                </a:lnTo>
                <a:lnTo>
                  <a:pt x="47921" y="120142"/>
                </a:lnTo>
                <a:lnTo>
                  <a:pt x="47658" y="116247"/>
                </a:lnTo>
                <a:lnTo>
                  <a:pt x="47658" y="112353"/>
                </a:lnTo>
                <a:lnTo>
                  <a:pt x="47921" y="108458"/>
                </a:lnTo>
                <a:lnTo>
                  <a:pt x="48448" y="104564"/>
                </a:lnTo>
                <a:lnTo>
                  <a:pt x="49239" y="100669"/>
                </a:lnTo>
                <a:lnTo>
                  <a:pt x="50292" y="96774"/>
                </a:lnTo>
                <a:lnTo>
                  <a:pt x="50438" y="95942"/>
                </a:lnTo>
                <a:lnTo>
                  <a:pt x="50537" y="95137"/>
                </a:lnTo>
                <a:lnTo>
                  <a:pt x="50588" y="94361"/>
                </a:lnTo>
                <a:lnTo>
                  <a:pt x="50593" y="93613"/>
                </a:lnTo>
                <a:lnTo>
                  <a:pt x="50551" y="92894"/>
                </a:lnTo>
                <a:lnTo>
                  <a:pt x="50462" y="92202"/>
                </a:lnTo>
                <a:lnTo>
                  <a:pt x="50325" y="91539"/>
                </a:lnTo>
                <a:lnTo>
                  <a:pt x="50142" y="90904"/>
                </a:lnTo>
                <a:lnTo>
                  <a:pt x="49911" y="90297"/>
                </a:lnTo>
                <a:lnTo>
                  <a:pt x="49634" y="89709"/>
                </a:lnTo>
                <a:lnTo>
                  <a:pt x="49309" y="89130"/>
                </a:lnTo>
                <a:lnTo>
                  <a:pt x="48938" y="88562"/>
                </a:lnTo>
                <a:lnTo>
                  <a:pt x="48518" y="88001"/>
                </a:lnTo>
                <a:lnTo>
                  <a:pt x="48053" y="87451"/>
                </a:lnTo>
                <a:lnTo>
                  <a:pt x="47540" y="86910"/>
                </a:lnTo>
                <a:lnTo>
                  <a:pt x="46980" y="86378"/>
                </a:lnTo>
                <a:lnTo>
                  <a:pt x="46373" y="85856"/>
                </a:lnTo>
                <a:lnTo>
                  <a:pt x="45720" y="85344"/>
                </a:lnTo>
                <a:lnTo>
                  <a:pt x="35052" y="80010"/>
                </a:lnTo>
                <a:lnTo>
                  <a:pt x="34093" y="79304"/>
                </a:lnTo>
                <a:lnTo>
                  <a:pt x="33246" y="78542"/>
                </a:lnTo>
                <a:lnTo>
                  <a:pt x="32512" y="77724"/>
                </a:lnTo>
                <a:lnTo>
                  <a:pt x="31891" y="76849"/>
                </a:lnTo>
                <a:lnTo>
                  <a:pt x="31383" y="75918"/>
                </a:lnTo>
                <a:lnTo>
                  <a:pt x="30988" y="74930"/>
                </a:lnTo>
                <a:lnTo>
                  <a:pt x="30706" y="73885"/>
                </a:lnTo>
                <a:lnTo>
                  <a:pt x="30536" y="72785"/>
                </a:lnTo>
                <a:lnTo>
                  <a:pt x="30480" y="71628"/>
                </a:lnTo>
                <a:lnTo>
                  <a:pt x="30541" y="70471"/>
                </a:lnTo>
                <a:lnTo>
                  <a:pt x="30725" y="69371"/>
                </a:lnTo>
                <a:lnTo>
                  <a:pt x="31031" y="68326"/>
                </a:lnTo>
                <a:lnTo>
                  <a:pt x="31458" y="67338"/>
                </a:lnTo>
                <a:lnTo>
                  <a:pt x="32009" y="66407"/>
                </a:lnTo>
                <a:lnTo>
                  <a:pt x="32681" y="65532"/>
                </a:lnTo>
                <a:lnTo>
                  <a:pt x="33477" y="64714"/>
                </a:lnTo>
                <a:lnTo>
                  <a:pt x="34394" y="63952"/>
                </a:lnTo>
                <a:lnTo>
                  <a:pt x="35433" y="63246"/>
                </a:lnTo>
                <a:lnTo>
                  <a:pt x="36529" y="62644"/>
                </a:lnTo>
                <a:lnTo>
                  <a:pt x="37615" y="62193"/>
                </a:lnTo>
                <a:lnTo>
                  <a:pt x="38692" y="61892"/>
                </a:lnTo>
                <a:lnTo>
                  <a:pt x="39760" y="61741"/>
                </a:lnTo>
                <a:lnTo>
                  <a:pt x="40818" y="61741"/>
                </a:lnTo>
                <a:lnTo>
                  <a:pt x="41868" y="61892"/>
                </a:lnTo>
                <a:lnTo>
                  <a:pt x="42907" y="62193"/>
                </a:lnTo>
                <a:lnTo>
                  <a:pt x="43937" y="62644"/>
                </a:lnTo>
                <a:lnTo>
                  <a:pt x="44958" y="63246"/>
                </a:lnTo>
                <a:lnTo>
                  <a:pt x="54864" y="69342"/>
                </a:lnTo>
                <a:lnTo>
                  <a:pt x="55546" y="69657"/>
                </a:lnTo>
                <a:lnTo>
                  <a:pt x="56238" y="69925"/>
                </a:lnTo>
                <a:lnTo>
                  <a:pt x="56939" y="70146"/>
                </a:lnTo>
                <a:lnTo>
                  <a:pt x="57648" y="70320"/>
                </a:lnTo>
                <a:lnTo>
                  <a:pt x="58368" y="70447"/>
                </a:lnTo>
                <a:lnTo>
                  <a:pt x="59097" y="70527"/>
                </a:lnTo>
                <a:lnTo>
                  <a:pt x="59836" y="70560"/>
                </a:lnTo>
                <a:lnTo>
                  <a:pt x="60584" y="70546"/>
                </a:lnTo>
                <a:lnTo>
                  <a:pt x="61341" y="70485"/>
                </a:lnTo>
                <a:lnTo>
                  <a:pt x="62089" y="70376"/>
                </a:lnTo>
                <a:lnTo>
                  <a:pt x="62809" y="70221"/>
                </a:lnTo>
                <a:lnTo>
                  <a:pt x="63500" y="70019"/>
                </a:lnTo>
                <a:lnTo>
                  <a:pt x="64163" y="69770"/>
                </a:lnTo>
                <a:lnTo>
                  <a:pt x="64799" y="69473"/>
                </a:lnTo>
                <a:lnTo>
                  <a:pt x="65405" y="69131"/>
                </a:lnTo>
                <a:lnTo>
                  <a:pt x="65983" y="68740"/>
                </a:lnTo>
                <a:lnTo>
                  <a:pt x="66534" y="68303"/>
                </a:lnTo>
                <a:lnTo>
                  <a:pt x="67056" y="67818"/>
                </a:lnTo>
                <a:lnTo>
                  <a:pt x="69991" y="64883"/>
                </a:lnTo>
                <a:lnTo>
                  <a:pt x="73039" y="62173"/>
                </a:lnTo>
                <a:lnTo>
                  <a:pt x="76200" y="59690"/>
                </a:lnTo>
                <a:lnTo>
                  <a:pt x="79474" y="57432"/>
                </a:lnTo>
                <a:lnTo>
                  <a:pt x="82861" y="55400"/>
                </a:lnTo>
                <a:lnTo>
                  <a:pt x="86360" y="53594"/>
                </a:lnTo>
                <a:lnTo>
                  <a:pt x="89972" y="52013"/>
                </a:lnTo>
                <a:lnTo>
                  <a:pt x="93697" y="50659"/>
                </a:lnTo>
                <a:lnTo>
                  <a:pt x="97536" y="49530"/>
                </a:lnTo>
                <a:lnTo>
                  <a:pt x="98204" y="49338"/>
                </a:lnTo>
                <a:lnTo>
                  <a:pt x="98853" y="49098"/>
                </a:lnTo>
                <a:lnTo>
                  <a:pt x="99483" y="48810"/>
                </a:lnTo>
                <a:lnTo>
                  <a:pt x="100094" y="48477"/>
                </a:lnTo>
                <a:lnTo>
                  <a:pt x="100688" y="48096"/>
                </a:lnTo>
                <a:lnTo>
                  <a:pt x="101261" y="47667"/>
                </a:lnTo>
                <a:lnTo>
                  <a:pt x="101817" y="47193"/>
                </a:lnTo>
                <a:lnTo>
                  <a:pt x="102353" y="46671"/>
                </a:lnTo>
                <a:lnTo>
                  <a:pt x="102870" y="46101"/>
                </a:lnTo>
                <a:lnTo>
                  <a:pt x="103350" y="45504"/>
                </a:lnTo>
                <a:lnTo>
                  <a:pt x="103773" y="44897"/>
                </a:lnTo>
                <a:lnTo>
                  <a:pt x="104140" y="44281"/>
                </a:lnTo>
                <a:lnTo>
                  <a:pt x="104450" y="43655"/>
                </a:lnTo>
                <a:lnTo>
                  <a:pt x="104705" y="43020"/>
                </a:lnTo>
                <a:lnTo>
                  <a:pt x="104902" y="42376"/>
                </a:lnTo>
                <a:lnTo>
                  <a:pt x="105043" y="41721"/>
                </a:lnTo>
                <a:lnTo>
                  <a:pt x="105127" y="41058"/>
                </a:lnTo>
                <a:lnTo>
                  <a:pt x="105156" y="40386"/>
                </a:lnTo>
                <a:lnTo>
                  <a:pt x="105156" y="28194"/>
                </a:lnTo>
                <a:lnTo>
                  <a:pt x="105034" y="27362"/>
                </a:lnTo>
                <a:lnTo>
                  <a:pt x="105006" y="26557"/>
                </a:lnTo>
                <a:lnTo>
                  <a:pt x="105071" y="25781"/>
                </a:lnTo>
                <a:lnTo>
                  <a:pt x="105231" y="25033"/>
                </a:lnTo>
                <a:lnTo>
                  <a:pt x="105486" y="24314"/>
                </a:lnTo>
                <a:lnTo>
                  <a:pt x="105833" y="23622"/>
                </a:lnTo>
                <a:lnTo>
                  <a:pt x="106275" y="22959"/>
                </a:lnTo>
                <a:lnTo>
                  <a:pt x="106811" y="22324"/>
                </a:lnTo>
                <a:lnTo>
                  <a:pt x="107442" y="21717"/>
                </a:lnTo>
                <a:lnTo>
                  <a:pt x="108129" y="21157"/>
                </a:lnTo>
                <a:lnTo>
                  <a:pt x="108835" y="20664"/>
                </a:lnTo>
                <a:lnTo>
                  <a:pt x="109558" y="20235"/>
                </a:lnTo>
                <a:lnTo>
                  <a:pt x="110301" y="19873"/>
                </a:lnTo>
                <a:lnTo>
                  <a:pt x="111063" y="19577"/>
                </a:lnTo>
                <a:lnTo>
                  <a:pt x="111844" y="19346"/>
                </a:lnTo>
                <a:lnTo>
                  <a:pt x="112645" y="19181"/>
                </a:lnTo>
                <a:lnTo>
                  <a:pt x="113463" y="19083"/>
                </a:lnTo>
                <a:lnTo>
                  <a:pt x="114300" y="19050"/>
                </a:lnTo>
                <a:lnTo>
                  <a:pt x="115137" y="19083"/>
                </a:lnTo>
                <a:lnTo>
                  <a:pt x="115955" y="19181"/>
                </a:lnTo>
                <a:lnTo>
                  <a:pt x="116756" y="19346"/>
                </a:lnTo>
                <a:lnTo>
                  <a:pt x="117537" y="19577"/>
                </a:lnTo>
                <a:lnTo>
                  <a:pt x="118299" y="19873"/>
                </a:lnTo>
                <a:lnTo>
                  <a:pt x="119042" y="20235"/>
                </a:lnTo>
                <a:lnTo>
                  <a:pt x="119765" y="20664"/>
                </a:lnTo>
                <a:lnTo>
                  <a:pt x="120471" y="21157"/>
                </a:lnTo>
                <a:lnTo>
                  <a:pt x="121158" y="21717"/>
                </a:lnTo>
                <a:lnTo>
                  <a:pt x="121798" y="22324"/>
                </a:lnTo>
                <a:lnTo>
                  <a:pt x="122362" y="22959"/>
                </a:lnTo>
                <a:lnTo>
                  <a:pt x="122852" y="23622"/>
                </a:lnTo>
                <a:lnTo>
                  <a:pt x="123265" y="24314"/>
                </a:lnTo>
                <a:lnTo>
                  <a:pt x="123604" y="25033"/>
                </a:lnTo>
                <a:lnTo>
                  <a:pt x="123867" y="25781"/>
                </a:lnTo>
                <a:lnTo>
                  <a:pt x="124056" y="26557"/>
                </a:lnTo>
                <a:lnTo>
                  <a:pt x="124168" y="27362"/>
                </a:lnTo>
                <a:lnTo>
                  <a:pt x="124206" y="28194"/>
                </a:lnTo>
                <a:lnTo>
                  <a:pt x="124206" y="40386"/>
                </a:lnTo>
                <a:lnTo>
                  <a:pt x="124075" y="41058"/>
                </a:lnTo>
                <a:lnTo>
                  <a:pt x="124017" y="41721"/>
                </a:lnTo>
                <a:lnTo>
                  <a:pt x="124036" y="42376"/>
                </a:lnTo>
                <a:lnTo>
                  <a:pt x="124131" y="43020"/>
                </a:lnTo>
                <a:lnTo>
                  <a:pt x="124300" y="43655"/>
                </a:lnTo>
                <a:lnTo>
                  <a:pt x="124545" y="44281"/>
                </a:lnTo>
                <a:lnTo>
                  <a:pt x="124864" y="44897"/>
                </a:lnTo>
                <a:lnTo>
                  <a:pt x="125259" y="45504"/>
                </a:lnTo>
                <a:lnTo>
                  <a:pt x="125730" y="46101"/>
                </a:lnTo>
                <a:lnTo>
                  <a:pt x="126247" y="46671"/>
                </a:lnTo>
                <a:lnTo>
                  <a:pt x="126783" y="47193"/>
                </a:lnTo>
                <a:lnTo>
                  <a:pt x="127339" y="47667"/>
                </a:lnTo>
                <a:lnTo>
                  <a:pt x="127912" y="48096"/>
                </a:lnTo>
                <a:lnTo>
                  <a:pt x="128506" y="48477"/>
                </a:lnTo>
                <a:lnTo>
                  <a:pt x="129117" y="48810"/>
                </a:lnTo>
                <a:lnTo>
                  <a:pt x="129747" y="49098"/>
                </a:lnTo>
                <a:lnTo>
                  <a:pt x="130396" y="49338"/>
                </a:lnTo>
                <a:lnTo>
                  <a:pt x="131064" y="49530"/>
                </a:lnTo>
                <a:lnTo>
                  <a:pt x="134903" y="50659"/>
                </a:lnTo>
                <a:lnTo>
                  <a:pt x="138628" y="52013"/>
                </a:lnTo>
                <a:lnTo>
                  <a:pt x="142240" y="53594"/>
                </a:lnTo>
                <a:lnTo>
                  <a:pt x="145739" y="55400"/>
                </a:lnTo>
                <a:lnTo>
                  <a:pt x="149126" y="57432"/>
                </a:lnTo>
                <a:lnTo>
                  <a:pt x="152400" y="59690"/>
                </a:lnTo>
                <a:lnTo>
                  <a:pt x="155561" y="62173"/>
                </a:lnTo>
                <a:lnTo>
                  <a:pt x="158609" y="64883"/>
                </a:lnTo>
                <a:lnTo>
                  <a:pt x="161544" y="67818"/>
                </a:lnTo>
                <a:lnTo>
                  <a:pt x="162066" y="68303"/>
                </a:lnTo>
                <a:lnTo>
                  <a:pt x="162617" y="68740"/>
                </a:lnTo>
                <a:lnTo>
                  <a:pt x="163195" y="69131"/>
                </a:lnTo>
                <a:lnTo>
                  <a:pt x="163801" y="69473"/>
                </a:lnTo>
                <a:lnTo>
                  <a:pt x="164437" y="69770"/>
                </a:lnTo>
                <a:lnTo>
                  <a:pt x="165100" y="70019"/>
                </a:lnTo>
                <a:lnTo>
                  <a:pt x="165791" y="70221"/>
                </a:lnTo>
                <a:lnTo>
                  <a:pt x="166511" y="70376"/>
                </a:lnTo>
                <a:lnTo>
                  <a:pt x="167259" y="70485"/>
                </a:lnTo>
                <a:lnTo>
                  <a:pt x="168016" y="70546"/>
                </a:lnTo>
                <a:lnTo>
                  <a:pt x="168764" y="70560"/>
                </a:lnTo>
                <a:lnTo>
                  <a:pt x="169503" y="70527"/>
                </a:lnTo>
                <a:lnTo>
                  <a:pt x="170232" y="70447"/>
                </a:lnTo>
                <a:lnTo>
                  <a:pt x="170952" y="70320"/>
                </a:lnTo>
                <a:lnTo>
                  <a:pt x="171661" y="70146"/>
                </a:lnTo>
                <a:lnTo>
                  <a:pt x="172362" y="69925"/>
                </a:lnTo>
                <a:lnTo>
                  <a:pt x="173054" y="69657"/>
                </a:lnTo>
                <a:lnTo>
                  <a:pt x="173736" y="69342"/>
                </a:lnTo>
                <a:lnTo>
                  <a:pt x="183642" y="63246"/>
                </a:lnTo>
                <a:lnTo>
                  <a:pt x="184663" y="62644"/>
                </a:lnTo>
                <a:lnTo>
                  <a:pt x="185693" y="62193"/>
                </a:lnTo>
                <a:lnTo>
                  <a:pt x="186732" y="61892"/>
                </a:lnTo>
                <a:lnTo>
                  <a:pt x="187782" y="61741"/>
                </a:lnTo>
                <a:lnTo>
                  <a:pt x="188840" y="61741"/>
                </a:lnTo>
                <a:lnTo>
                  <a:pt x="189908" y="61892"/>
                </a:lnTo>
                <a:lnTo>
                  <a:pt x="190985" y="62193"/>
                </a:lnTo>
                <a:lnTo>
                  <a:pt x="192071" y="62644"/>
                </a:lnTo>
                <a:lnTo>
                  <a:pt x="193167" y="63246"/>
                </a:lnTo>
                <a:lnTo>
                  <a:pt x="194206" y="63952"/>
                </a:lnTo>
                <a:lnTo>
                  <a:pt x="195123" y="64714"/>
                </a:lnTo>
                <a:lnTo>
                  <a:pt x="195919" y="65532"/>
                </a:lnTo>
                <a:lnTo>
                  <a:pt x="196591" y="66407"/>
                </a:lnTo>
                <a:lnTo>
                  <a:pt x="197142" y="67338"/>
                </a:lnTo>
                <a:lnTo>
                  <a:pt x="197569" y="68326"/>
                </a:lnTo>
                <a:lnTo>
                  <a:pt x="197875" y="69371"/>
                </a:lnTo>
                <a:lnTo>
                  <a:pt x="198059" y="70471"/>
                </a:lnTo>
                <a:lnTo>
                  <a:pt x="198120" y="71628"/>
                </a:lnTo>
                <a:lnTo>
                  <a:pt x="198064" y="72785"/>
                </a:lnTo>
                <a:lnTo>
                  <a:pt x="197894" y="73885"/>
                </a:lnTo>
                <a:lnTo>
                  <a:pt x="197612" y="74930"/>
                </a:lnTo>
                <a:lnTo>
                  <a:pt x="197217" y="75918"/>
                </a:lnTo>
                <a:lnTo>
                  <a:pt x="196709" y="76849"/>
                </a:lnTo>
                <a:lnTo>
                  <a:pt x="196088" y="77724"/>
                </a:lnTo>
                <a:lnTo>
                  <a:pt x="195354" y="78542"/>
                </a:lnTo>
                <a:lnTo>
                  <a:pt x="194507" y="79304"/>
                </a:lnTo>
                <a:lnTo>
                  <a:pt x="193548" y="80010"/>
                </a:lnTo>
                <a:lnTo>
                  <a:pt x="182880" y="85344"/>
                </a:lnTo>
                <a:lnTo>
                  <a:pt x="182227" y="85856"/>
                </a:lnTo>
                <a:lnTo>
                  <a:pt x="181620" y="86378"/>
                </a:lnTo>
                <a:lnTo>
                  <a:pt x="181060" y="86910"/>
                </a:lnTo>
                <a:lnTo>
                  <a:pt x="180547" y="87451"/>
                </a:lnTo>
                <a:lnTo>
                  <a:pt x="180082" y="88001"/>
                </a:lnTo>
                <a:lnTo>
                  <a:pt x="179662" y="88562"/>
                </a:lnTo>
                <a:lnTo>
                  <a:pt x="179291" y="89130"/>
                </a:lnTo>
                <a:lnTo>
                  <a:pt x="178966" y="89709"/>
                </a:lnTo>
                <a:lnTo>
                  <a:pt x="178689" y="90297"/>
                </a:lnTo>
                <a:lnTo>
                  <a:pt x="178458" y="90904"/>
                </a:lnTo>
                <a:lnTo>
                  <a:pt x="178275" y="91539"/>
                </a:lnTo>
                <a:lnTo>
                  <a:pt x="178138" y="92202"/>
                </a:lnTo>
                <a:lnTo>
                  <a:pt x="178049" y="92894"/>
                </a:lnTo>
                <a:lnTo>
                  <a:pt x="178007" y="93613"/>
                </a:lnTo>
                <a:lnTo>
                  <a:pt x="178012" y="94361"/>
                </a:lnTo>
                <a:lnTo>
                  <a:pt x="178063" y="95137"/>
                </a:lnTo>
                <a:lnTo>
                  <a:pt x="178162" y="95942"/>
                </a:lnTo>
                <a:lnTo>
                  <a:pt x="178308" y="96774"/>
                </a:lnTo>
                <a:close/>
              </a:path>
            </a:pathLst>
          </a:custGeom>
          <a:solidFill>
            <a:srgbClr val="C77E8C"/>
          </a:solidFill>
          <a:ln w="0">
            <a:noFill/>
          </a:ln>
        </p:spPr>
      </p:sp>
      <p:sp>
        <p:nvSpPr>
          <p:cNvPr id="68" name="手繪多邊形: 圖案 67">
            <a:extLst>
              <a:ext uri="{FF2B5EF4-FFF2-40B4-BE49-F238E27FC236}">
                <a16:creationId xmlns:a16="http://schemas.microsoft.com/office/drawing/2014/main" id="{87F9E2F3-61CD-4762-ACE4-934F4F21D91B}"/>
              </a:ext>
            </a:extLst>
          </p:cNvPr>
          <p:cNvSpPr>
            <a:spLocks noGrp="1"/>
          </p:cNvSpPr>
          <p:nvPr/>
        </p:nvSpPr>
        <p:spPr>
          <a:xfrm>
            <a:off x="9801225" y="6038850"/>
            <a:ext cx="381000" cy="38100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211836" y="48006"/>
                </a:moveTo>
                <a:lnTo>
                  <a:pt x="210265" y="45687"/>
                </a:lnTo>
                <a:lnTo>
                  <a:pt x="208599" y="43472"/>
                </a:lnTo>
                <a:lnTo>
                  <a:pt x="206841" y="41359"/>
                </a:lnTo>
                <a:lnTo>
                  <a:pt x="204988" y="39352"/>
                </a:lnTo>
                <a:lnTo>
                  <a:pt x="203040" y="37447"/>
                </a:lnTo>
                <a:lnTo>
                  <a:pt x="200998" y="35644"/>
                </a:lnTo>
                <a:lnTo>
                  <a:pt x="198863" y="33947"/>
                </a:lnTo>
                <a:lnTo>
                  <a:pt x="196634" y="32352"/>
                </a:lnTo>
                <a:lnTo>
                  <a:pt x="194310" y="30861"/>
                </a:lnTo>
                <a:lnTo>
                  <a:pt x="191911" y="29502"/>
                </a:lnTo>
                <a:lnTo>
                  <a:pt x="189456" y="28303"/>
                </a:lnTo>
                <a:lnTo>
                  <a:pt x="186944" y="27262"/>
                </a:lnTo>
                <a:lnTo>
                  <a:pt x="184375" y="26383"/>
                </a:lnTo>
                <a:lnTo>
                  <a:pt x="181751" y="25663"/>
                </a:lnTo>
                <a:lnTo>
                  <a:pt x="179070" y="25104"/>
                </a:lnTo>
                <a:lnTo>
                  <a:pt x="176333" y="24704"/>
                </a:lnTo>
                <a:lnTo>
                  <a:pt x="173539" y="24464"/>
                </a:lnTo>
                <a:lnTo>
                  <a:pt x="170688" y="24384"/>
                </a:lnTo>
                <a:lnTo>
                  <a:pt x="57150" y="24384"/>
                </a:lnTo>
                <a:lnTo>
                  <a:pt x="54299" y="24464"/>
                </a:lnTo>
                <a:lnTo>
                  <a:pt x="51505" y="24704"/>
                </a:lnTo>
                <a:lnTo>
                  <a:pt x="48768" y="25104"/>
                </a:lnTo>
                <a:lnTo>
                  <a:pt x="46087" y="25663"/>
                </a:lnTo>
                <a:lnTo>
                  <a:pt x="43463" y="26383"/>
                </a:lnTo>
                <a:lnTo>
                  <a:pt x="40894" y="27262"/>
                </a:lnTo>
                <a:lnTo>
                  <a:pt x="38382" y="28303"/>
                </a:lnTo>
                <a:lnTo>
                  <a:pt x="35927" y="29502"/>
                </a:lnTo>
                <a:lnTo>
                  <a:pt x="33528" y="30861"/>
                </a:lnTo>
                <a:lnTo>
                  <a:pt x="31204" y="32352"/>
                </a:lnTo>
                <a:lnTo>
                  <a:pt x="28975" y="33947"/>
                </a:lnTo>
                <a:lnTo>
                  <a:pt x="26840" y="35644"/>
                </a:lnTo>
                <a:lnTo>
                  <a:pt x="24798" y="37447"/>
                </a:lnTo>
                <a:lnTo>
                  <a:pt x="22850" y="39352"/>
                </a:lnTo>
                <a:lnTo>
                  <a:pt x="20997" y="41359"/>
                </a:lnTo>
                <a:lnTo>
                  <a:pt x="19239" y="43472"/>
                </a:lnTo>
                <a:lnTo>
                  <a:pt x="17573" y="45687"/>
                </a:lnTo>
                <a:lnTo>
                  <a:pt x="16002" y="48006"/>
                </a:lnTo>
                <a:lnTo>
                  <a:pt x="12643" y="54488"/>
                </a:lnTo>
                <a:lnTo>
                  <a:pt x="9680" y="61064"/>
                </a:lnTo>
                <a:lnTo>
                  <a:pt x="7112" y="67733"/>
                </a:lnTo>
                <a:lnTo>
                  <a:pt x="4939" y="74497"/>
                </a:lnTo>
                <a:lnTo>
                  <a:pt x="3161" y="81355"/>
                </a:lnTo>
                <a:lnTo>
                  <a:pt x="1778" y="88307"/>
                </a:lnTo>
                <a:lnTo>
                  <a:pt x="791" y="95354"/>
                </a:lnTo>
                <a:lnTo>
                  <a:pt x="197" y="102494"/>
                </a:lnTo>
                <a:lnTo>
                  <a:pt x="0" y="109728"/>
                </a:lnTo>
                <a:lnTo>
                  <a:pt x="80" y="115433"/>
                </a:lnTo>
                <a:lnTo>
                  <a:pt x="320" y="121036"/>
                </a:lnTo>
                <a:lnTo>
                  <a:pt x="720" y="126534"/>
                </a:lnTo>
                <a:lnTo>
                  <a:pt x="1279" y="131930"/>
                </a:lnTo>
                <a:lnTo>
                  <a:pt x="1999" y="137221"/>
                </a:lnTo>
                <a:lnTo>
                  <a:pt x="2878" y="142409"/>
                </a:lnTo>
                <a:lnTo>
                  <a:pt x="3919" y="147494"/>
                </a:lnTo>
                <a:lnTo>
                  <a:pt x="5118" y="152475"/>
                </a:lnTo>
                <a:lnTo>
                  <a:pt x="6477" y="157353"/>
                </a:lnTo>
                <a:lnTo>
                  <a:pt x="7968" y="162066"/>
                </a:lnTo>
                <a:lnTo>
                  <a:pt x="9563" y="166553"/>
                </a:lnTo>
                <a:lnTo>
                  <a:pt x="11260" y="170815"/>
                </a:lnTo>
                <a:lnTo>
                  <a:pt x="13063" y="174850"/>
                </a:lnTo>
                <a:lnTo>
                  <a:pt x="14968" y="178660"/>
                </a:lnTo>
                <a:lnTo>
                  <a:pt x="16975" y="182245"/>
                </a:lnTo>
                <a:lnTo>
                  <a:pt x="19088" y="185603"/>
                </a:lnTo>
                <a:lnTo>
                  <a:pt x="21303" y="188736"/>
                </a:lnTo>
                <a:lnTo>
                  <a:pt x="23622" y="191643"/>
                </a:lnTo>
                <a:lnTo>
                  <a:pt x="26021" y="194281"/>
                </a:lnTo>
                <a:lnTo>
                  <a:pt x="28476" y="196610"/>
                </a:lnTo>
                <a:lnTo>
                  <a:pt x="30988" y="198628"/>
                </a:lnTo>
                <a:lnTo>
                  <a:pt x="33557" y="200336"/>
                </a:lnTo>
                <a:lnTo>
                  <a:pt x="36181" y="201733"/>
                </a:lnTo>
                <a:lnTo>
                  <a:pt x="38862" y="202819"/>
                </a:lnTo>
                <a:lnTo>
                  <a:pt x="41599" y="203595"/>
                </a:lnTo>
                <a:lnTo>
                  <a:pt x="44393" y="204061"/>
                </a:lnTo>
                <a:lnTo>
                  <a:pt x="47244" y="204216"/>
                </a:lnTo>
                <a:lnTo>
                  <a:pt x="51882" y="203718"/>
                </a:lnTo>
                <a:lnTo>
                  <a:pt x="56313" y="202221"/>
                </a:lnTo>
                <a:lnTo>
                  <a:pt x="60537" y="199729"/>
                </a:lnTo>
                <a:lnTo>
                  <a:pt x="64554" y="196239"/>
                </a:lnTo>
                <a:lnTo>
                  <a:pt x="68364" y="191752"/>
                </a:lnTo>
                <a:lnTo>
                  <a:pt x="71967" y="186267"/>
                </a:lnTo>
                <a:lnTo>
                  <a:pt x="75363" y="179785"/>
                </a:lnTo>
                <a:lnTo>
                  <a:pt x="78552" y="172306"/>
                </a:lnTo>
                <a:lnTo>
                  <a:pt x="81534" y="163830"/>
                </a:lnTo>
                <a:lnTo>
                  <a:pt x="81726" y="163167"/>
                </a:lnTo>
                <a:lnTo>
                  <a:pt x="81966" y="162532"/>
                </a:lnTo>
                <a:lnTo>
                  <a:pt x="82254" y="161925"/>
                </a:lnTo>
                <a:lnTo>
                  <a:pt x="82587" y="161347"/>
                </a:lnTo>
                <a:lnTo>
                  <a:pt x="82968" y="160796"/>
                </a:lnTo>
                <a:lnTo>
                  <a:pt x="83397" y="160274"/>
                </a:lnTo>
                <a:lnTo>
                  <a:pt x="83871" y="159780"/>
                </a:lnTo>
                <a:lnTo>
                  <a:pt x="84393" y="159314"/>
                </a:lnTo>
                <a:lnTo>
                  <a:pt x="84963" y="158877"/>
                </a:lnTo>
                <a:lnTo>
                  <a:pt x="85570" y="158477"/>
                </a:lnTo>
                <a:lnTo>
                  <a:pt x="86205" y="158125"/>
                </a:lnTo>
                <a:lnTo>
                  <a:pt x="86868" y="157819"/>
                </a:lnTo>
                <a:lnTo>
                  <a:pt x="87560" y="157560"/>
                </a:lnTo>
                <a:lnTo>
                  <a:pt x="88279" y="157348"/>
                </a:lnTo>
                <a:lnTo>
                  <a:pt x="89027" y="157183"/>
                </a:lnTo>
                <a:lnTo>
                  <a:pt x="89803" y="157066"/>
                </a:lnTo>
                <a:lnTo>
                  <a:pt x="90608" y="156996"/>
                </a:lnTo>
                <a:lnTo>
                  <a:pt x="91440" y="156972"/>
                </a:lnTo>
                <a:lnTo>
                  <a:pt x="137160" y="156972"/>
                </a:lnTo>
                <a:lnTo>
                  <a:pt x="137832" y="156996"/>
                </a:lnTo>
                <a:lnTo>
                  <a:pt x="138495" y="157066"/>
                </a:lnTo>
                <a:lnTo>
                  <a:pt x="139150" y="157183"/>
                </a:lnTo>
                <a:lnTo>
                  <a:pt x="139794" y="157348"/>
                </a:lnTo>
                <a:lnTo>
                  <a:pt x="140429" y="157560"/>
                </a:lnTo>
                <a:lnTo>
                  <a:pt x="141055" y="157819"/>
                </a:lnTo>
                <a:lnTo>
                  <a:pt x="141671" y="158125"/>
                </a:lnTo>
                <a:lnTo>
                  <a:pt x="142278" y="158477"/>
                </a:lnTo>
                <a:lnTo>
                  <a:pt x="142875" y="158877"/>
                </a:lnTo>
                <a:lnTo>
                  <a:pt x="143453" y="159314"/>
                </a:lnTo>
                <a:lnTo>
                  <a:pt x="144004" y="159780"/>
                </a:lnTo>
                <a:lnTo>
                  <a:pt x="144526" y="160274"/>
                </a:lnTo>
                <a:lnTo>
                  <a:pt x="145020" y="160796"/>
                </a:lnTo>
                <a:lnTo>
                  <a:pt x="145486" y="161347"/>
                </a:lnTo>
                <a:lnTo>
                  <a:pt x="145923" y="161925"/>
                </a:lnTo>
                <a:lnTo>
                  <a:pt x="146333" y="162532"/>
                </a:lnTo>
                <a:lnTo>
                  <a:pt x="146714" y="163167"/>
                </a:lnTo>
                <a:lnTo>
                  <a:pt x="147066" y="163830"/>
                </a:lnTo>
                <a:lnTo>
                  <a:pt x="150048" y="172306"/>
                </a:lnTo>
                <a:lnTo>
                  <a:pt x="153237" y="179785"/>
                </a:lnTo>
                <a:lnTo>
                  <a:pt x="156633" y="186267"/>
                </a:lnTo>
                <a:lnTo>
                  <a:pt x="160236" y="191752"/>
                </a:lnTo>
                <a:lnTo>
                  <a:pt x="164046" y="196239"/>
                </a:lnTo>
                <a:lnTo>
                  <a:pt x="168063" y="199729"/>
                </a:lnTo>
                <a:lnTo>
                  <a:pt x="172287" y="202221"/>
                </a:lnTo>
                <a:lnTo>
                  <a:pt x="176718" y="203718"/>
                </a:lnTo>
                <a:lnTo>
                  <a:pt x="181356" y="204216"/>
                </a:lnTo>
                <a:lnTo>
                  <a:pt x="184207" y="204061"/>
                </a:lnTo>
                <a:lnTo>
                  <a:pt x="187001" y="203595"/>
                </a:lnTo>
                <a:lnTo>
                  <a:pt x="189738" y="202819"/>
                </a:lnTo>
                <a:lnTo>
                  <a:pt x="192419" y="201733"/>
                </a:lnTo>
                <a:lnTo>
                  <a:pt x="195043" y="200336"/>
                </a:lnTo>
                <a:lnTo>
                  <a:pt x="197612" y="198628"/>
                </a:lnTo>
                <a:lnTo>
                  <a:pt x="200124" y="196610"/>
                </a:lnTo>
                <a:lnTo>
                  <a:pt x="202579" y="194281"/>
                </a:lnTo>
                <a:lnTo>
                  <a:pt x="204978" y="191643"/>
                </a:lnTo>
                <a:lnTo>
                  <a:pt x="207297" y="188736"/>
                </a:lnTo>
                <a:lnTo>
                  <a:pt x="209512" y="185603"/>
                </a:lnTo>
                <a:lnTo>
                  <a:pt x="211625" y="182245"/>
                </a:lnTo>
                <a:lnTo>
                  <a:pt x="213632" y="178660"/>
                </a:lnTo>
                <a:lnTo>
                  <a:pt x="215537" y="174850"/>
                </a:lnTo>
                <a:lnTo>
                  <a:pt x="217340" y="170815"/>
                </a:lnTo>
                <a:lnTo>
                  <a:pt x="219037" y="166553"/>
                </a:lnTo>
                <a:lnTo>
                  <a:pt x="220632" y="162066"/>
                </a:lnTo>
                <a:lnTo>
                  <a:pt x="222123" y="157353"/>
                </a:lnTo>
                <a:lnTo>
                  <a:pt x="223482" y="152475"/>
                </a:lnTo>
                <a:lnTo>
                  <a:pt x="224681" y="147494"/>
                </a:lnTo>
                <a:lnTo>
                  <a:pt x="225722" y="142409"/>
                </a:lnTo>
                <a:lnTo>
                  <a:pt x="226601" y="137221"/>
                </a:lnTo>
                <a:lnTo>
                  <a:pt x="227321" y="131930"/>
                </a:lnTo>
                <a:lnTo>
                  <a:pt x="227880" y="126534"/>
                </a:lnTo>
                <a:lnTo>
                  <a:pt x="228280" y="121036"/>
                </a:lnTo>
                <a:lnTo>
                  <a:pt x="228520" y="115433"/>
                </a:lnTo>
                <a:lnTo>
                  <a:pt x="228600" y="109728"/>
                </a:lnTo>
                <a:lnTo>
                  <a:pt x="228092" y="102343"/>
                </a:lnTo>
                <a:lnTo>
                  <a:pt x="227246" y="95090"/>
                </a:lnTo>
                <a:lnTo>
                  <a:pt x="226060" y="87969"/>
                </a:lnTo>
                <a:lnTo>
                  <a:pt x="224536" y="80979"/>
                </a:lnTo>
                <a:lnTo>
                  <a:pt x="222674" y="74121"/>
                </a:lnTo>
                <a:lnTo>
                  <a:pt x="220472" y="67395"/>
                </a:lnTo>
                <a:lnTo>
                  <a:pt x="217932" y="60800"/>
                </a:lnTo>
                <a:lnTo>
                  <a:pt x="215054" y="54337"/>
                </a:lnTo>
                <a:lnTo>
                  <a:pt x="211836" y="48006"/>
                </a:lnTo>
                <a:close/>
                <a:moveTo>
                  <a:pt x="180594" y="185166"/>
                </a:moveTo>
                <a:lnTo>
                  <a:pt x="179898" y="185081"/>
                </a:lnTo>
                <a:lnTo>
                  <a:pt x="179164" y="184827"/>
                </a:lnTo>
                <a:lnTo>
                  <a:pt x="178393" y="184404"/>
                </a:lnTo>
                <a:lnTo>
                  <a:pt x="177584" y="183812"/>
                </a:lnTo>
                <a:lnTo>
                  <a:pt x="176737" y="183050"/>
                </a:lnTo>
                <a:lnTo>
                  <a:pt x="175852" y="182118"/>
                </a:lnTo>
                <a:lnTo>
                  <a:pt x="174930" y="181017"/>
                </a:lnTo>
                <a:lnTo>
                  <a:pt x="173971" y="179747"/>
                </a:lnTo>
                <a:lnTo>
                  <a:pt x="172974" y="178308"/>
                </a:lnTo>
                <a:lnTo>
                  <a:pt x="171958" y="176699"/>
                </a:lnTo>
                <a:lnTo>
                  <a:pt x="170942" y="174921"/>
                </a:lnTo>
                <a:lnTo>
                  <a:pt x="169926" y="172974"/>
                </a:lnTo>
                <a:lnTo>
                  <a:pt x="168910" y="170858"/>
                </a:lnTo>
                <a:lnTo>
                  <a:pt x="167894" y="168572"/>
                </a:lnTo>
                <a:lnTo>
                  <a:pt x="166878" y="166116"/>
                </a:lnTo>
                <a:lnTo>
                  <a:pt x="165862" y="163491"/>
                </a:lnTo>
                <a:lnTo>
                  <a:pt x="164846" y="160697"/>
                </a:lnTo>
                <a:lnTo>
                  <a:pt x="163830" y="157734"/>
                </a:lnTo>
                <a:lnTo>
                  <a:pt x="163257" y="155749"/>
                </a:lnTo>
                <a:lnTo>
                  <a:pt x="162551" y="153858"/>
                </a:lnTo>
                <a:lnTo>
                  <a:pt x="161714" y="152061"/>
                </a:lnTo>
                <a:lnTo>
                  <a:pt x="160744" y="150359"/>
                </a:lnTo>
                <a:lnTo>
                  <a:pt x="159644" y="148750"/>
                </a:lnTo>
                <a:lnTo>
                  <a:pt x="158411" y="147236"/>
                </a:lnTo>
                <a:lnTo>
                  <a:pt x="157047" y="145814"/>
                </a:lnTo>
                <a:lnTo>
                  <a:pt x="155552" y="144489"/>
                </a:lnTo>
                <a:lnTo>
                  <a:pt x="153924" y="143256"/>
                </a:lnTo>
                <a:lnTo>
                  <a:pt x="152203" y="142137"/>
                </a:lnTo>
                <a:lnTo>
                  <a:pt x="150425" y="141149"/>
                </a:lnTo>
                <a:lnTo>
                  <a:pt x="148590" y="140293"/>
                </a:lnTo>
                <a:lnTo>
                  <a:pt x="146699" y="139568"/>
                </a:lnTo>
                <a:lnTo>
                  <a:pt x="144751" y="138975"/>
                </a:lnTo>
                <a:lnTo>
                  <a:pt x="142748" y="138514"/>
                </a:lnTo>
                <a:lnTo>
                  <a:pt x="140688" y="138186"/>
                </a:lnTo>
                <a:lnTo>
                  <a:pt x="138571" y="137988"/>
                </a:lnTo>
                <a:lnTo>
                  <a:pt x="136398" y="137922"/>
                </a:lnTo>
                <a:lnTo>
                  <a:pt x="91440" y="137922"/>
                </a:lnTo>
                <a:lnTo>
                  <a:pt x="89267" y="137992"/>
                </a:lnTo>
                <a:lnTo>
                  <a:pt x="87150" y="138204"/>
                </a:lnTo>
                <a:lnTo>
                  <a:pt x="85090" y="138557"/>
                </a:lnTo>
                <a:lnTo>
                  <a:pt x="83087" y="139051"/>
                </a:lnTo>
                <a:lnTo>
                  <a:pt x="81139" y="139686"/>
                </a:lnTo>
                <a:lnTo>
                  <a:pt x="79248" y="140462"/>
                </a:lnTo>
                <a:lnTo>
                  <a:pt x="77413" y="141380"/>
                </a:lnTo>
                <a:lnTo>
                  <a:pt x="75635" y="142438"/>
                </a:lnTo>
                <a:lnTo>
                  <a:pt x="73914" y="143637"/>
                </a:lnTo>
                <a:lnTo>
                  <a:pt x="72277" y="144940"/>
                </a:lnTo>
                <a:lnTo>
                  <a:pt x="70753" y="146309"/>
                </a:lnTo>
                <a:lnTo>
                  <a:pt x="69342" y="147743"/>
                </a:lnTo>
                <a:lnTo>
                  <a:pt x="68044" y="149243"/>
                </a:lnTo>
                <a:lnTo>
                  <a:pt x="66859" y="150810"/>
                </a:lnTo>
                <a:lnTo>
                  <a:pt x="65786" y="152442"/>
                </a:lnTo>
                <a:lnTo>
                  <a:pt x="64826" y="154140"/>
                </a:lnTo>
                <a:lnTo>
                  <a:pt x="63979" y="155904"/>
                </a:lnTo>
                <a:lnTo>
                  <a:pt x="63246" y="157734"/>
                </a:lnTo>
                <a:lnTo>
                  <a:pt x="62234" y="160697"/>
                </a:lnTo>
                <a:lnTo>
                  <a:pt x="61232" y="163491"/>
                </a:lnTo>
                <a:lnTo>
                  <a:pt x="60240" y="166116"/>
                </a:lnTo>
                <a:lnTo>
                  <a:pt x="59257" y="168572"/>
                </a:lnTo>
                <a:lnTo>
                  <a:pt x="58283" y="170858"/>
                </a:lnTo>
                <a:lnTo>
                  <a:pt x="57320" y="172974"/>
                </a:lnTo>
                <a:lnTo>
                  <a:pt x="56364" y="174921"/>
                </a:lnTo>
                <a:lnTo>
                  <a:pt x="55419" y="176699"/>
                </a:lnTo>
                <a:lnTo>
                  <a:pt x="54483" y="178308"/>
                </a:lnTo>
                <a:lnTo>
                  <a:pt x="53566" y="179747"/>
                </a:lnTo>
                <a:lnTo>
                  <a:pt x="52677" y="181017"/>
                </a:lnTo>
                <a:lnTo>
                  <a:pt x="51816" y="182118"/>
                </a:lnTo>
                <a:lnTo>
                  <a:pt x="50984" y="183050"/>
                </a:lnTo>
                <a:lnTo>
                  <a:pt x="50179" y="183812"/>
                </a:lnTo>
                <a:lnTo>
                  <a:pt x="49403" y="184404"/>
                </a:lnTo>
                <a:lnTo>
                  <a:pt x="48655" y="184827"/>
                </a:lnTo>
                <a:lnTo>
                  <a:pt x="47936" y="185081"/>
                </a:lnTo>
                <a:lnTo>
                  <a:pt x="47244" y="185166"/>
                </a:lnTo>
                <a:lnTo>
                  <a:pt x="46200" y="185049"/>
                </a:lnTo>
                <a:lnTo>
                  <a:pt x="45099" y="184695"/>
                </a:lnTo>
                <a:lnTo>
                  <a:pt x="43942" y="184108"/>
                </a:lnTo>
                <a:lnTo>
                  <a:pt x="42728" y="183285"/>
                </a:lnTo>
                <a:lnTo>
                  <a:pt x="41459" y="182227"/>
                </a:lnTo>
                <a:lnTo>
                  <a:pt x="40132" y="180933"/>
                </a:lnTo>
                <a:lnTo>
                  <a:pt x="38749" y="179404"/>
                </a:lnTo>
                <a:lnTo>
                  <a:pt x="37309" y="177640"/>
                </a:lnTo>
                <a:lnTo>
                  <a:pt x="35814" y="175641"/>
                </a:lnTo>
                <a:lnTo>
                  <a:pt x="34319" y="173445"/>
                </a:lnTo>
                <a:lnTo>
                  <a:pt x="32879" y="171088"/>
                </a:lnTo>
                <a:lnTo>
                  <a:pt x="31496" y="168572"/>
                </a:lnTo>
                <a:lnTo>
                  <a:pt x="30169" y="165895"/>
                </a:lnTo>
                <a:lnTo>
                  <a:pt x="28900" y="163058"/>
                </a:lnTo>
                <a:lnTo>
                  <a:pt x="27686" y="160062"/>
                </a:lnTo>
                <a:lnTo>
                  <a:pt x="26529" y="156906"/>
                </a:lnTo>
                <a:lnTo>
                  <a:pt x="25428" y="153590"/>
                </a:lnTo>
                <a:lnTo>
                  <a:pt x="24384" y="150114"/>
                </a:lnTo>
                <a:lnTo>
                  <a:pt x="23265" y="145853"/>
                </a:lnTo>
                <a:lnTo>
                  <a:pt x="22277" y="141535"/>
                </a:lnTo>
                <a:lnTo>
                  <a:pt x="21421" y="137160"/>
                </a:lnTo>
                <a:lnTo>
                  <a:pt x="20696" y="132729"/>
                </a:lnTo>
                <a:lnTo>
                  <a:pt x="20103" y="128242"/>
                </a:lnTo>
                <a:lnTo>
                  <a:pt x="19642" y="123698"/>
                </a:lnTo>
                <a:lnTo>
                  <a:pt x="19314" y="119098"/>
                </a:lnTo>
                <a:lnTo>
                  <a:pt x="19116" y="114441"/>
                </a:lnTo>
                <a:lnTo>
                  <a:pt x="19050" y="109728"/>
                </a:lnTo>
                <a:lnTo>
                  <a:pt x="19210" y="103661"/>
                </a:lnTo>
                <a:lnTo>
                  <a:pt x="19690" y="97649"/>
                </a:lnTo>
                <a:lnTo>
                  <a:pt x="20489" y="91694"/>
                </a:lnTo>
                <a:lnTo>
                  <a:pt x="21608" y="85795"/>
                </a:lnTo>
                <a:lnTo>
                  <a:pt x="23049" y="79954"/>
                </a:lnTo>
                <a:lnTo>
                  <a:pt x="24807" y="74168"/>
                </a:lnTo>
                <a:lnTo>
                  <a:pt x="26886" y="68439"/>
                </a:lnTo>
                <a:lnTo>
                  <a:pt x="29286" y="62766"/>
                </a:lnTo>
                <a:lnTo>
                  <a:pt x="32004" y="57150"/>
                </a:lnTo>
                <a:lnTo>
                  <a:pt x="33043" y="55823"/>
                </a:lnTo>
                <a:lnTo>
                  <a:pt x="34130" y="54553"/>
                </a:lnTo>
                <a:lnTo>
                  <a:pt x="35263" y="53340"/>
                </a:lnTo>
                <a:lnTo>
                  <a:pt x="36445" y="52183"/>
                </a:lnTo>
                <a:lnTo>
                  <a:pt x="37672" y="51083"/>
                </a:lnTo>
                <a:lnTo>
                  <a:pt x="38947" y="50038"/>
                </a:lnTo>
                <a:lnTo>
                  <a:pt x="40269" y="49050"/>
                </a:lnTo>
                <a:lnTo>
                  <a:pt x="41638" y="48119"/>
                </a:lnTo>
                <a:lnTo>
                  <a:pt x="43053" y="47244"/>
                </a:lnTo>
                <a:lnTo>
                  <a:pt x="44507" y="46444"/>
                </a:lnTo>
                <a:lnTo>
                  <a:pt x="45988" y="45739"/>
                </a:lnTo>
                <a:lnTo>
                  <a:pt x="47498" y="45128"/>
                </a:lnTo>
                <a:lnTo>
                  <a:pt x="49036" y="44610"/>
                </a:lnTo>
                <a:lnTo>
                  <a:pt x="50603" y="44186"/>
                </a:lnTo>
                <a:lnTo>
                  <a:pt x="52197" y="43857"/>
                </a:lnTo>
                <a:lnTo>
                  <a:pt x="53820" y="43623"/>
                </a:lnTo>
                <a:lnTo>
                  <a:pt x="55471" y="43481"/>
                </a:lnTo>
                <a:lnTo>
                  <a:pt x="57150" y="43434"/>
                </a:lnTo>
                <a:lnTo>
                  <a:pt x="170688" y="43434"/>
                </a:lnTo>
                <a:lnTo>
                  <a:pt x="172212" y="43481"/>
                </a:lnTo>
                <a:lnTo>
                  <a:pt x="173736" y="43623"/>
                </a:lnTo>
                <a:lnTo>
                  <a:pt x="175260" y="43857"/>
                </a:lnTo>
                <a:lnTo>
                  <a:pt x="176784" y="44186"/>
                </a:lnTo>
                <a:lnTo>
                  <a:pt x="178308" y="44610"/>
                </a:lnTo>
                <a:lnTo>
                  <a:pt x="179832" y="45128"/>
                </a:lnTo>
                <a:lnTo>
                  <a:pt x="181356" y="45739"/>
                </a:lnTo>
                <a:lnTo>
                  <a:pt x="182880" y="46444"/>
                </a:lnTo>
                <a:lnTo>
                  <a:pt x="184404" y="47244"/>
                </a:lnTo>
                <a:lnTo>
                  <a:pt x="185890" y="48119"/>
                </a:lnTo>
                <a:lnTo>
                  <a:pt x="187302" y="49050"/>
                </a:lnTo>
                <a:lnTo>
                  <a:pt x="188637" y="50038"/>
                </a:lnTo>
                <a:lnTo>
                  <a:pt x="189898" y="51083"/>
                </a:lnTo>
                <a:lnTo>
                  <a:pt x="191083" y="52183"/>
                </a:lnTo>
                <a:lnTo>
                  <a:pt x="192194" y="53340"/>
                </a:lnTo>
                <a:lnTo>
                  <a:pt x="193228" y="54553"/>
                </a:lnTo>
                <a:lnTo>
                  <a:pt x="194188" y="55823"/>
                </a:lnTo>
                <a:lnTo>
                  <a:pt x="195072" y="57150"/>
                </a:lnTo>
                <a:lnTo>
                  <a:pt x="197950" y="62766"/>
                </a:lnTo>
                <a:lnTo>
                  <a:pt x="200491" y="68439"/>
                </a:lnTo>
                <a:lnTo>
                  <a:pt x="202692" y="74168"/>
                </a:lnTo>
                <a:lnTo>
                  <a:pt x="204555" y="79954"/>
                </a:lnTo>
                <a:lnTo>
                  <a:pt x="206079" y="85795"/>
                </a:lnTo>
                <a:lnTo>
                  <a:pt x="207264" y="91694"/>
                </a:lnTo>
                <a:lnTo>
                  <a:pt x="208111" y="97649"/>
                </a:lnTo>
                <a:lnTo>
                  <a:pt x="208618" y="103661"/>
                </a:lnTo>
                <a:lnTo>
                  <a:pt x="208788" y="109728"/>
                </a:lnTo>
                <a:lnTo>
                  <a:pt x="208722" y="114441"/>
                </a:lnTo>
                <a:lnTo>
                  <a:pt x="208524" y="119098"/>
                </a:lnTo>
                <a:lnTo>
                  <a:pt x="208196" y="123698"/>
                </a:lnTo>
                <a:lnTo>
                  <a:pt x="207735" y="128242"/>
                </a:lnTo>
                <a:lnTo>
                  <a:pt x="207142" y="132729"/>
                </a:lnTo>
                <a:lnTo>
                  <a:pt x="206417" y="137160"/>
                </a:lnTo>
                <a:lnTo>
                  <a:pt x="205561" y="141535"/>
                </a:lnTo>
                <a:lnTo>
                  <a:pt x="204573" y="145853"/>
                </a:lnTo>
                <a:lnTo>
                  <a:pt x="203454" y="150114"/>
                </a:lnTo>
                <a:lnTo>
                  <a:pt x="202410" y="153590"/>
                </a:lnTo>
                <a:lnTo>
                  <a:pt x="201309" y="156906"/>
                </a:lnTo>
                <a:lnTo>
                  <a:pt x="200152" y="160062"/>
                </a:lnTo>
                <a:lnTo>
                  <a:pt x="198938" y="163058"/>
                </a:lnTo>
                <a:lnTo>
                  <a:pt x="197669" y="165895"/>
                </a:lnTo>
                <a:lnTo>
                  <a:pt x="196342" y="168572"/>
                </a:lnTo>
                <a:lnTo>
                  <a:pt x="194959" y="171088"/>
                </a:lnTo>
                <a:lnTo>
                  <a:pt x="193519" y="173445"/>
                </a:lnTo>
                <a:lnTo>
                  <a:pt x="192024" y="175641"/>
                </a:lnTo>
                <a:lnTo>
                  <a:pt x="190529" y="177640"/>
                </a:lnTo>
                <a:lnTo>
                  <a:pt x="189089" y="179404"/>
                </a:lnTo>
                <a:lnTo>
                  <a:pt x="187706" y="180933"/>
                </a:lnTo>
                <a:lnTo>
                  <a:pt x="186379" y="182227"/>
                </a:lnTo>
                <a:lnTo>
                  <a:pt x="185110" y="183285"/>
                </a:lnTo>
                <a:lnTo>
                  <a:pt x="183896" y="184108"/>
                </a:lnTo>
                <a:lnTo>
                  <a:pt x="182739" y="184695"/>
                </a:lnTo>
                <a:lnTo>
                  <a:pt x="181638" y="185049"/>
                </a:lnTo>
                <a:lnTo>
                  <a:pt x="180594" y="185166"/>
                </a:lnTo>
                <a:close/>
                <a:moveTo>
                  <a:pt x="86106" y="85344"/>
                </a:moveTo>
                <a:lnTo>
                  <a:pt x="76200" y="85344"/>
                </a:lnTo>
                <a:lnTo>
                  <a:pt x="76200" y="76200"/>
                </a:lnTo>
                <a:lnTo>
                  <a:pt x="76167" y="75212"/>
                </a:lnTo>
                <a:lnTo>
                  <a:pt x="76069" y="74281"/>
                </a:lnTo>
                <a:lnTo>
                  <a:pt x="75904" y="73406"/>
                </a:lnTo>
                <a:lnTo>
                  <a:pt x="75673" y="72587"/>
                </a:lnTo>
                <a:lnTo>
                  <a:pt x="75377" y="71825"/>
                </a:lnTo>
                <a:lnTo>
                  <a:pt x="75015" y="71120"/>
                </a:lnTo>
                <a:lnTo>
                  <a:pt x="74586" y="70471"/>
                </a:lnTo>
                <a:lnTo>
                  <a:pt x="74093" y="69878"/>
                </a:lnTo>
                <a:lnTo>
                  <a:pt x="73533" y="69342"/>
                </a:lnTo>
                <a:lnTo>
                  <a:pt x="72921" y="68862"/>
                </a:lnTo>
                <a:lnTo>
                  <a:pt x="72273" y="68439"/>
                </a:lnTo>
                <a:lnTo>
                  <a:pt x="71586" y="68072"/>
                </a:lnTo>
                <a:lnTo>
                  <a:pt x="70861" y="67762"/>
                </a:lnTo>
                <a:lnTo>
                  <a:pt x="70099" y="67507"/>
                </a:lnTo>
                <a:lnTo>
                  <a:pt x="69300" y="67310"/>
                </a:lnTo>
                <a:lnTo>
                  <a:pt x="68463" y="67169"/>
                </a:lnTo>
                <a:lnTo>
                  <a:pt x="67587" y="67085"/>
                </a:lnTo>
                <a:lnTo>
                  <a:pt x="66675" y="67056"/>
                </a:lnTo>
                <a:lnTo>
                  <a:pt x="65763" y="67085"/>
                </a:lnTo>
                <a:lnTo>
                  <a:pt x="64887" y="67169"/>
                </a:lnTo>
                <a:lnTo>
                  <a:pt x="64050" y="67310"/>
                </a:lnTo>
                <a:lnTo>
                  <a:pt x="63251" y="67507"/>
                </a:lnTo>
                <a:lnTo>
                  <a:pt x="62489" y="67762"/>
                </a:lnTo>
                <a:lnTo>
                  <a:pt x="61764" y="68072"/>
                </a:lnTo>
                <a:lnTo>
                  <a:pt x="61077" y="68439"/>
                </a:lnTo>
                <a:lnTo>
                  <a:pt x="60429" y="68862"/>
                </a:lnTo>
                <a:lnTo>
                  <a:pt x="59817" y="69342"/>
                </a:lnTo>
                <a:lnTo>
                  <a:pt x="59257" y="69878"/>
                </a:lnTo>
                <a:lnTo>
                  <a:pt x="58764" y="70471"/>
                </a:lnTo>
                <a:lnTo>
                  <a:pt x="58335" y="71120"/>
                </a:lnTo>
                <a:lnTo>
                  <a:pt x="57973" y="71825"/>
                </a:lnTo>
                <a:lnTo>
                  <a:pt x="57677" y="72587"/>
                </a:lnTo>
                <a:lnTo>
                  <a:pt x="57446" y="73406"/>
                </a:lnTo>
                <a:lnTo>
                  <a:pt x="57281" y="74281"/>
                </a:lnTo>
                <a:lnTo>
                  <a:pt x="57183" y="75212"/>
                </a:lnTo>
                <a:lnTo>
                  <a:pt x="57150" y="76200"/>
                </a:lnTo>
                <a:lnTo>
                  <a:pt x="57150" y="85344"/>
                </a:lnTo>
                <a:lnTo>
                  <a:pt x="48006" y="85344"/>
                </a:lnTo>
                <a:lnTo>
                  <a:pt x="47013" y="85377"/>
                </a:lnTo>
                <a:lnTo>
                  <a:pt x="46068" y="85475"/>
                </a:lnTo>
                <a:lnTo>
                  <a:pt x="45169" y="85640"/>
                </a:lnTo>
                <a:lnTo>
                  <a:pt x="44318" y="85871"/>
                </a:lnTo>
                <a:lnTo>
                  <a:pt x="43514" y="86167"/>
                </a:lnTo>
                <a:lnTo>
                  <a:pt x="42757" y="86529"/>
                </a:lnTo>
                <a:lnTo>
                  <a:pt x="42046" y="86958"/>
                </a:lnTo>
                <a:lnTo>
                  <a:pt x="41383" y="87451"/>
                </a:lnTo>
                <a:lnTo>
                  <a:pt x="40767" y="88011"/>
                </a:lnTo>
                <a:lnTo>
                  <a:pt x="40207" y="88627"/>
                </a:lnTo>
                <a:lnTo>
                  <a:pt x="39714" y="89290"/>
                </a:lnTo>
                <a:lnTo>
                  <a:pt x="39285" y="90001"/>
                </a:lnTo>
                <a:lnTo>
                  <a:pt x="38923" y="90758"/>
                </a:lnTo>
                <a:lnTo>
                  <a:pt x="38627" y="91562"/>
                </a:lnTo>
                <a:lnTo>
                  <a:pt x="38396" y="92413"/>
                </a:lnTo>
                <a:lnTo>
                  <a:pt x="38231" y="93312"/>
                </a:lnTo>
                <a:lnTo>
                  <a:pt x="38133" y="94257"/>
                </a:lnTo>
                <a:lnTo>
                  <a:pt x="38100" y="95250"/>
                </a:lnTo>
                <a:lnTo>
                  <a:pt x="38133" y="96238"/>
                </a:lnTo>
                <a:lnTo>
                  <a:pt x="38231" y="97169"/>
                </a:lnTo>
                <a:lnTo>
                  <a:pt x="38396" y="98044"/>
                </a:lnTo>
                <a:lnTo>
                  <a:pt x="38627" y="98863"/>
                </a:lnTo>
                <a:lnTo>
                  <a:pt x="38923" y="99625"/>
                </a:lnTo>
                <a:lnTo>
                  <a:pt x="39285" y="100330"/>
                </a:lnTo>
                <a:lnTo>
                  <a:pt x="39714" y="100979"/>
                </a:lnTo>
                <a:lnTo>
                  <a:pt x="40207" y="101572"/>
                </a:lnTo>
                <a:lnTo>
                  <a:pt x="40767" y="102108"/>
                </a:lnTo>
                <a:lnTo>
                  <a:pt x="41383" y="102588"/>
                </a:lnTo>
                <a:lnTo>
                  <a:pt x="42046" y="103011"/>
                </a:lnTo>
                <a:lnTo>
                  <a:pt x="42757" y="103378"/>
                </a:lnTo>
                <a:lnTo>
                  <a:pt x="43514" y="103688"/>
                </a:lnTo>
                <a:lnTo>
                  <a:pt x="44318" y="103943"/>
                </a:lnTo>
                <a:lnTo>
                  <a:pt x="45169" y="104140"/>
                </a:lnTo>
                <a:lnTo>
                  <a:pt x="46068" y="104281"/>
                </a:lnTo>
                <a:lnTo>
                  <a:pt x="47013" y="104365"/>
                </a:lnTo>
                <a:lnTo>
                  <a:pt x="48006" y="104394"/>
                </a:lnTo>
                <a:lnTo>
                  <a:pt x="57150" y="104394"/>
                </a:lnTo>
                <a:lnTo>
                  <a:pt x="57150" y="114300"/>
                </a:lnTo>
                <a:lnTo>
                  <a:pt x="57183" y="115288"/>
                </a:lnTo>
                <a:lnTo>
                  <a:pt x="57281" y="116219"/>
                </a:lnTo>
                <a:lnTo>
                  <a:pt x="57446" y="117094"/>
                </a:lnTo>
                <a:lnTo>
                  <a:pt x="57677" y="117913"/>
                </a:lnTo>
                <a:lnTo>
                  <a:pt x="57973" y="118675"/>
                </a:lnTo>
                <a:lnTo>
                  <a:pt x="58335" y="119380"/>
                </a:lnTo>
                <a:lnTo>
                  <a:pt x="58764" y="120029"/>
                </a:lnTo>
                <a:lnTo>
                  <a:pt x="59257" y="120622"/>
                </a:lnTo>
                <a:lnTo>
                  <a:pt x="59817" y="121158"/>
                </a:lnTo>
                <a:lnTo>
                  <a:pt x="60429" y="121638"/>
                </a:lnTo>
                <a:lnTo>
                  <a:pt x="61077" y="122061"/>
                </a:lnTo>
                <a:lnTo>
                  <a:pt x="61764" y="122428"/>
                </a:lnTo>
                <a:lnTo>
                  <a:pt x="62489" y="122738"/>
                </a:lnTo>
                <a:lnTo>
                  <a:pt x="63251" y="122993"/>
                </a:lnTo>
                <a:lnTo>
                  <a:pt x="64050" y="123190"/>
                </a:lnTo>
                <a:lnTo>
                  <a:pt x="64887" y="123331"/>
                </a:lnTo>
                <a:lnTo>
                  <a:pt x="65763" y="123415"/>
                </a:lnTo>
                <a:lnTo>
                  <a:pt x="66675" y="123444"/>
                </a:lnTo>
                <a:lnTo>
                  <a:pt x="67587" y="123415"/>
                </a:lnTo>
                <a:lnTo>
                  <a:pt x="68463" y="123331"/>
                </a:lnTo>
                <a:lnTo>
                  <a:pt x="69300" y="123190"/>
                </a:lnTo>
                <a:lnTo>
                  <a:pt x="70099" y="122993"/>
                </a:lnTo>
                <a:lnTo>
                  <a:pt x="70861" y="122738"/>
                </a:lnTo>
                <a:lnTo>
                  <a:pt x="71586" y="122428"/>
                </a:lnTo>
                <a:lnTo>
                  <a:pt x="72273" y="122061"/>
                </a:lnTo>
                <a:lnTo>
                  <a:pt x="72921" y="121638"/>
                </a:lnTo>
                <a:lnTo>
                  <a:pt x="73533" y="121158"/>
                </a:lnTo>
                <a:lnTo>
                  <a:pt x="74093" y="120622"/>
                </a:lnTo>
                <a:lnTo>
                  <a:pt x="74586" y="120029"/>
                </a:lnTo>
                <a:lnTo>
                  <a:pt x="75015" y="119380"/>
                </a:lnTo>
                <a:lnTo>
                  <a:pt x="75377" y="118675"/>
                </a:lnTo>
                <a:lnTo>
                  <a:pt x="75673" y="117913"/>
                </a:lnTo>
                <a:lnTo>
                  <a:pt x="75904" y="117094"/>
                </a:lnTo>
                <a:lnTo>
                  <a:pt x="76069" y="116219"/>
                </a:lnTo>
                <a:lnTo>
                  <a:pt x="76167" y="115288"/>
                </a:lnTo>
                <a:lnTo>
                  <a:pt x="76200" y="114300"/>
                </a:lnTo>
                <a:lnTo>
                  <a:pt x="76200" y="105156"/>
                </a:lnTo>
                <a:lnTo>
                  <a:pt x="86106" y="105156"/>
                </a:lnTo>
                <a:lnTo>
                  <a:pt x="86938" y="105123"/>
                </a:lnTo>
                <a:lnTo>
                  <a:pt x="87743" y="105025"/>
                </a:lnTo>
                <a:lnTo>
                  <a:pt x="88519" y="104860"/>
                </a:lnTo>
                <a:lnTo>
                  <a:pt x="89267" y="104629"/>
                </a:lnTo>
                <a:lnTo>
                  <a:pt x="89986" y="104333"/>
                </a:lnTo>
                <a:lnTo>
                  <a:pt x="90678" y="103971"/>
                </a:lnTo>
                <a:lnTo>
                  <a:pt x="91341" y="103542"/>
                </a:lnTo>
                <a:lnTo>
                  <a:pt x="91976" y="103049"/>
                </a:lnTo>
                <a:lnTo>
                  <a:pt x="92583" y="102489"/>
                </a:lnTo>
                <a:lnTo>
                  <a:pt x="93143" y="101873"/>
                </a:lnTo>
                <a:lnTo>
                  <a:pt x="93636" y="101210"/>
                </a:lnTo>
                <a:lnTo>
                  <a:pt x="94065" y="100499"/>
                </a:lnTo>
                <a:lnTo>
                  <a:pt x="94427" y="99742"/>
                </a:lnTo>
                <a:lnTo>
                  <a:pt x="94723" y="98938"/>
                </a:lnTo>
                <a:lnTo>
                  <a:pt x="94954" y="98087"/>
                </a:lnTo>
                <a:lnTo>
                  <a:pt x="95119" y="97188"/>
                </a:lnTo>
                <a:lnTo>
                  <a:pt x="95217" y="96243"/>
                </a:lnTo>
                <a:lnTo>
                  <a:pt x="95250" y="95250"/>
                </a:lnTo>
                <a:lnTo>
                  <a:pt x="95217" y="94262"/>
                </a:lnTo>
                <a:lnTo>
                  <a:pt x="95119" y="93331"/>
                </a:lnTo>
                <a:lnTo>
                  <a:pt x="94954" y="92456"/>
                </a:lnTo>
                <a:lnTo>
                  <a:pt x="94723" y="91637"/>
                </a:lnTo>
                <a:lnTo>
                  <a:pt x="94427" y="90875"/>
                </a:lnTo>
                <a:lnTo>
                  <a:pt x="94065" y="90170"/>
                </a:lnTo>
                <a:lnTo>
                  <a:pt x="93636" y="89521"/>
                </a:lnTo>
                <a:lnTo>
                  <a:pt x="93143" y="88928"/>
                </a:lnTo>
                <a:lnTo>
                  <a:pt x="92583" y="88392"/>
                </a:lnTo>
                <a:lnTo>
                  <a:pt x="91967" y="87912"/>
                </a:lnTo>
                <a:lnTo>
                  <a:pt x="91304" y="87489"/>
                </a:lnTo>
                <a:lnTo>
                  <a:pt x="90593" y="87122"/>
                </a:lnTo>
                <a:lnTo>
                  <a:pt x="89836" y="86812"/>
                </a:lnTo>
                <a:lnTo>
                  <a:pt x="89032" y="86557"/>
                </a:lnTo>
                <a:lnTo>
                  <a:pt x="88181" y="86360"/>
                </a:lnTo>
                <a:lnTo>
                  <a:pt x="87282" y="86219"/>
                </a:lnTo>
                <a:lnTo>
                  <a:pt x="86337" y="86135"/>
                </a:lnTo>
                <a:lnTo>
                  <a:pt x="85344" y="86106"/>
                </a:lnTo>
                <a:close/>
                <a:moveTo>
                  <a:pt x="162306" y="80772"/>
                </a:moveTo>
                <a:lnTo>
                  <a:pt x="162353" y="82104"/>
                </a:lnTo>
                <a:lnTo>
                  <a:pt x="162495" y="83388"/>
                </a:lnTo>
                <a:lnTo>
                  <a:pt x="162729" y="84624"/>
                </a:lnTo>
                <a:lnTo>
                  <a:pt x="163058" y="85815"/>
                </a:lnTo>
                <a:lnTo>
                  <a:pt x="163482" y="86958"/>
                </a:lnTo>
                <a:lnTo>
                  <a:pt x="164000" y="88053"/>
                </a:lnTo>
                <a:lnTo>
                  <a:pt x="164611" y="89103"/>
                </a:lnTo>
                <a:lnTo>
                  <a:pt x="165316" y="90105"/>
                </a:lnTo>
                <a:lnTo>
                  <a:pt x="166116" y="91059"/>
                </a:lnTo>
                <a:lnTo>
                  <a:pt x="166991" y="91938"/>
                </a:lnTo>
                <a:lnTo>
                  <a:pt x="167922" y="92714"/>
                </a:lnTo>
                <a:lnTo>
                  <a:pt x="168910" y="93387"/>
                </a:lnTo>
                <a:lnTo>
                  <a:pt x="169955" y="93957"/>
                </a:lnTo>
                <a:lnTo>
                  <a:pt x="171055" y="94422"/>
                </a:lnTo>
                <a:lnTo>
                  <a:pt x="172212" y="94784"/>
                </a:lnTo>
                <a:lnTo>
                  <a:pt x="173425" y="95043"/>
                </a:lnTo>
                <a:lnTo>
                  <a:pt x="174695" y="95199"/>
                </a:lnTo>
                <a:lnTo>
                  <a:pt x="176022" y="95250"/>
                </a:lnTo>
                <a:lnTo>
                  <a:pt x="177354" y="95199"/>
                </a:lnTo>
                <a:lnTo>
                  <a:pt x="178638" y="95043"/>
                </a:lnTo>
                <a:lnTo>
                  <a:pt x="179874" y="94784"/>
                </a:lnTo>
                <a:lnTo>
                  <a:pt x="181065" y="94422"/>
                </a:lnTo>
                <a:lnTo>
                  <a:pt x="182208" y="93957"/>
                </a:lnTo>
                <a:lnTo>
                  <a:pt x="183303" y="93387"/>
                </a:lnTo>
                <a:lnTo>
                  <a:pt x="184353" y="92714"/>
                </a:lnTo>
                <a:lnTo>
                  <a:pt x="185355" y="91938"/>
                </a:lnTo>
                <a:lnTo>
                  <a:pt x="186309" y="91059"/>
                </a:lnTo>
                <a:lnTo>
                  <a:pt x="187188" y="90105"/>
                </a:lnTo>
                <a:lnTo>
                  <a:pt x="187964" y="89103"/>
                </a:lnTo>
                <a:lnTo>
                  <a:pt x="188637" y="88053"/>
                </a:lnTo>
                <a:lnTo>
                  <a:pt x="189207" y="86958"/>
                </a:lnTo>
                <a:lnTo>
                  <a:pt x="189672" y="85815"/>
                </a:lnTo>
                <a:lnTo>
                  <a:pt x="190034" y="84624"/>
                </a:lnTo>
                <a:lnTo>
                  <a:pt x="190293" y="83388"/>
                </a:lnTo>
                <a:lnTo>
                  <a:pt x="190449" y="82104"/>
                </a:lnTo>
                <a:lnTo>
                  <a:pt x="190500" y="80772"/>
                </a:lnTo>
                <a:lnTo>
                  <a:pt x="190449" y="79440"/>
                </a:lnTo>
                <a:lnTo>
                  <a:pt x="190293" y="78156"/>
                </a:lnTo>
                <a:lnTo>
                  <a:pt x="190034" y="76920"/>
                </a:lnTo>
                <a:lnTo>
                  <a:pt x="189672" y="75729"/>
                </a:lnTo>
                <a:lnTo>
                  <a:pt x="189207" y="74586"/>
                </a:lnTo>
                <a:lnTo>
                  <a:pt x="188637" y="73491"/>
                </a:lnTo>
                <a:lnTo>
                  <a:pt x="187964" y="72441"/>
                </a:lnTo>
                <a:lnTo>
                  <a:pt x="187188" y="71439"/>
                </a:lnTo>
                <a:lnTo>
                  <a:pt x="186309" y="70485"/>
                </a:lnTo>
                <a:lnTo>
                  <a:pt x="185355" y="69606"/>
                </a:lnTo>
                <a:lnTo>
                  <a:pt x="184353" y="68830"/>
                </a:lnTo>
                <a:lnTo>
                  <a:pt x="183303" y="68157"/>
                </a:lnTo>
                <a:lnTo>
                  <a:pt x="182208" y="67587"/>
                </a:lnTo>
                <a:lnTo>
                  <a:pt x="181065" y="67122"/>
                </a:lnTo>
                <a:lnTo>
                  <a:pt x="179874" y="66760"/>
                </a:lnTo>
                <a:lnTo>
                  <a:pt x="178638" y="66501"/>
                </a:lnTo>
                <a:lnTo>
                  <a:pt x="177354" y="66345"/>
                </a:lnTo>
                <a:lnTo>
                  <a:pt x="176022" y="66294"/>
                </a:lnTo>
                <a:lnTo>
                  <a:pt x="174695" y="66345"/>
                </a:lnTo>
                <a:lnTo>
                  <a:pt x="173425" y="66501"/>
                </a:lnTo>
                <a:lnTo>
                  <a:pt x="172212" y="66760"/>
                </a:lnTo>
                <a:lnTo>
                  <a:pt x="171055" y="67122"/>
                </a:lnTo>
                <a:lnTo>
                  <a:pt x="169955" y="67587"/>
                </a:lnTo>
                <a:lnTo>
                  <a:pt x="168910" y="68157"/>
                </a:lnTo>
                <a:lnTo>
                  <a:pt x="167922" y="68830"/>
                </a:lnTo>
                <a:lnTo>
                  <a:pt x="166991" y="69606"/>
                </a:lnTo>
                <a:lnTo>
                  <a:pt x="166116" y="70485"/>
                </a:lnTo>
                <a:lnTo>
                  <a:pt x="165316" y="71439"/>
                </a:lnTo>
                <a:lnTo>
                  <a:pt x="164611" y="72441"/>
                </a:lnTo>
                <a:lnTo>
                  <a:pt x="164000" y="73491"/>
                </a:lnTo>
                <a:lnTo>
                  <a:pt x="163482" y="74586"/>
                </a:lnTo>
                <a:lnTo>
                  <a:pt x="163058" y="75729"/>
                </a:lnTo>
                <a:lnTo>
                  <a:pt x="162729" y="76920"/>
                </a:lnTo>
                <a:lnTo>
                  <a:pt x="162495" y="78156"/>
                </a:lnTo>
                <a:lnTo>
                  <a:pt x="162353" y="79440"/>
                </a:lnTo>
                <a:lnTo>
                  <a:pt x="162306" y="80772"/>
                </a:lnTo>
                <a:close/>
                <a:moveTo>
                  <a:pt x="133350" y="109728"/>
                </a:moveTo>
                <a:lnTo>
                  <a:pt x="133401" y="111055"/>
                </a:lnTo>
                <a:lnTo>
                  <a:pt x="133557" y="112325"/>
                </a:lnTo>
                <a:lnTo>
                  <a:pt x="133816" y="113538"/>
                </a:lnTo>
                <a:lnTo>
                  <a:pt x="134178" y="114695"/>
                </a:lnTo>
                <a:lnTo>
                  <a:pt x="134643" y="115795"/>
                </a:lnTo>
                <a:lnTo>
                  <a:pt x="135213" y="116840"/>
                </a:lnTo>
                <a:lnTo>
                  <a:pt x="135886" y="117828"/>
                </a:lnTo>
                <a:lnTo>
                  <a:pt x="136662" y="118759"/>
                </a:lnTo>
                <a:lnTo>
                  <a:pt x="137541" y="119634"/>
                </a:lnTo>
                <a:lnTo>
                  <a:pt x="138495" y="120434"/>
                </a:lnTo>
                <a:lnTo>
                  <a:pt x="139497" y="121139"/>
                </a:lnTo>
                <a:lnTo>
                  <a:pt x="140547" y="121750"/>
                </a:lnTo>
                <a:lnTo>
                  <a:pt x="141642" y="122268"/>
                </a:lnTo>
                <a:lnTo>
                  <a:pt x="142785" y="122692"/>
                </a:lnTo>
                <a:lnTo>
                  <a:pt x="143976" y="123021"/>
                </a:lnTo>
                <a:lnTo>
                  <a:pt x="145212" y="123255"/>
                </a:lnTo>
                <a:lnTo>
                  <a:pt x="146496" y="123397"/>
                </a:lnTo>
                <a:lnTo>
                  <a:pt x="147828" y="123444"/>
                </a:lnTo>
                <a:lnTo>
                  <a:pt x="149160" y="123397"/>
                </a:lnTo>
                <a:lnTo>
                  <a:pt x="150444" y="123255"/>
                </a:lnTo>
                <a:lnTo>
                  <a:pt x="151680" y="123021"/>
                </a:lnTo>
                <a:lnTo>
                  <a:pt x="152871" y="122692"/>
                </a:lnTo>
                <a:lnTo>
                  <a:pt x="154014" y="122268"/>
                </a:lnTo>
                <a:lnTo>
                  <a:pt x="155109" y="121750"/>
                </a:lnTo>
                <a:lnTo>
                  <a:pt x="156159" y="121139"/>
                </a:lnTo>
                <a:lnTo>
                  <a:pt x="157161" y="120434"/>
                </a:lnTo>
                <a:lnTo>
                  <a:pt x="158115" y="119634"/>
                </a:lnTo>
                <a:lnTo>
                  <a:pt x="158994" y="118759"/>
                </a:lnTo>
                <a:lnTo>
                  <a:pt x="159770" y="117828"/>
                </a:lnTo>
                <a:lnTo>
                  <a:pt x="160443" y="116840"/>
                </a:lnTo>
                <a:lnTo>
                  <a:pt x="161013" y="115795"/>
                </a:lnTo>
                <a:lnTo>
                  <a:pt x="161478" y="114695"/>
                </a:lnTo>
                <a:lnTo>
                  <a:pt x="161840" y="113538"/>
                </a:lnTo>
                <a:lnTo>
                  <a:pt x="162099" y="112325"/>
                </a:lnTo>
                <a:lnTo>
                  <a:pt x="162255" y="111055"/>
                </a:lnTo>
                <a:lnTo>
                  <a:pt x="162306" y="109728"/>
                </a:lnTo>
                <a:lnTo>
                  <a:pt x="162255" y="108396"/>
                </a:lnTo>
                <a:lnTo>
                  <a:pt x="162099" y="107112"/>
                </a:lnTo>
                <a:lnTo>
                  <a:pt x="161840" y="105876"/>
                </a:lnTo>
                <a:lnTo>
                  <a:pt x="161478" y="104685"/>
                </a:lnTo>
                <a:lnTo>
                  <a:pt x="161013" y="103542"/>
                </a:lnTo>
                <a:lnTo>
                  <a:pt x="160443" y="102447"/>
                </a:lnTo>
                <a:lnTo>
                  <a:pt x="159770" y="101397"/>
                </a:lnTo>
                <a:lnTo>
                  <a:pt x="158994" y="100395"/>
                </a:lnTo>
                <a:lnTo>
                  <a:pt x="158115" y="99441"/>
                </a:lnTo>
                <a:lnTo>
                  <a:pt x="157161" y="98562"/>
                </a:lnTo>
                <a:lnTo>
                  <a:pt x="156159" y="97786"/>
                </a:lnTo>
                <a:lnTo>
                  <a:pt x="155109" y="97113"/>
                </a:lnTo>
                <a:lnTo>
                  <a:pt x="154014" y="96543"/>
                </a:lnTo>
                <a:lnTo>
                  <a:pt x="152871" y="96078"/>
                </a:lnTo>
                <a:lnTo>
                  <a:pt x="151680" y="95716"/>
                </a:lnTo>
                <a:lnTo>
                  <a:pt x="150444" y="95457"/>
                </a:lnTo>
                <a:lnTo>
                  <a:pt x="149160" y="95301"/>
                </a:lnTo>
                <a:lnTo>
                  <a:pt x="147828" y="95250"/>
                </a:lnTo>
                <a:lnTo>
                  <a:pt x="146496" y="95301"/>
                </a:lnTo>
                <a:lnTo>
                  <a:pt x="145212" y="95457"/>
                </a:lnTo>
                <a:lnTo>
                  <a:pt x="143976" y="95716"/>
                </a:lnTo>
                <a:lnTo>
                  <a:pt x="142785" y="96078"/>
                </a:lnTo>
                <a:lnTo>
                  <a:pt x="141642" y="96543"/>
                </a:lnTo>
                <a:lnTo>
                  <a:pt x="140547" y="97113"/>
                </a:lnTo>
                <a:lnTo>
                  <a:pt x="139497" y="97786"/>
                </a:lnTo>
                <a:lnTo>
                  <a:pt x="138495" y="98562"/>
                </a:lnTo>
                <a:lnTo>
                  <a:pt x="137541" y="99441"/>
                </a:lnTo>
                <a:lnTo>
                  <a:pt x="136662" y="100395"/>
                </a:lnTo>
                <a:lnTo>
                  <a:pt x="135886" y="101397"/>
                </a:lnTo>
                <a:lnTo>
                  <a:pt x="135213" y="102447"/>
                </a:lnTo>
                <a:lnTo>
                  <a:pt x="134643" y="103542"/>
                </a:lnTo>
                <a:lnTo>
                  <a:pt x="134178" y="104685"/>
                </a:lnTo>
                <a:lnTo>
                  <a:pt x="133816" y="105876"/>
                </a:lnTo>
                <a:lnTo>
                  <a:pt x="133557" y="107112"/>
                </a:lnTo>
                <a:lnTo>
                  <a:pt x="133401" y="108396"/>
                </a:lnTo>
                <a:lnTo>
                  <a:pt x="133350" y="109728"/>
                </a:lnTo>
                <a:close/>
              </a:path>
            </a:pathLst>
          </a:custGeom>
          <a:solidFill>
            <a:srgbClr val="C77E8C"/>
          </a:solidFill>
          <a:ln w="0">
            <a:noFill/>
          </a:ln>
        </p:spPr>
      </p:sp>
      <p:sp>
        <p:nvSpPr>
          <p:cNvPr id="69" name="手繪多邊形: 圖案 68">
            <a:extLst>
              <a:ext uri="{FF2B5EF4-FFF2-40B4-BE49-F238E27FC236}">
                <a16:creationId xmlns:a16="http://schemas.microsoft.com/office/drawing/2014/main" id="{A2E118AB-C23E-4A50-B1FC-0627931A1DD9}"/>
              </a:ext>
            </a:extLst>
          </p:cNvPr>
          <p:cNvSpPr>
            <a:spLocks noGrp="1"/>
          </p:cNvSpPr>
          <p:nvPr/>
        </p:nvSpPr>
        <p:spPr>
          <a:xfrm>
            <a:off x="6086475" y="6038850"/>
            <a:ext cx="381000" cy="38100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219456" y="209550"/>
                </a:moveTo>
                <a:lnTo>
                  <a:pt x="48006" y="209550"/>
                </a:lnTo>
                <a:lnTo>
                  <a:pt x="45344" y="209446"/>
                </a:lnTo>
                <a:lnTo>
                  <a:pt x="42776" y="209136"/>
                </a:lnTo>
                <a:lnTo>
                  <a:pt x="40301" y="208618"/>
                </a:lnTo>
                <a:lnTo>
                  <a:pt x="37921" y="207895"/>
                </a:lnTo>
                <a:lnTo>
                  <a:pt x="35635" y="206963"/>
                </a:lnTo>
                <a:lnTo>
                  <a:pt x="33443" y="205825"/>
                </a:lnTo>
                <a:lnTo>
                  <a:pt x="31346" y="204480"/>
                </a:lnTo>
                <a:lnTo>
                  <a:pt x="29342" y="202927"/>
                </a:lnTo>
                <a:lnTo>
                  <a:pt x="27432" y="201168"/>
                </a:lnTo>
                <a:lnTo>
                  <a:pt x="25673" y="199268"/>
                </a:lnTo>
                <a:lnTo>
                  <a:pt x="24120" y="197292"/>
                </a:lnTo>
                <a:lnTo>
                  <a:pt x="22775" y="195242"/>
                </a:lnTo>
                <a:lnTo>
                  <a:pt x="21637" y="193116"/>
                </a:lnTo>
                <a:lnTo>
                  <a:pt x="20705" y="190914"/>
                </a:lnTo>
                <a:lnTo>
                  <a:pt x="19982" y="188637"/>
                </a:lnTo>
                <a:lnTo>
                  <a:pt x="19464" y="186285"/>
                </a:lnTo>
                <a:lnTo>
                  <a:pt x="19154" y="183858"/>
                </a:lnTo>
                <a:lnTo>
                  <a:pt x="19050" y="181356"/>
                </a:lnTo>
                <a:lnTo>
                  <a:pt x="19050" y="9144"/>
                </a:lnTo>
                <a:lnTo>
                  <a:pt x="19017" y="8312"/>
                </a:lnTo>
                <a:lnTo>
                  <a:pt x="18919" y="7507"/>
                </a:lnTo>
                <a:lnTo>
                  <a:pt x="18754" y="6731"/>
                </a:lnTo>
                <a:lnTo>
                  <a:pt x="18523" y="5983"/>
                </a:lnTo>
                <a:lnTo>
                  <a:pt x="18227" y="5264"/>
                </a:lnTo>
                <a:lnTo>
                  <a:pt x="17865" y="4572"/>
                </a:lnTo>
                <a:lnTo>
                  <a:pt x="17436" y="3909"/>
                </a:lnTo>
                <a:lnTo>
                  <a:pt x="16943" y="3274"/>
                </a:lnTo>
                <a:lnTo>
                  <a:pt x="16383" y="2667"/>
                </a:lnTo>
                <a:lnTo>
                  <a:pt x="15771" y="2107"/>
                </a:lnTo>
                <a:lnTo>
                  <a:pt x="15123" y="1614"/>
                </a:lnTo>
                <a:lnTo>
                  <a:pt x="14436" y="1185"/>
                </a:lnTo>
                <a:lnTo>
                  <a:pt x="13711" y="823"/>
                </a:lnTo>
                <a:lnTo>
                  <a:pt x="12949" y="527"/>
                </a:lnTo>
                <a:lnTo>
                  <a:pt x="12150" y="296"/>
                </a:lnTo>
                <a:lnTo>
                  <a:pt x="11313" y="131"/>
                </a:lnTo>
                <a:lnTo>
                  <a:pt x="10437" y="33"/>
                </a:lnTo>
                <a:lnTo>
                  <a:pt x="9525" y="0"/>
                </a:lnTo>
                <a:lnTo>
                  <a:pt x="8613" y="33"/>
                </a:lnTo>
                <a:lnTo>
                  <a:pt x="7737" y="131"/>
                </a:lnTo>
                <a:lnTo>
                  <a:pt x="6900" y="296"/>
                </a:lnTo>
                <a:lnTo>
                  <a:pt x="6101" y="527"/>
                </a:lnTo>
                <a:lnTo>
                  <a:pt x="5339" y="823"/>
                </a:lnTo>
                <a:lnTo>
                  <a:pt x="4614" y="1185"/>
                </a:lnTo>
                <a:lnTo>
                  <a:pt x="3927" y="1614"/>
                </a:lnTo>
                <a:lnTo>
                  <a:pt x="3279" y="2107"/>
                </a:lnTo>
                <a:lnTo>
                  <a:pt x="2667" y="2667"/>
                </a:lnTo>
                <a:lnTo>
                  <a:pt x="2107" y="3274"/>
                </a:lnTo>
                <a:lnTo>
                  <a:pt x="1614" y="3909"/>
                </a:lnTo>
                <a:lnTo>
                  <a:pt x="1185" y="4572"/>
                </a:lnTo>
                <a:lnTo>
                  <a:pt x="823" y="5264"/>
                </a:lnTo>
                <a:lnTo>
                  <a:pt x="527" y="5983"/>
                </a:lnTo>
                <a:lnTo>
                  <a:pt x="296" y="6731"/>
                </a:lnTo>
                <a:lnTo>
                  <a:pt x="131" y="7507"/>
                </a:lnTo>
                <a:lnTo>
                  <a:pt x="33" y="8312"/>
                </a:lnTo>
                <a:lnTo>
                  <a:pt x="0" y="9144"/>
                </a:lnTo>
                <a:lnTo>
                  <a:pt x="0" y="180594"/>
                </a:lnTo>
                <a:lnTo>
                  <a:pt x="80" y="183450"/>
                </a:lnTo>
                <a:lnTo>
                  <a:pt x="320" y="186258"/>
                </a:lnTo>
                <a:lnTo>
                  <a:pt x="720" y="189018"/>
                </a:lnTo>
                <a:lnTo>
                  <a:pt x="1279" y="191733"/>
                </a:lnTo>
                <a:lnTo>
                  <a:pt x="1999" y="194400"/>
                </a:lnTo>
                <a:lnTo>
                  <a:pt x="2878" y="197019"/>
                </a:lnTo>
                <a:lnTo>
                  <a:pt x="3919" y="199593"/>
                </a:lnTo>
                <a:lnTo>
                  <a:pt x="5118" y="202119"/>
                </a:lnTo>
                <a:lnTo>
                  <a:pt x="6477" y="204597"/>
                </a:lnTo>
                <a:lnTo>
                  <a:pt x="7972" y="206996"/>
                </a:lnTo>
                <a:lnTo>
                  <a:pt x="9581" y="209282"/>
                </a:lnTo>
                <a:lnTo>
                  <a:pt x="11303" y="211455"/>
                </a:lnTo>
                <a:lnTo>
                  <a:pt x="13138" y="213515"/>
                </a:lnTo>
                <a:lnTo>
                  <a:pt x="15085" y="215462"/>
                </a:lnTo>
                <a:lnTo>
                  <a:pt x="17145" y="217297"/>
                </a:lnTo>
                <a:lnTo>
                  <a:pt x="19318" y="219019"/>
                </a:lnTo>
                <a:lnTo>
                  <a:pt x="21604" y="220628"/>
                </a:lnTo>
                <a:lnTo>
                  <a:pt x="24003" y="222123"/>
                </a:lnTo>
                <a:lnTo>
                  <a:pt x="26473" y="223482"/>
                </a:lnTo>
                <a:lnTo>
                  <a:pt x="28970" y="224681"/>
                </a:lnTo>
                <a:lnTo>
                  <a:pt x="31496" y="225722"/>
                </a:lnTo>
                <a:lnTo>
                  <a:pt x="34050" y="226601"/>
                </a:lnTo>
                <a:lnTo>
                  <a:pt x="36632" y="227321"/>
                </a:lnTo>
                <a:lnTo>
                  <a:pt x="39243" y="227880"/>
                </a:lnTo>
                <a:lnTo>
                  <a:pt x="41881" y="228280"/>
                </a:lnTo>
                <a:lnTo>
                  <a:pt x="44548" y="228520"/>
                </a:lnTo>
                <a:lnTo>
                  <a:pt x="47244" y="228600"/>
                </a:lnTo>
                <a:lnTo>
                  <a:pt x="219456" y="228600"/>
                </a:lnTo>
                <a:lnTo>
                  <a:pt x="220288" y="228567"/>
                </a:lnTo>
                <a:lnTo>
                  <a:pt x="221093" y="228469"/>
                </a:lnTo>
                <a:lnTo>
                  <a:pt x="221869" y="228304"/>
                </a:lnTo>
                <a:lnTo>
                  <a:pt x="222617" y="228073"/>
                </a:lnTo>
                <a:lnTo>
                  <a:pt x="223336" y="227777"/>
                </a:lnTo>
                <a:lnTo>
                  <a:pt x="224028" y="227415"/>
                </a:lnTo>
                <a:lnTo>
                  <a:pt x="224691" y="226986"/>
                </a:lnTo>
                <a:lnTo>
                  <a:pt x="225326" y="226493"/>
                </a:lnTo>
                <a:lnTo>
                  <a:pt x="225933" y="225933"/>
                </a:lnTo>
                <a:lnTo>
                  <a:pt x="226493" y="225321"/>
                </a:lnTo>
                <a:lnTo>
                  <a:pt x="226986" y="224673"/>
                </a:lnTo>
                <a:lnTo>
                  <a:pt x="227415" y="223986"/>
                </a:lnTo>
                <a:lnTo>
                  <a:pt x="227777" y="223261"/>
                </a:lnTo>
                <a:lnTo>
                  <a:pt x="228073" y="222499"/>
                </a:lnTo>
                <a:lnTo>
                  <a:pt x="228304" y="221700"/>
                </a:lnTo>
                <a:lnTo>
                  <a:pt x="228469" y="220863"/>
                </a:lnTo>
                <a:lnTo>
                  <a:pt x="228567" y="219987"/>
                </a:lnTo>
                <a:lnTo>
                  <a:pt x="228600" y="219075"/>
                </a:lnTo>
                <a:lnTo>
                  <a:pt x="228567" y="218163"/>
                </a:lnTo>
                <a:lnTo>
                  <a:pt x="228469" y="217287"/>
                </a:lnTo>
                <a:lnTo>
                  <a:pt x="228304" y="216450"/>
                </a:lnTo>
                <a:lnTo>
                  <a:pt x="228073" y="215651"/>
                </a:lnTo>
                <a:lnTo>
                  <a:pt x="227777" y="214889"/>
                </a:lnTo>
                <a:lnTo>
                  <a:pt x="227415" y="214164"/>
                </a:lnTo>
                <a:lnTo>
                  <a:pt x="226986" y="213477"/>
                </a:lnTo>
                <a:lnTo>
                  <a:pt x="226493" y="212829"/>
                </a:lnTo>
                <a:lnTo>
                  <a:pt x="225933" y="212217"/>
                </a:lnTo>
                <a:lnTo>
                  <a:pt x="225326" y="211657"/>
                </a:lnTo>
                <a:lnTo>
                  <a:pt x="224691" y="211164"/>
                </a:lnTo>
                <a:lnTo>
                  <a:pt x="224028" y="210735"/>
                </a:lnTo>
                <a:lnTo>
                  <a:pt x="223336" y="210373"/>
                </a:lnTo>
                <a:lnTo>
                  <a:pt x="222617" y="210077"/>
                </a:lnTo>
                <a:lnTo>
                  <a:pt x="221869" y="209846"/>
                </a:lnTo>
                <a:lnTo>
                  <a:pt x="221093" y="209681"/>
                </a:lnTo>
                <a:lnTo>
                  <a:pt x="220288" y="209583"/>
                </a:lnTo>
                <a:lnTo>
                  <a:pt x="219456" y="209550"/>
                </a:lnTo>
                <a:close/>
                <a:moveTo>
                  <a:pt x="57150" y="190500"/>
                </a:moveTo>
                <a:lnTo>
                  <a:pt x="57982" y="190467"/>
                </a:lnTo>
                <a:lnTo>
                  <a:pt x="58787" y="190369"/>
                </a:lnTo>
                <a:lnTo>
                  <a:pt x="59563" y="190204"/>
                </a:lnTo>
                <a:lnTo>
                  <a:pt x="60311" y="189973"/>
                </a:lnTo>
                <a:lnTo>
                  <a:pt x="61030" y="189677"/>
                </a:lnTo>
                <a:lnTo>
                  <a:pt x="61722" y="189315"/>
                </a:lnTo>
                <a:lnTo>
                  <a:pt x="62385" y="188886"/>
                </a:lnTo>
                <a:lnTo>
                  <a:pt x="63020" y="188393"/>
                </a:lnTo>
                <a:lnTo>
                  <a:pt x="63627" y="187833"/>
                </a:lnTo>
                <a:lnTo>
                  <a:pt x="64187" y="187226"/>
                </a:lnTo>
                <a:lnTo>
                  <a:pt x="64680" y="186591"/>
                </a:lnTo>
                <a:lnTo>
                  <a:pt x="65109" y="185928"/>
                </a:lnTo>
                <a:lnTo>
                  <a:pt x="65471" y="185236"/>
                </a:lnTo>
                <a:lnTo>
                  <a:pt x="65767" y="184517"/>
                </a:lnTo>
                <a:lnTo>
                  <a:pt x="65998" y="183769"/>
                </a:lnTo>
                <a:lnTo>
                  <a:pt x="66163" y="182993"/>
                </a:lnTo>
                <a:lnTo>
                  <a:pt x="66261" y="182188"/>
                </a:lnTo>
                <a:lnTo>
                  <a:pt x="66294" y="181356"/>
                </a:lnTo>
                <a:lnTo>
                  <a:pt x="66294" y="114300"/>
                </a:lnTo>
                <a:lnTo>
                  <a:pt x="66416" y="113463"/>
                </a:lnTo>
                <a:lnTo>
                  <a:pt x="66444" y="112645"/>
                </a:lnTo>
                <a:lnTo>
                  <a:pt x="66379" y="111844"/>
                </a:lnTo>
                <a:lnTo>
                  <a:pt x="66219" y="111063"/>
                </a:lnTo>
                <a:lnTo>
                  <a:pt x="65964" y="110301"/>
                </a:lnTo>
                <a:lnTo>
                  <a:pt x="65617" y="109558"/>
                </a:lnTo>
                <a:lnTo>
                  <a:pt x="65175" y="108835"/>
                </a:lnTo>
                <a:lnTo>
                  <a:pt x="64639" y="108129"/>
                </a:lnTo>
                <a:lnTo>
                  <a:pt x="64008" y="107442"/>
                </a:lnTo>
                <a:lnTo>
                  <a:pt x="63321" y="106802"/>
                </a:lnTo>
                <a:lnTo>
                  <a:pt x="62615" y="106238"/>
                </a:lnTo>
                <a:lnTo>
                  <a:pt x="61892" y="105748"/>
                </a:lnTo>
                <a:lnTo>
                  <a:pt x="61149" y="105335"/>
                </a:lnTo>
                <a:lnTo>
                  <a:pt x="60387" y="104996"/>
                </a:lnTo>
                <a:lnTo>
                  <a:pt x="59606" y="104733"/>
                </a:lnTo>
                <a:lnTo>
                  <a:pt x="58805" y="104544"/>
                </a:lnTo>
                <a:lnTo>
                  <a:pt x="57987" y="104432"/>
                </a:lnTo>
                <a:lnTo>
                  <a:pt x="57150" y="104394"/>
                </a:lnTo>
                <a:lnTo>
                  <a:pt x="56318" y="104432"/>
                </a:lnTo>
                <a:lnTo>
                  <a:pt x="55513" y="104544"/>
                </a:lnTo>
                <a:lnTo>
                  <a:pt x="54737" y="104733"/>
                </a:lnTo>
                <a:lnTo>
                  <a:pt x="53989" y="104996"/>
                </a:lnTo>
                <a:lnTo>
                  <a:pt x="53270" y="105335"/>
                </a:lnTo>
                <a:lnTo>
                  <a:pt x="52578" y="105748"/>
                </a:lnTo>
                <a:lnTo>
                  <a:pt x="51915" y="106238"/>
                </a:lnTo>
                <a:lnTo>
                  <a:pt x="51280" y="106802"/>
                </a:lnTo>
                <a:lnTo>
                  <a:pt x="50673" y="107442"/>
                </a:lnTo>
                <a:lnTo>
                  <a:pt x="50113" y="108129"/>
                </a:lnTo>
                <a:lnTo>
                  <a:pt x="49620" y="108835"/>
                </a:lnTo>
                <a:lnTo>
                  <a:pt x="49191" y="109558"/>
                </a:lnTo>
                <a:lnTo>
                  <a:pt x="48829" y="110301"/>
                </a:lnTo>
                <a:lnTo>
                  <a:pt x="48533" y="111063"/>
                </a:lnTo>
                <a:lnTo>
                  <a:pt x="48302" y="111844"/>
                </a:lnTo>
                <a:lnTo>
                  <a:pt x="48137" y="112645"/>
                </a:lnTo>
                <a:lnTo>
                  <a:pt x="48039" y="113463"/>
                </a:lnTo>
                <a:lnTo>
                  <a:pt x="48006" y="114300"/>
                </a:lnTo>
                <a:lnTo>
                  <a:pt x="48006" y="180594"/>
                </a:lnTo>
                <a:lnTo>
                  <a:pt x="48039" y="181587"/>
                </a:lnTo>
                <a:lnTo>
                  <a:pt x="48137" y="182532"/>
                </a:lnTo>
                <a:lnTo>
                  <a:pt x="48302" y="183431"/>
                </a:lnTo>
                <a:lnTo>
                  <a:pt x="48533" y="184282"/>
                </a:lnTo>
                <a:lnTo>
                  <a:pt x="48829" y="185086"/>
                </a:lnTo>
                <a:lnTo>
                  <a:pt x="49191" y="185843"/>
                </a:lnTo>
                <a:lnTo>
                  <a:pt x="49620" y="186554"/>
                </a:lnTo>
                <a:lnTo>
                  <a:pt x="50113" y="187217"/>
                </a:lnTo>
                <a:lnTo>
                  <a:pt x="50673" y="187833"/>
                </a:lnTo>
                <a:lnTo>
                  <a:pt x="51280" y="188393"/>
                </a:lnTo>
                <a:lnTo>
                  <a:pt x="51915" y="188886"/>
                </a:lnTo>
                <a:lnTo>
                  <a:pt x="52578" y="189315"/>
                </a:lnTo>
                <a:lnTo>
                  <a:pt x="53270" y="189677"/>
                </a:lnTo>
                <a:lnTo>
                  <a:pt x="53989" y="189973"/>
                </a:lnTo>
                <a:lnTo>
                  <a:pt x="54737" y="190204"/>
                </a:lnTo>
                <a:lnTo>
                  <a:pt x="55513" y="190369"/>
                </a:lnTo>
                <a:lnTo>
                  <a:pt x="56318" y="190467"/>
                </a:lnTo>
                <a:lnTo>
                  <a:pt x="57150" y="190500"/>
                </a:lnTo>
                <a:close/>
                <a:moveTo>
                  <a:pt x="95250" y="95250"/>
                </a:moveTo>
                <a:lnTo>
                  <a:pt x="95250" y="180594"/>
                </a:lnTo>
                <a:lnTo>
                  <a:pt x="95283" y="181587"/>
                </a:lnTo>
                <a:lnTo>
                  <a:pt x="95381" y="182532"/>
                </a:lnTo>
                <a:lnTo>
                  <a:pt x="95546" y="183431"/>
                </a:lnTo>
                <a:lnTo>
                  <a:pt x="95777" y="184282"/>
                </a:lnTo>
                <a:lnTo>
                  <a:pt x="96073" y="185086"/>
                </a:lnTo>
                <a:lnTo>
                  <a:pt x="96435" y="185843"/>
                </a:lnTo>
                <a:lnTo>
                  <a:pt x="96864" y="186554"/>
                </a:lnTo>
                <a:lnTo>
                  <a:pt x="97357" y="187217"/>
                </a:lnTo>
                <a:lnTo>
                  <a:pt x="97917" y="187833"/>
                </a:lnTo>
                <a:lnTo>
                  <a:pt x="98529" y="188393"/>
                </a:lnTo>
                <a:lnTo>
                  <a:pt x="99177" y="188886"/>
                </a:lnTo>
                <a:lnTo>
                  <a:pt x="99864" y="189315"/>
                </a:lnTo>
                <a:lnTo>
                  <a:pt x="100589" y="189677"/>
                </a:lnTo>
                <a:lnTo>
                  <a:pt x="101351" y="189973"/>
                </a:lnTo>
                <a:lnTo>
                  <a:pt x="102150" y="190204"/>
                </a:lnTo>
                <a:lnTo>
                  <a:pt x="102987" y="190369"/>
                </a:lnTo>
                <a:lnTo>
                  <a:pt x="103863" y="190467"/>
                </a:lnTo>
                <a:lnTo>
                  <a:pt x="104775" y="190500"/>
                </a:lnTo>
                <a:lnTo>
                  <a:pt x="105687" y="190467"/>
                </a:lnTo>
                <a:lnTo>
                  <a:pt x="106563" y="190369"/>
                </a:lnTo>
                <a:lnTo>
                  <a:pt x="107400" y="190204"/>
                </a:lnTo>
                <a:lnTo>
                  <a:pt x="108199" y="189973"/>
                </a:lnTo>
                <a:lnTo>
                  <a:pt x="108961" y="189677"/>
                </a:lnTo>
                <a:lnTo>
                  <a:pt x="109686" y="189315"/>
                </a:lnTo>
                <a:lnTo>
                  <a:pt x="110373" y="188886"/>
                </a:lnTo>
                <a:lnTo>
                  <a:pt x="111021" y="188393"/>
                </a:lnTo>
                <a:lnTo>
                  <a:pt x="111633" y="187833"/>
                </a:lnTo>
                <a:lnTo>
                  <a:pt x="112193" y="187217"/>
                </a:lnTo>
                <a:lnTo>
                  <a:pt x="112686" y="186554"/>
                </a:lnTo>
                <a:lnTo>
                  <a:pt x="113115" y="185843"/>
                </a:lnTo>
                <a:lnTo>
                  <a:pt x="113477" y="185086"/>
                </a:lnTo>
                <a:lnTo>
                  <a:pt x="113773" y="184282"/>
                </a:lnTo>
                <a:lnTo>
                  <a:pt x="114004" y="183431"/>
                </a:lnTo>
                <a:lnTo>
                  <a:pt x="114169" y="182532"/>
                </a:lnTo>
                <a:lnTo>
                  <a:pt x="114267" y="181587"/>
                </a:lnTo>
                <a:lnTo>
                  <a:pt x="114300" y="180594"/>
                </a:lnTo>
                <a:lnTo>
                  <a:pt x="114300" y="95250"/>
                </a:lnTo>
                <a:lnTo>
                  <a:pt x="114267" y="94413"/>
                </a:lnTo>
                <a:lnTo>
                  <a:pt x="114169" y="93595"/>
                </a:lnTo>
                <a:lnTo>
                  <a:pt x="114004" y="92794"/>
                </a:lnTo>
                <a:lnTo>
                  <a:pt x="113773" y="92013"/>
                </a:lnTo>
                <a:lnTo>
                  <a:pt x="113477" y="91251"/>
                </a:lnTo>
                <a:lnTo>
                  <a:pt x="113115" y="90508"/>
                </a:lnTo>
                <a:lnTo>
                  <a:pt x="112686" y="89785"/>
                </a:lnTo>
                <a:lnTo>
                  <a:pt x="112193" y="89079"/>
                </a:lnTo>
                <a:lnTo>
                  <a:pt x="111633" y="88392"/>
                </a:lnTo>
                <a:lnTo>
                  <a:pt x="111021" y="87752"/>
                </a:lnTo>
                <a:lnTo>
                  <a:pt x="110373" y="87188"/>
                </a:lnTo>
                <a:lnTo>
                  <a:pt x="109686" y="86698"/>
                </a:lnTo>
                <a:lnTo>
                  <a:pt x="108961" y="86285"/>
                </a:lnTo>
                <a:lnTo>
                  <a:pt x="108199" y="85946"/>
                </a:lnTo>
                <a:lnTo>
                  <a:pt x="107400" y="85683"/>
                </a:lnTo>
                <a:lnTo>
                  <a:pt x="106563" y="85494"/>
                </a:lnTo>
                <a:lnTo>
                  <a:pt x="105687" y="85382"/>
                </a:lnTo>
                <a:lnTo>
                  <a:pt x="104775" y="85344"/>
                </a:lnTo>
                <a:lnTo>
                  <a:pt x="103863" y="85382"/>
                </a:lnTo>
                <a:lnTo>
                  <a:pt x="102987" y="85494"/>
                </a:lnTo>
                <a:lnTo>
                  <a:pt x="102150" y="85683"/>
                </a:lnTo>
                <a:lnTo>
                  <a:pt x="101351" y="85946"/>
                </a:lnTo>
                <a:lnTo>
                  <a:pt x="100589" y="86285"/>
                </a:lnTo>
                <a:lnTo>
                  <a:pt x="99864" y="86698"/>
                </a:lnTo>
                <a:lnTo>
                  <a:pt x="99177" y="87188"/>
                </a:lnTo>
                <a:lnTo>
                  <a:pt x="98529" y="87752"/>
                </a:lnTo>
                <a:lnTo>
                  <a:pt x="97917" y="88392"/>
                </a:lnTo>
                <a:lnTo>
                  <a:pt x="97357" y="89079"/>
                </a:lnTo>
                <a:lnTo>
                  <a:pt x="96864" y="89785"/>
                </a:lnTo>
                <a:lnTo>
                  <a:pt x="96435" y="90508"/>
                </a:lnTo>
                <a:lnTo>
                  <a:pt x="96073" y="91251"/>
                </a:lnTo>
                <a:lnTo>
                  <a:pt x="95777" y="92013"/>
                </a:lnTo>
                <a:lnTo>
                  <a:pt x="95546" y="92794"/>
                </a:lnTo>
                <a:lnTo>
                  <a:pt x="95381" y="93595"/>
                </a:lnTo>
                <a:lnTo>
                  <a:pt x="95283" y="94413"/>
                </a:lnTo>
                <a:lnTo>
                  <a:pt x="95250" y="95250"/>
                </a:lnTo>
                <a:close/>
                <a:moveTo>
                  <a:pt x="143256" y="123444"/>
                </a:moveTo>
                <a:lnTo>
                  <a:pt x="143256" y="180594"/>
                </a:lnTo>
                <a:lnTo>
                  <a:pt x="143134" y="181587"/>
                </a:lnTo>
                <a:lnTo>
                  <a:pt x="143106" y="182532"/>
                </a:lnTo>
                <a:lnTo>
                  <a:pt x="143171" y="183431"/>
                </a:lnTo>
                <a:lnTo>
                  <a:pt x="143331" y="184282"/>
                </a:lnTo>
                <a:lnTo>
                  <a:pt x="143586" y="185086"/>
                </a:lnTo>
                <a:lnTo>
                  <a:pt x="143933" y="185843"/>
                </a:lnTo>
                <a:lnTo>
                  <a:pt x="144375" y="186554"/>
                </a:lnTo>
                <a:lnTo>
                  <a:pt x="144911" y="187217"/>
                </a:lnTo>
                <a:lnTo>
                  <a:pt x="145542" y="187833"/>
                </a:lnTo>
                <a:lnTo>
                  <a:pt x="146229" y="188393"/>
                </a:lnTo>
                <a:lnTo>
                  <a:pt x="146935" y="188886"/>
                </a:lnTo>
                <a:lnTo>
                  <a:pt x="147658" y="189315"/>
                </a:lnTo>
                <a:lnTo>
                  <a:pt x="148401" y="189677"/>
                </a:lnTo>
                <a:lnTo>
                  <a:pt x="149163" y="189973"/>
                </a:lnTo>
                <a:lnTo>
                  <a:pt x="149944" y="190204"/>
                </a:lnTo>
                <a:lnTo>
                  <a:pt x="150745" y="190369"/>
                </a:lnTo>
                <a:lnTo>
                  <a:pt x="151563" y="190467"/>
                </a:lnTo>
                <a:lnTo>
                  <a:pt x="152400" y="190500"/>
                </a:lnTo>
                <a:lnTo>
                  <a:pt x="153237" y="190467"/>
                </a:lnTo>
                <a:lnTo>
                  <a:pt x="154055" y="190369"/>
                </a:lnTo>
                <a:lnTo>
                  <a:pt x="154856" y="190204"/>
                </a:lnTo>
                <a:lnTo>
                  <a:pt x="155637" y="189973"/>
                </a:lnTo>
                <a:lnTo>
                  <a:pt x="156399" y="189677"/>
                </a:lnTo>
                <a:lnTo>
                  <a:pt x="157142" y="189315"/>
                </a:lnTo>
                <a:lnTo>
                  <a:pt x="157865" y="188886"/>
                </a:lnTo>
                <a:lnTo>
                  <a:pt x="158571" y="188393"/>
                </a:lnTo>
                <a:lnTo>
                  <a:pt x="159258" y="187833"/>
                </a:lnTo>
                <a:lnTo>
                  <a:pt x="159898" y="187217"/>
                </a:lnTo>
                <a:lnTo>
                  <a:pt x="160462" y="186554"/>
                </a:lnTo>
                <a:lnTo>
                  <a:pt x="160952" y="185843"/>
                </a:lnTo>
                <a:lnTo>
                  <a:pt x="161365" y="185086"/>
                </a:lnTo>
                <a:lnTo>
                  <a:pt x="161704" y="184282"/>
                </a:lnTo>
                <a:lnTo>
                  <a:pt x="161967" y="183431"/>
                </a:lnTo>
                <a:lnTo>
                  <a:pt x="162156" y="182532"/>
                </a:lnTo>
                <a:lnTo>
                  <a:pt x="162268" y="181587"/>
                </a:lnTo>
                <a:lnTo>
                  <a:pt x="162306" y="180594"/>
                </a:lnTo>
                <a:lnTo>
                  <a:pt x="162306" y="123444"/>
                </a:lnTo>
                <a:lnTo>
                  <a:pt x="162268" y="122612"/>
                </a:lnTo>
                <a:lnTo>
                  <a:pt x="162156" y="121807"/>
                </a:lnTo>
                <a:lnTo>
                  <a:pt x="161967" y="121031"/>
                </a:lnTo>
                <a:lnTo>
                  <a:pt x="161704" y="120283"/>
                </a:lnTo>
                <a:lnTo>
                  <a:pt x="161365" y="119564"/>
                </a:lnTo>
                <a:lnTo>
                  <a:pt x="160952" y="118872"/>
                </a:lnTo>
                <a:lnTo>
                  <a:pt x="160462" y="118209"/>
                </a:lnTo>
                <a:lnTo>
                  <a:pt x="159898" y="117574"/>
                </a:lnTo>
                <a:lnTo>
                  <a:pt x="159258" y="116967"/>
                </a:lnTo>
                <a:lnTo>
                  <a:pt x="158571" y="116407"/>
                </a:lnTo>
                <a:lnTo>
                  <a:pt x="157865" y="115914"/>
                </a:lnTo>
                <a:lnTo>
                  <a:pt x="157142" y="115485"/>
                </a:lnTo>
                <a:lnTo>
                  <a:pt x="156399" y="115123"/>
                </a:lnTo>
                <a:lnTo>
                  <a:pt x="155637" y="114827"/>
                </a:lnTo>
                <a:lnTo>
                  <a:pt x="154856" y="114596"/>
                </a:lnTo>
                <a:lnTo>
                  <a:pt x="154055" y="114431"/>
                </a:lnTo>
                <a:lnTo>
                  <a:pt x="153237" y="114333"/>
                </a:lnTo>
                <a:lnTo>
                  <a:pt x="152400" y="114300"/>
                </a:lnTo>
                <a:lnTo>
                  <a:pt x="151563" y="114333"/>
                </a:lnTo>
                <a:lnTo>
                  <a:pt x="150745" y="114431"/>
                </a:lnTo>
                <a:lnTo>
                  <a:pt x="149944" y="114596"/>
                </a:lnTo>
                <a:lnTo>
                  <a:pt x="149163" y="114827"/>
                </a:lnTo>
                <a:lnTo>
                  <a:pt x="148401" y="115123"/>
                </a:lnTo>
                <a:lnTo>
                  <a:pt x="147658" y="115485"/>
                </a:lnTo>
                <a:lnTo>
                  <a:pt x="146935" y="115914"/>
                </a:lnTo>
                <a:lnTo>
                  <a:pt x="146229" y="116407"/>
                </a:lnTo>
                <a:lnTo>
                  <a:pt x="145542" y="116967"/>
                </a:lnTo>
                <a:lnTo>
                  <a:pt x="144902" y="117574"/>
                </a:lnTo>
                <a:lnTo>
                  <a:pt x="144338" y="118209"/>
                </a:lnTo>
                <a:lnTo>
                  <a:pt x="143848" y="118872"/>
                </a:lnTo>
                <a:lnTo>
                  <a:pt x="143435" y="119564"/>
                </a:lnTo>
                <a:lnTo>
                  <a:pt x="143096" y="120283"/>
                </a:lnTo>
                <a:lnTo>
                  <a:pt x="142833" y="121031"/>
                </a:lnTo>
                <a:lnTo>
                  <a:pt x="142644" y="121807"/>
                </a:lnTo>
                <a:lnTo>
                  <a:pt x="142532" y="122612"/>
                </a:lnTo>
                <a:lnTo>
                  <a:pt x="142494" y="123444"/>
                </a:lnTo>
                <a:close/>
                <a:moveTo>
                  <a:pt x="190500" y="85344"/>
                </a:moveTo>
                <a:lnTo>
                  <a:pt x="190500" y="180594"/>
                </a:lnTo>
                <a:lnTo>
                  <a:pt x="190533" y="181587"/>
                </a:lnTo>
                <a:lnTo>
                  <a:pt x="190631" y="182532"/>
                </a:lnTo>
                <a:lnTo>
                  <a:pt x="190796" y="183431"/>
                </a:lnTo>
                <a:lnTo>
                  <a:pt x="191027" y="184282"/>
                </a:lnTo>
                <a:lnTo>
                  <a:pt x="191323" y="185086"/>
                </a:lnTo>
                <a:lnTo>
                  <a:pt x="191685" y="185843"/>
                </a:lnTo>
                <a:lnTo>
                  <a:pt x="192114" y="186554"/>
                </a:lnTo>
                <a:lnTo>
                  <a:pt x="192607" y="187217"/>
                </a:lnTo>
                <a:lnTo>
                  <a:pt x="193167" y="187833"/>
                </a:lnTo>
                <a:lnTo>
                  <a:pt x="193779" y="188393"/>
                </a:lnTo>
                <a:lnTo>
                  <a:pt x="194427" y="188886"/>
                </a:lnTo>
                <a:lnTo>
                  <a:pt x="195114" y="189315"/>
                </a:lnTo>
                <a:lnTo>
                  <a:pt x="195839" y="189677"/>
                </a:lnTo>
                <a:lnTo>
                  <a:pt x="196601" y="189973"/>
                </a:lnTo>
                <a:lnTo>
                  <a:pt x="197400" y="190204"/>
                </a:lnTo>
                <a:lnTo>
                  <a:pt x="198237" y="190369"/>
                </a:lnTo>
                <a:lnTo>
                  <a:pt x="199113" y="190467"/>
                </a:lnTo>
                <a:lnTo>
                  <a:pt x="200025" y="190500"/>
                </a:lnTo>
                <a:lnTo>
                  <a:pt x="200937" y="190467"/>
                </a:lnTo>
                <a:lnTo>
                  <a:pt x="201813" y="190369"/>
                </a:lnTo>
                <a:lnTo>
                  <a:pt x="202650" y="190204"/>
                </a:lnTo>
                <a:lnTo>
                  <a:pt x="203449" y="189973"/>
                </a:lnTo>
                <a:lnTo>
                  <a:pt x="204211" y="189677"/>
                </a:lnTo>
                <a:lnTo>
                  <a:pt x="204936" y="189315"/>
                </a:lnTo>
                <a:lnTo>
                  <a:pt x="205623" y="188886"/>
                </a:lnTo>
                <a:lnTo>
                  <a:pt x="206271" y="188393"/>
                </a:lnTo>
                <a:lnTo>
                  <a:pt x="206883" y="187833"/>
                </a:lnTo>
                <a:lnTo>
                  <a:pt x="207443" y="187217"/>
                </a:lnTo>
                <a:lnTo>
                  <a:pt x="207936" y="186554"/>
                </a:lnTo>
                <a:lnTo>
                  <a:pt x="208365" y="185843"/>
                </a:lnTo>
                <a:lnTo>
                  <a:pt x="208727" y="185086"/>
                </a:lnTo>
                <a:lnTo>
                  <a:pt x="209023" y="184282"/>
                </a:lnTo>
                <a:lnTo>
                  <a:pt x="209254" y="183431"/>
                </a:lnTo>
                <a:lnTo>
                  <a:pt x="209419" y="182532"/>
                </a:lnTo>
                <a:lnTo>
                  <a:pt x="209517" y="181587"/>
                </a:lnTo>
                <a:lnTo>
                  <a:pt x="209550" y="180594"/>
                </a:lnTo>
                <a:lnTo>
                  <a:pt x="209550" y="85344"/>
                </a:lnTo>
                <a:lnTo>
                  <a:pt x="209517" y="84512"/>
                </a:lnTo>
                <a:lnTo>
                  <a:pt x="209419" y="83707"/>
                </a:lnTo>
                <a:lnTo>
                  <a:pt x="209254" y="82931"/>
                </a:lnTo>
                <a:lnTo>
                  <a:pt x="209023" y="82183"/>
                </a:lnTo>
                <a:lnTo>
                  <a:pt x="208727" y="81464"/>
                </a:lnTo>
                <a:lnTo>
                  <a:pt x="208365" y="80772"/>
                </a:lnTo>
                <a:lnTo>
                  <a:pt x="207936" y="80109"/>
                </a:lnTo>
                <a:lnTo>
                  <a:pt x="207443" y="79474"/>
                </a:lnTo>
                <a:lnTo>
                  <a:pt x="206883" y="78867"/>
                </a:lnTo>
                <a:lnTo>
                  <a:pt x="206271" y="78307"/>
                </a:lnTo>
                <a:lnTo>
                  <a:pt x="205623" y="77814"/>
                </a:lnTo>
                <a:lnTo>
                  <a:pt x="204936" y="77385"/>
                </a:lnTo>
                <a:lnTo>
                  <a:pt x="204211" y="77023"/>
                </a:lnTo>
                <a:lnTo>
                  <a:pt x="203449" y="76727"/>
                </a:lnTo>
                <a:lnTo>
                  <a:pt x="202650" y="76496"/>
                </a:lnTo>
                <a:lnTo>
                  <a:pt x="201813" y="76331"/>
                </a:lnTo>
                <a:lnTo>
                  <a:pt x="200937" y="76233"/>
                </a:lnTo>
                <a:lnTo>
                  <a:pt x="200025" y="76200"/>
                </a:lnTo>
                <a:lnTo>
                  <a:pt x="199113" y="76233"/>
                </a:lnTo>
                <a:lnTo>
                  <a:pt x="198237" y="76331"/>
                </a:lnTo>
                <a:lnTo>
                  <a:pt x="197400" y="76496"/>
                </a:lnTo>
                <a:lnTo>
                  <a:pt x="196601" y="76727"/>
                </a:lnTo>
                <a:lnTo>
                  <a:pt x="195839" y="77023"/>
                </a:lnTo>
                <a:lnTo>
                  <a:pt x="195114" y="77385"/>
                </a:lnTo>
                <a:lnTo>
                  <a:pt x="194427" y="77814"/>
                </a:lnTo>
                <a:lnTo>
                  <a:pt x="193779" y="78307"/>
                </a:lnTo>
                <a:lnTo>
                  <a:pt x="193167" y="78867"/>
                </a:lnTo>
                <a:lnTo>
                  <a:pt x="192607" y="79474"/>
                </a:lnTo>
                <a:lnTo>
                  <a:pt x="192114" y="80109"/>
                </a:lnTo>
                <a:lnTo>
                  <a:pt x="191685" y="80772"/>
                </a:lnTo>
                <a:lnTo>
                  <a:pt x="191323" y="81464"/>
                </a:lnTo>
                <a:lnTo>
                  <a:pt x="191027" y="82183"/>
                </a:lnTo>
                <a:lnTo>
                  <a:pt x="190796" y="82931"/>
                </a:lnTo>
                <a:lnTo>
                  <a:pt x="190631" y="83707"/>
                </a:lnTo>
                <a:lnTo>
                  <a:pt x="190533" y="84512"/>
                </a:lnTo>
                <a:lnTo>
                  <a:pt x="190500" y="85344"/>
                </a:lnTo>
                <a:close/>
                <a:moveTo>
                  <a:pt x="57150" y="85344"/>
                </a:moveTo>
                <a:lnTo>
                  <a:pt x="57987" y="85315"/>
                </a:lnTo>
                <a:lnTo>
                  <a:pt x="58805" y="85231"/>
                </a:lnTo>
                <a:lnTo>
                  <a:pt x="59606" y="85090"/>
                </a:lnTo>
                <a:lnTo>
                  <a:pt x="60387" y="84893"/>
                </a:lnTo>
                <a:lnTo>
                  <a:pt x="61149" y="84638"/>
                </a:lnTo>
                <a:lnTo>
                  <a:pt x="61892" y="84328"/>
                </a:lnTo>
                <a:lnTo>
                  <a:pt x="62615" y="83961"/>
                </a:lnTo>
                <a:lnTo>
                  <a:pt x="63321" y="83538"/>
                </a:lnTo>
                <a:lnTo>
                  <a:pt x="64008" y="83058"/>
                </a:lnTo>
                <a:lnTo>
                  <a:pt x="98298" y="48768"/>
                </a:lnTo>
                <a:lnTo>
                  <a:pt x="98829" y="48128"/>
                </a:lnTo>
                <a:lnTo>
                  <a:pt x="99408" y="47564"/>
                </a:lnTo>
                <a:lnTo>
                  <a:pt x="100033" y="47074"/>
                </a:lnTo>
                <a:lnTo>
                  <a:pt x="100706" y="46661"/>
                </a:lnTo>
                <a:lnTo>
                  <a:pt x="101426" y="46322"/>
                </a:lnTo>
                <a:lnTo>
                  <a:pt x="102193" y="46059"/>
                </a:lnTo>
                <a:lnTo>
                  <a:pt x="103006" y="45870"/>
                </a:lnTo>
                <a:lnTo>
                  <a:pt x="103867" y="45758"/>
                </a:lnTo>
                <a:lnTo>
                  <a:pt x="104775" y="45720"/>
                </a:lnTo>
                <a:lnTo>
                  <a:pt x="105683" y="45758"/>
                </a:lnTo>
                <a:lnTo>
                  <a:pt x="106544" y="45870"/>
                </a:lnTo>
                <a:lnTo>
                  <a:pt x="107357" y="46059"/>
                </a:lnTo>
                <a:lnTo>
                  <a:pt x="108124" y="46322"/>
                </a:lnTo>
                <a:lnTo>
                  <a:pt x="108844" y="46661"/>
                </a:lnTo>
                <a:lnTo>
                  <a:pt x="109517" y="47074"/>
                </a:lnTo>
                <a:lnTo>
                  <a:pt x="110142" y="47564"/>
                </a:lnTo>
                <a:lnTo>
                  <a:pt x="110721" y="48128"/>
                </a:lnTo>
                <a:lnTo>
                  <a:pt x="111252" y="48768"/>
                </a:lnTo>
                <a:lnTo>
                  <a:pt x="131826" y="69342"/>
                </a:lnTo>
                <a:lnTo>
                  <a:pt x="133736" y="71101"/>
                </a:lnTo>
                <a:lnTo>
                  <a:pt x="135740" y="72654"/>
                </a:lnTo>
                <a:lnTo>
                  <a:pt x="137837" y="73999"/>
                </a:lnTo>
                <a:lnTo>
                  <a:pt x="140029" y="75137"/>
                </a:lnTo>
                <a:lnTo>
                  <a:pt x="142315" y="76069"/>
                </a:lnTo>
                <a:lnTo>
                  <a:pt x="144695" y="76792"/>
                </a:lnTo>
                <a:lnTo>
                  <a:pt x="147170" y="77310"/>
                </a:lnTo>
                <a:lnTo>
                  <a:pt x="149738" y="77620"/>
                </a:lnTo>
                <a:lnTo>
                  <a:pt x="152400" y="77724"/>
                </a:lnTo>
                <a:lnTo>
                  <a:pt x="155062" y="77620"/>
                </a:lnTo>
                <a:lnTo>
                  <a:pt x="157630" y="77310"/>
                </a:lnTo>
                <a:lnTo>
                  <a:pt x="160105" y="76792"/>
                </a:lnTo>
                <a:lnTo>
                  <a:pt x="162485" y="76069"/>
                </a:lnTo>
                <a:lnTo>
                  <a:pt x="164771" y="75137"/>
                </a:lnTo>
                <a:lnTo>
                  <a:pt x="166963" y="73999"/>
                </a:lnTo>
                <a:lnTo>
                  <a:pt x="169060" y="72654"/>
                </a:lnTo>
                <a:lnTo>
                  <a:pt x="171064" y="71101"/>
                </a:lnTo>
                <a:lnTo>
                  <a:pt x="172974" y="69342"/>
                </a:lnTo>
                <a:lnTo>
                  <a:pt x="225552" y="16002"/>
                </a:lnTo>
                <a:lnTo>
                  <a:pt x="226192" y="15471"/>
                </a:lnTo>
                <a:lnTo>
                  <a:pt x="226756" y="14892"/>
                </a:lnTo>
                <a:lnTo>
                  <a:pt x="227246" y="14267"/>
                </a:lnTo>
                <a:lnTo>
                  <a:pt x="227659" y="13594"/>
                </a:lnTo>
                <a:lnTo>
                  <a:pt x="227998" y="12874"/>
                </a:lnTo>
                <a:lnTo>
                  <a:pt x="228261" y="12107"/>
                </a:lnTo>
                <a:lnTo>
                  <a:pt x="228450" y="11294"/>
                </a:lnTo>
                <a:lnTo>
                  <a:pt x="228562" y="10433"/>
                </a:lnTo>
                <a:lnTo>
                  <a:pt x="228600" y="9525"/>
                </a:lnTo>
                <a:lnTo>
                  <a:pt x="228567" y="8613"/>
                </a:lnTo>
                <a:lnTo>
                  <a:pt x="228469" y="7737"/>
                </a:lnTo>
                <a:lnTo>
                  <a:pt x="228304" y="6900"/>
                </a:lnTo>
                <a:lnTo>
                  <a:pt x="228073" y="6101"/>
                </a:lnTo>
                <a:lnTo>
                  <a:pt x="227777" y="5339"/>
                </a:lnTo>
                <a:lnTo>
                  <a:pt x="227415" y="4614"/>
                </a:lnTo>
                <a:lnTo>
                  <a:pt x="226986" y="3927"/>
                </a:lnTo>
                <a:lnTo>
                  <a:pt x="226493" y="3279"/>
                </a:lnTo>
                <a:lnTo>
                  <a:pt x="225933" y="2667"/>
                </a:lnTo>
                <a:lnTo>
                  <a:pt x="225321" y="2107"/>
                </a:lnTo>
                <a:lnTo>
                  <a:pt x="224673" y="1614"/>
                </a:lnTo>
                <a:lnTo>
                  <a:pt x="223986" y="1185"/>
                </a:lnTo>
                <a:lnTo>
                  <a:pt x="223261" y="823"/>
                </a:lnTo>
                <a:lnTo>
                  <a:pt x="222499" y="527"/>
                </a:lnTo>
                <a:lnTo>
                  <a:pt x="221700" y="296"/>
                </a:lnTo>
                <a:lnTo>
                  <a:pt x="220863" y="131"/>
                </a:lnTo>
                <a:lnTo>
                  <a:pt x="219987" y="33"/>
                </a:lnTo>
                <a:lnTo>
                  <a:pt x="219075" y="0"/>
                </a:lnTo>
                <a:lnTo>
                  <a:pt x="218167" y="38"/>
                </a:lnTo>
                <a:lnTo>
                  <a:pt x="217306" y="150"/>
                </a:lnTo>
                <a:lnTo>
                  <a:pt x="216493" y="339"/>
                </a:lnTo>
                <a:lnTo>
                  <a:pt x="215726" y="602"/>
                </a:lnTo>
                <a:lnTo>
                  <a:pt x="215006" y="941"/>
                </a:lnTo>
                <a:lnTo>
                  <a:pt x="214333" y="1354"/>
                </a:lnTo>
                <a:lnTo>
                  <a:pt x="213708" y="1844"/>
                </a:lnTo>
                <a:lnTo>
                  <a:pt x="213129" y="2408"/>
                </a:lnTo>
                <a:lnTo>
                  <a:pt x="212598" y="3048"/>
                </a:lnTo>
                <a:lnTo>
                  <a:pt x="159258" y="55626"/>
                </a:lnTo>
                <a:lnTo>
                  <a:pt x="158571" y="56266"/>
                </a:lnTo>
                <a:lnTo>
                  <a:pt x="157865" y="56830"/>
                </a:lnTo>
                <a:lnTo>
                  <a:pt x="157142" y="57320"/>
                </a:lnTo>
                <a:lnTo>
                  <a:pt x="156399" y="57733"/>
                </a:lnTo>
                <a:lnTo>
                  <a:pt x="155637" y="58072"/>
                </a:lnTo>
                <a:lnTo>
                  <a:pt x="154856" y="58335"/>
                </a:lnTo>
                <a:lnTo>
                  <a:pt x="154055" y="58524"/>
                </a:lnTo>
                <a:lnTo>
                  <a:pt x="153237" y="58636"/>
                </a:lnTo>
                <a:lnTo>
                  <a:pt x="152400" y="58674"/>
                </a:lnTo>
                <a:lnTo>
                  <a:pt x="151563" y="58636"/>
                </a:lnTo>
                <a:lnTo>
                  <a:pt x="150745" y="58524"/>
                </a:lnTo>
                <a:lnTo>
                  <a:pt x="149944" y="58335"/>
                </a:lnTo>
                <a:lnTo>
                  <a:pt x="149163" y="58072"/>
                </a:lnTo>
                <a:lnTo>
                  <a:pt x="148401" y="57733"/>
                </a:lnTo>
                <a:lnTo>
                  <a:pt x="147658" y="57320"/>
                </a:lnTo>
                <a:lnTo>
                  <a:pt x="146935" y="56830"/>
                </a:lnTo>
                <a:lnTo>
                  <a:pt x="146229" y="56266"/>
                </a:lnTo>
                <a:lnTo>
                  <a:pt x="145542" y="55626"/>
                </a:lnTo>
                <a:lnTo>
                  <a:pt x="124968" y="35052"/>
                </a:lnTo>
                <a:lnTo>
                  <a:pt x="123063" y="33293"/>
                </a:lnTo>
                <a:lnTo>
                  <a:pt x="121073" y="31740"/>
                </a:lnTo>
                <a:lnTo>
                  <a:pt x="118999" y="30395"/>
                </a:lnTo>
                <a:lnTo>
                  <a:pt x="116840" y="29257"/>
                </a:lnTo>
                <a:lnTo>
                  <a:pt x="114596" y="28325"/>
                </a:lnTo>
                <a:lnTo>
                  <a:pt x="112268" y="27602"/>
                </a:lnTo>
                <a:lnTo>
                  <a:pt x="109855" y="27084"/>
                </a:lnTo>
                <a:lnTo>
                  <a:pt x="107357" y="26774"/>
                </a:lnTo>
                <a:lnTo>
                  <a:pt x="104775" y="26670"/>
                </a:lnTo>
                <a:lnTo>
                  <a:pt x="102193" y="26774"/>
                </a:lnTo>
                <a:lnTo>
                  <a:pt x="99695" y="27084"/>
                </a:lnTo>
                <a:lnTo>
                  <a:pt x="97282" y="27602"/>
                </a:lnTo>
                <a:lnTo>
                  <a:pt x="94954" y="28325"/>
                </a:lnTo>
                <a:lnTo>
                  <a:pt x="92710" y="29257"/>
                </a:lnTo>
                <a:lnTo>
                  <a:pt x="90551" y="30395"/>
                </a:lnTo>
                <a:lnTo>
                  <a:pt x="88477" y="31740"/>
                </a:lnTo>
                <a:lnTo>
                  <a:pt x="86487" y="33293"/>
                </a:lnTo>
                <a:lnTo>
                  <a:pt x="84582" y="35052"/>
                </a:lnTo>
                <a:lnTo>
                  <a:pt x="50292" y="69342"/>
                </a:lnTo>
                <a:lnTo>
                  <a:pt x="49807" y="69854"/>
                </a:lnTo>
                <a:lnTo>
                  <a:pt x="49370" y="70376"/>
                </a:lnTo>
                <a:lnTo>
                  <a:pt x="48979" y="70908"/>
                </a:lnTo>
                <a:lnTo>
                  <a:pt x="48637" y="71449"/>
                </a:lnTo>
                <a:lnTo>
                  <a:pt x="48340" y="71999"/>
                </a:lnTo>
                <a:lnTo>
                  <a:pt x="48091" y="72560"/>
                </a:lnTo>
                <a:lnTo>
                  <a:pt x="47889" y="73128"/>
                </a:lnTo>
                <a:lnTo>
                  <a:pt x="47734" y="73707"/>
                </a:lnTo>
                <a:lnTo>
                  <a:pt x="47625" y="74295"/>
                </a:lnTo>
                <a:lnTo>
                  <a:pt x="47559" y="74887"/>
                </a:lnTo>
                <a:lnTo>
                  <a:pt x="47531" y="75480"/>
                </a:lnTo>
                <a:lnTo>
                  <a:pt x="47540" y="76073"/>
                </a:lnTo>
                <a:lnTo>
                  <a:pt x="47587" y="76666"/>
                </a:lnTo>
                <a:lnTo>
                  <a:pt x="47672" y="77258"/>
                </a:lnTo>
                <a:lnTo>
                  <a:pt x="47795" y="77851"/>
                </a:lnTo>
                <a:lnTo>
                  <a:pt x="47955" y="78444"/>
                </a:lnTo>
                <a:lnTo>
                  <a:pt x="48152" y="79037"/>
                </a:lnTo>
                <a:lnTo>
                  <a:pt x="48387" y="79629"/>
                </a:lnTo>
                <a:lnTo>
                  <a:pt x="48655" y="80207"/>
                </a:lnTo>
                <a:lnTo>
                  <a:pt x="48952" y="80758"/>
                </a:lnTo>
                <a:lnTo>
                  <a:pt x="49276" y="81280"/>
                </a:lnTo>
                <a:lnTo>
                  <a:pt x="49629" y="81774"/>
                </a:lnTo>
                <a:lnTo>
                  <a:pt x="50010" y="82240"/>
                </a:lnTo>
                <a:lnTo>
                  <a:pt x="50419" y="82677"/>
                </a:lnTo>
                <a:lnTo>
                  <a:pt x="50857" y="83087"/>
                </a:lnTo>
                <a:lnTo>
                  <a:pt x="51322" y="83468"/>
                </a:lnTo>
                <a:lnTo>
                  <a:pt x="51816" y="83820"/>
                </a:lnTo>
                <a:lnTo>
                  <a:pt x="52333" y="84140"/>
                </a:lnTo>
                <a:lnTo>
                  <a:pt x="52869" y="84422"/>
                </a:lnTo>
                <a:lnTo>
                  <a:pt x="53425" y="84667"/>
                </a:lnTo>
                <a:lnTo>
                  <a:pt x="53998" y="84873"/>
                </a:lnTo>
                <a:lnTo>
                  <a:pt x="54592" y="85043"/>
                </a:lnTo>
                <a:lnTo>
                  <a:pt x="55203" y="85174"/>
                </a:lnTo>
                <a:lnTo>
                  <a:pt x="55833" y="85269"/>
                </a:lnTo>
                <a:lnTo>
                  <a:pt x="56482" y="85325"/>
                </a:lnTo>
                <a:lnTo>
                  <a:pt x="57150" y="85344"/>
                </a:lnTo>
                <a:close/>
              </a:path>
            </a:pathLst>
          </a:custGeom>
          <a:solidFill>
            <a:srgbClr val="C77E8C"/>
          </a:solidFill>
          <a:ln w="0">
            <a:noFill/>
          </a:ln>
        </p:spPr>
      </p:sp>
      <p:sp>
        <p:nvSpPr>
          <p:cNvPr id="70" name="手繪多邊形: 圖案 69">
            <a:extLst>
              <a:ext uri="{FF2B5EF4-FFF2-40B4-BE49-F238E27FC236}">
                <a16:creationId xmlns:a16="http://schemas.microsoft.com/office/drawing/2014/main" id="{88ABAD79-108D-4078-A08F-590DD86EBC05}"/>
              </a:ext>
            </a:extLst>
          </p:cNvPr>
          <p:cNvSpPr>
            <a:spLocks noGrp="1"/>
          </p:cNvSpPr>
          <p:nvPr/>
        </p:nvSpPr>
        <p:spPr>
          <a:xfrm>
            <a:off x="2371725" y="6038850"/>
            <a:ext cx="381000" cy="38100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144018" y="152400"/>
                </a:moveTo>
                <a:lnTo>
                  <a:pt x="150349" y="152278"/>
                </a:lnTo>
                <a:lnTo>
                  <a:pt x="156474" y="151910"/>
                </a:lnTo>
                <a:lnTo>
                  <a:pt x="162391" y="151299"/>
                </a:lnTo>
                <a:lnTo>
                  <a:pt x="168101" y="150444"/>
                </a:lnTo>
                <a:lnTo>
                  <a:pt x="173605" y="149342"/>
                </a:lnTo>
                <a:lnTo>
                  <a:pt x="178900" y="147998"/>
                </a:lnTo>
                <a:lnTo>
                  <a:pt x="183990" y="146408"/>
                </a:lnTo>
                <a:lnTo>
                  <a:pt x="188872" y="144573"/>
                </a:lnTo>
                <a:lnTo>
                  <a:pt x="193548" y="142494"/>
                </a:lnTo>
                <a:lnTo>
                  <a:pt x="197339" y="140547"/>
                </a:lnTo>
                <a:lnTo>
                  <a:pt x="200923" y="138430"/>
                </a:lnTo>
                <a:lnTo>
                  <a:pt x="204301" y="136144"/>
                </a:lnTo>
                <a:lnTo>
                  <a:pt x="207471" y="133689"/>
                </a:lnTo>
                <a:lnTo>
                  <a:pt x="210434" y="131064"/>
                </a:lnTo>
                <a:lnTo>
                  <a:pt x="213190" y="128270"/>
                </a:lnTo>
                <a:lnTo>
                  <a:pt x="215740" y="125307"/>
                </a:lnTo>
                <a:lnTo>
                  <a:pt x="218082" y="122174"/>
                </a:lnTo>
                <a:lnTo>
                  <a:pt x="220218" y="118872"/>
                </a:lnTo>
                <a:lnTo>
                  <a:pt x="221977" y="115965"/>
                </a:lnTo>
                <a:lnTo>
                  <a:pt x="223530" y="113002"/>
                </a:lnTo>
                <a:lnTo>
                  <a:pt x="224875" y="109982"/>
                </a:lnTo>
                <a:lnTo>
                  <a:pt x="226013" y="106906"/>
                </a:lnTo>
                <a:lnTo>
                  <a:pt x="226945" y="103773"/>
                </a:lnTo>
                <a:lnTo>
                  <a:pt x="227668" y="100584"/>
                </a:lnTo>
                <a:lnTo>
                  <a:pt x="228186" y="97339"/>
                </a:lnTo>
                <a:lnTo>
                  <a:pt x="228496" y="94037"/>
                </a:lnTo>
                <a:lnTo>
                  <a:pt x="228600" y="90678"/>
                </a:lnTo>
                <a:lnTo>
                  <a:pt x="228510" y="88006"/>
                </a:lnTo>
                <a:lnTo>
                  <a:pt x="228243" y="85410"/>
                </a:lnTo>
                <a:lnTo>
                  <a:pt x="227796" y="82888"/>
                </a:lnTo>
                <a:lnTo>
                  <a:pt x="227170" y="80442"/>
                </a:lnTo>
                <a:lnTo>
                  <a:pt x="226365" y="78072"/>
                </a:lnTo>
                <a:lnTo>
                  <a:pt x="225382" y="75777"/>
                </a:lnTo>
                <a:lnTo>
                  <a:pt x="224220" y="73557"/>
                </a:lnTo>
                <a:lnTo>
                  <a:pt x="222880" y="71412"/>
                </a:lnTo>
                <a:lnTo>
                  <a:pt x="221361" y="69342"/>
                </a:lnTo>
                <a:lnTo>
                  <a:pt x="219691" y="67395"/>
                </a:lnTo>
                <a:lnTo>
                  <a:pt x="217899" y="65617"/>
                </a:lnTo>
                <a:lnTo>
                  <a:pt x="215985" y="64008"/>
                </a:lnTo>
                <a:lnTo>
                  <a:pt x="213948" y="62569"/>
                </a:lnTo>
                <a:lnTo>
                  <a:pt x="211789" y="61299"/>
                </a:lnTo>
                <a:lnTo>
                  <a:pt x="209508" y="60198"/>
                </a:lnTo>
                <a:lnTo>
                  <a:pt x="207104" y="59266"/>
                </a:lnTo>
                <a:lnTo>
                  <a:pt x="204578" y="58504"/>
                </a:lnTo>
                <a:lnTo>
                  <a:pt x="201930" y="57912"/>
                </a:lnTo>
                <a:lnTo>
                  <a:pt x="205740" y="48006"/>
                </a:lnTo>
                <a:lnTo>
                  <a:pt x="206201" y="46139"/>
                </a:lnTo>
                <a:lnTo>
                  <a:pt x="206568" y="44262"/>
                </a:lnTo>
                <a:lnTo>
                  <a:pt x="206841" y="42376"/>
                </a:lnTo>
                <a:lnTo>
                  <a:pt x="207019" y="40480"/>
                </a:lnTo>
                <a:lnTo>
                  <a:pt x="207104" y="38575"/>
                </a:lnTo>
                <a:lnTo>
                  <a:pt x="207094" y="36661"/>
                </a:lnTo>
                <a:lnTo>
                  <a:pt x="206992" y="34737"/>
                </a:lnTo>
                <a:lnTo>
                  <a:pt x="206793" y="32804"/>
                </a:lnTo>
                <a:lnTo>
                  <a:pt x="206502" y="30861"/>
                </a:lnTo>
                <a:lnTo>
                  <a:pt x="206116" y="28937"/>
                </a:lnTo>
                <a:lnTo>
                  <a:pt x="205636" y="27061"/>
                </a:lnTo>
                <a:lnTo>
                  <a:pt x="205063" y="25231"/>
                </a:lnTo>
                <a:lnTo>
                  <a:pt x="204395" y="23448"/>
                </a:lnTo>
                <a:lnTo>
                  <a:pt x="203633" y="21712"/>
                </a:lnTo>
                <a:lnTo>
                  <a:pt x="202777" y="20023"/>
                </a:lnTo>
                <a:lnTo>
                  <a:pt x="201826" y="18382"/>
                </a:lnTo>
                <a:lnTo>
                  <a:pt x="200782" y="16788"/>
                </a:lnTo>
                <a:lnTo>
                  <a:pt x="199644" y="15240"/>
                </a:lnTo>
                <a:lnTo>
                  <a:pt x="198421" y="13749"/>
                </a:lnTo>
                <a:lnTo>
                  <a:pt x="197123" y="12323"/>
                </a:lnTo>
                <a:lnTo>
                  <a:pt x="195749" y="10964"/>
                </a:lnTo>
                <a:lnTo>
                  <a:pt x="194300" y="9671"/>
                </a:lnTo>
                <a:lnTo>
                  <a:pt x="192776" y="8443"/>
                </a:lnTo>
                <a:lnTo>
                  <a:pt x="191177" y="7281"/>
                </a:lnTo>
                <a:lnTo>
                  <a:pt x="189503" y="6186"/>
                </a:lnTo>
                <a:lnTo>
                  <a:pt x="187753" y="5155"/>
                </a:lnTo>
                <a:lnTo>
                  <a:pt x="185928" y="4191"/>
                </a:lnTo>
                <a:lnTo>
                  <a:pt x="184065" y="3312"/>
                </a:lnTo>
                <a:lnTo>
                  <a:pt x="182203" y="2536"/>
                </a:lnTo>
                <a:lnTo>
                  <a:pt x="180340" y="1863"/>
                </a:lnTo>
                <a:lnTo>
                  <a:pt x="178478" y="1293"/>
                </a:lnTo>
                <a:lnTo>
                  <a:pt x="176614" y="828"/>
                </a:lnTo>
                <a:lnTo>
                  <a:pt x="174752" y="466"/>
                </a:lnTo>
                <a:lnTo>
                  <a:pt x="172889" y="207"/>
                </a:lnTo>
                <a:lnTo>
                  <a:pt x="171027" y="51"/>
                </a:lnTo>
                <a:lnTo>
                  <a:pt x="169164" y="0"/>
                </a:lnTo>
                <a:lnTo>
                  <a:pt x="59436" y="0"/>
                </a:lnTo>
                <a:lnTo>
                  <a:pt x="57573" y="51"/>
                </a:lnTo>
                <a:lnTo>
                  <a:pt x="55711" y="207"/>
                </a:lnTo>
                <a:lnTo>
                  <a:pt x="53848" y="466"/>
                </a:lnTo>
                <a:lnTo>
                  <a:pt x="51986" y="828"/>
                </a:lnTo>
                <a:lnTo>
                  <a:pt x="50122" y="1293"/>
                </a:lnTo>
                <a:lnTo>
                  <a:pt x="48260" y="1863"/>
                </a:lnTo>
                <a:lnTo>
                  <a:pt x="46397" y="2536"/>
                </a:lnTo>
                <a:lnTo>
                  <a:pt x="44535" y="3312"/>
                </a:lnTo>
                <a:lnTo>
                  <a:pt x="42672" y="4191"/>
                </a:lnTo>
                <a:lnTo>
                  <a:pt x="40847" y="5155"/>
                </a:lnTo>
                <a:lnTo>
                  <a:pt x="39097" y="6186"/>
                </a:lnTo>
                <a:lnTo>
                  <a:pt x="37423" y="7281"/>
                </a:lnTo>
                <a:lnTo>
                  <a:pt x="35824" y="8443"/>
                </a:lnTo>
                <a:lnTo>
                  <a:pt x="34300" y="9671"/>
                </a:lnTo>
                <a:lnTo>
                  <a:pt x="32851" y="10964"/>
                </a:lnTo>
                <a:lnTo>
                  <a:pt x="31477" y="12323"/>
                </a:lnTo>
                <a:lnTo>
                  <a:pt x="30179" y="13749"/>
                </a:lnTo>
                <a:lnTo>
                  <a:pt x="28956" y="15240"/>
                </a:lnTo>
                <a:lnTo>
                  <a:pt x="27818" y="16788"/>
                </a:lnTo>
                <a:lnTo>
                  <a:pt x="26774" y="18382"/>
                </a:lnTo>
                <a:lnTo>
                  <a:pt x="25823" y="20023"/>
                </a:lnTo>
                <a:lnTo>
                  <a:pt x="24967" y="21712"/>
                </a:lnTo>
                <a:lnTo>
                  <a:pt x="24205" y="23448"/>
                </a:lnTo>
                <a:lnTo>
                  <a:pt x="23537" y="25231"/>
                </a:lnTo>
                <a:lnTo>
                  <a:pt x="22964" y="27061"/>
                </a:lnTo>
                <a:lnTo>
                  <a:pt x="22484" y="28937"/>
                </a:lnTo>
                <a:lnTo>
                  <a:pt x="22098" y="30861"/>
                </a:lnTo>
                <a:lnTo>
                  <a:pt x="21807" y="32804"/>
                </a:lnTo>
                <a:lnTo>
                  <a:pt x="21608" y="34737"/>
                </a:lnTo>
                <a:lnTo>
                  <a:pt x="21506" y="36661"/>
                </a:lnTo>
                <a:lnTo>
                  <a:pt x="21496" y="38575"/>
                </a:lnTo>
                <a:lnTo>
                  <a:pt x="21581" y="40480"/>
                </a:lnTo>
                <a:lnTo>
                  <a:pt x="21759" y="42376"/>
                </a:lnTo>
                <a:lnTo>
                  <a:pt x="22032" y="44262"/>
                </a:lnTo>
                <a:lnTo>
                  <a:pt x="22399" y="46139"/>
                </a:lnTo>
                <a:lnTo>
                  <a:pt x="22860" y="48006"/>
                </a:lnTo>
                <a:lnTo>
                  <a:pt x="26670" y="57912"/>
                </a:lnTo>
                <a:lnTo>
                  <a:pt x="24022" y="58504"/>
                </a:lnTo>
                <a:lnTo>
                  <a:pt x="21496" y="59266"/>
                </a:lnTo>
                <a:lnTo>
                  <a:pt x="19092" y="60198"/>
                </a:lnTo>
                <a:lnTo>
                  <a:pt x="16811" y="61299"/>
                </a:lnTo>
                <a:lnTo>
                  <a:pt x="14652" y="62569"/>
                </a:lnTo>
                <a:lnTo>
                  <a:pt x="12615" y="64008"/>
                </a:lnTo>
                <a:lnTo>
                  <a:pt x="10701" y="65617"/>
                </a:lnTo>
                <a:lnTo>
                  <a:pt x="8909" y="67395"/>
                </a:lnTo>
                <a:lnTo>
                  <a:pt x="7239" y="69342"/>
                </a:lnTo>
                <a:lnTo>
                  <a:pt x="5720" y="71412"/>
                </a:lnTo>
                <a:lnTo>
                  <a:pt x="4380" y="73557"/>
                </a:lnTo>
                <a:lnTo>
                  <a:pt x="3218" y="75777"/>
                </a:lnTo>
                <a:lnTo>
                  <a:pt x="2235" y="78072"/>
                </a:lnTo>
                <a:lnTo>
                  <a:pt x="1430" y="80442"/>
                </a:lnTo>
                <a:lnTo>
                  <a:pt x="804" y="82888"/>
                </a:lnTo>
                <a:lnTo>
                  <a:pt x="357" y="85410"/>
                </a:lnTo>
                <a:lnTo>
                  <a:pt x="90" y="88006"/>
                </a:lnTo>
                <a:lnTo>
                  <a:pt x="0" y="90678"/>
                </a:lnTo>
                <a:lnTo>
                  <a:pt x="104" y="94037"/>
                </a:lnTo>
                <a:lnTo>
                  <a:pt x="414" y="97339"/>
                </a:lnTo>
                <a:lnTo>
                  <a:pt x="932" y="100584"/>
                </a:lnTo>
                <a:lnTo>
                  <a:pt x="1655" y="103773"/>
                </a:lnTo>
                <a:lnTo>
                  <a:pt x="2587" y="106906"/>
                </a:lnTo>
                <a:lnTo>
                  <a:pt x="3725" y="109982"/>
                </a:lnTo>
                <a:lnTo>
                  <a:pt x="5070" y="113002"/>
                </a:lnTo>
                <a:lnTo>
                  <a:pt x="6623" y="115965"/>
                </a:lnTo>
                <a:lnTo>
                  <a:pt x="8382" y="118872"/>
                </a:lnTo>
                <a:lnTo>
                  <a:pt x="10518" y="122174"/>
                </a:lnTo>
                <a:lnTo>
                  <a:pt x="12860" y="125307"/>
                </a:lnTo>
                <a:lnTo>
                  <a:pt x="15410" y="128270"/>
                </a:lnTo>
                <a:lnTo>
                  <a:pt x="18166" y="131064"/>
                </a:lnTo>
                <a:lnTo>
                  <a:pt x="21129" y="133689"/>
                </a:lnTo>
                <a:lnTo>
                  <a:pt x="24299" y="136144"/>
                </a:lnTo>
                <a:lnTo>
                  <a:pt x="27677" y="138430"/>
                </a:lnTo>
                <a:lnTo>
                  <a:pt x="31261" y="140547"/>
                </a:lnTo>
                <a:lnTo>
                  <a:pt x="35052" y="142494"/>
                </a:lnTo>
                <a:lnTo>
                  <a:pt x="39728" y="144573"/>
                </a:lnTo>
                <a:lnTo>
                  <a:pt x="44610" y="146408"/>
                </a:lnTo>
                <a:lnTo>
                  <a:pt x="49700" y="147998"/>
                </a:lnTo>
                <a:lnTo>
                  <a:pt x="54995" y="149342"/>
                </a:lnTo>
                <a:lnTo>
                  <a:pt x="60499" y="150444"/>
                </a:lnTo>
                <a:lnTo>
                  <a:pt x="66209" y="151299"/>
                </a:lnTo>
                <a:lnTo>
                  <a:pt x="72126" y="151910"/>
                </a:lnTo>
                <a:lnTo>
                  <a:pt x="78251" y="152278"/>
                </a:lnTo>
                <a:lnTo>
                  <a:pt x="84582" y="152400"/>
                </a:lnTo>
                <a:lnTo>
                  <a:pt x="84742" y="153416"/>
                </a:lnTo>
                <a:lnTo>
                  <a:pt x="84883" y="154432"/>
                </a:lnTo>
                <a:lnTo>
                  <a:pt x="85005" y="155448"/>
                </a:lnTo>
                <a:lnTo>
                  <a:pt x="85109" y="156464"/>
                </a:lnTo>
                <a:lnTo>
                  <a:pt x="85194" y="157480"/>
                </a:lnTo>
                <a:lnTo>
                  <a:pt x="85259" y="158496"/>
                </a:lnTo>
                <a:lnTo>
                  <a:pt x="85306" y="159512"/>
                </a:lnTo>
                <a:lnTo>
                  <a:pt x="85334" y="160528"/>
                </a:lnTo>
                <a:lnTo>
                  <a:pt x="85344" y="161544"/>
                </a:lnTo>
                <a:lnTo>
                  <a:pt x="85344" y="190500"/>
                </a:lnTo>
                <a:lnTo>
                  <a:pt x="85434" y="192330"/>
                </a:lnTo>
                <a:lnTo>
                  <a:pt x="85363" y="194094"/>
                </a:lnTo>
                <a:lnTo>
                  <a:pt x="85133" y="195792"/>
                </a:lnTo>
                <a:lnTo>
                  <a:pt x="84742" y="197424"/>
                </a:lnTo>
                <a:lnTo>
                  <a:pt x="84191" y="198991"/>
                </a:lnTo>
                <a:lnTo>
                  <a:pt x="83481" y="200491"/>
                </a:lnTo>
                <a:lnTo>
                  <a:pt x="82611" y="201925"/>
                </a:lnTo>
                <a:lnTo>
                  <a:pt x="81581" y="203294"/>
                </a:lnTo>
                <a:lnTo>
                  <a:pt x="80391" y="204597"/>
                </a:lnTo>
                <a:lnTo>
                  <a:pt x="79088" y="205787"/>
                </a:lnTo>
                <a:lnTo>
                  <a:pt x="77719" y="206817"/>
                </a:lnTo>
                <a:lnTo>
                  <a:pt x="76285" y="207687"/>
                </a:lnTo>
                <a:lnTo>
                  <a:pt x="74785" y="208397"/>
                </a:lnTo>
                <a:lnTo>
                  <a:pt x="73218" y="208948"/>
                </a:lnTo>
                <a:lnTo>
                  <a:pt x="71586" y="209339"/>
                </a:lnTo>
                <a:lnTo>
                  <a:pt x="69888" y="209569"/>
                </a:lnTo>
                <a:lnTo>
                  <a:pt x="68124" y="209640"/>
                </a:lnTo>
                <a:lnTo>
                  <a:pt x="66294" y="209550"/>
                </a:lnTo>
                <a:lnTo>
                  <a:pt x="57150" y="209550"/>
                </a:lnTo>
                <a:lnTo>
                  <a:pt x="56318" y="209583"/>
                </a:lnTo>
                <a:lnTo>
                  <a:pt x="55513" y="209681"/>
                </a:lnTo>
                <a:lnTo>
                  <a:pt x="54737" y="209846"/>
                </a:lnTo>
                <a:lnTo>
                  <a:pt x="53989" y="210077"/>
                </a:lnTo>
                <a:lnTo>
                  <a:pt x="53270" y="210373"/>
                </a:lnTo>
                <a:lnTo>
                  <a:pt x="52578" y="210735"/>
                </a:lnTo>
                <a:lnTo>
                  <a:pt x="51915" y="211164"/>
                </a:lnTo>
                <a:lnTo>
                  <a:pt x="51280" y="211657"/>
                </a:lnTo>
                <a:lnTo>
                  <a:pt x="50673" y="212217"/>
                </a:lnTo>
                <a:lnTo>
                  <a:pt x="50113" y="212829"/>
                </a:lnTo>
                <a:lnTo>
                  <a:pt x="49620" y="213477"/>
                </a:lnTo>
                <a:lnTo>
                  <a:pt x="49191" y="214164"/>
                </a:lnTo>
                <a:lnTo>
                  <a:pt x="48829" y="214889"/>
                </a:lnTo>
                <a:lnTo>
                  <a:pt x="48533" y="215651"/>
                </a:lnTo>
                <a:lnTo>
                  <a:pt x="48302" y="216450"/>
                </a:lnTo>
                <a:lnTo>
                  <a:pt x="48137" y="217287"/>
                </a:lnTo>
                <a:lnTo>
                  <a:pt x="48039" y="218163"/>
                </a:lnTo>
                <a:lnTo>
                  <a:pt x="48006" y="219075"/>
                </a:lnTo>
                <a:lnTo>
                  <a:pt x="48039" y="219987"/>
                </a:lnTo>
                <a:lnTo>
                  <a:pt x="48137" y="220863"/>
                </a:lnTo>
                <a:lnTo>
                  <a:pt x="48302" y="221700"/>
                </a:lnTo>
                <a:lnTo>
                  <a:pt x="48533" y="222499"/>
                </a:lnTo>
                <a:lnTo>
                  <a:pt x="48829" y="223261"/>
                </a:lnTo>
                <a:lnTo>
                  <a:pt x="49191" y="223986"/>
                </a:lnTo>
                <a:lnTo>
                  <a:pt x="49620" y="224673"/>
                </a:lnTo>
                <a:lnTo>
                  <a:pt x="50113" y="225321"/>
                </a:lnTo>
                <a:lnTo>
                  <a:pt x="50673" y="225933"/>
                </a:lnTo>
                <a:lnTo>
                  <a:pt x="51280" y="226493"/>
                </a:lnTo>
                <a:lnTo>
                  <a:pt x="51915" y="226986"/>
                </a:lnTo>
                <a:lnTo>
                  <a:pt x="52578" y="227415"/>
                </a:lnTo>
                <a:lnTo>
                  <a:pt x="53270" y="227777"/>
                </a:lnTo>
                <a:lnTo>
                  <a:pt x="53989" y="228073"/>
                </a:lnTo>
                <a:lnTo>
                  <a:pt x="54737" y="228304"/>
                </a:lnTo>
                <a:lnTo>
                  <a:pt x="55513" y="228469"/>
                </a:lnTo>
                <a:lnTo>
                  <a:pt x="56318" y="228567"/>
                </a:lnTo>
                <a:lnTo>
                  <a:pt x="57150" y="228600"/>
                </a:lnTo>
                <a:lnTo>
                  <a:pt x="171450" y="228600"/>
                </a:lnTo>
                <a:lnTo>
                  <a:pt x="172287" y="228567"/>
                </a:lnTo>
                <a:lnTo>
                  <a:pt x="173105" y="228469"/>
                </a:lnTo>
                <a:lnTo>
                  <a:pt x="173906" y="228304"/>
                </a:lnTo>
                <a:lnTo>
                  <a:pt x="174687" y="228073"/>
                </a:lnTo>
                <a:lnTo>
                  <a:pt x="175449" y="227777"/>
                </a:lnTo>
                <a:lnTo>
                  <a:pt x="176192" y="227415"/>
                </a:lnTo>
                <a:lnTo>
                  <a:pt x="176915" y="226986"/>
                </a:lnTo>
                <a:lnTo>
                  <a:pt x="177621" y="226493"/>
                </a:lnTo>
                <a:lnTo>
                  <a:pt x="178308" y="225933"/>
                </a:lnTo>
                <a:lnTo>
                  <a:pt x="178948" y="225321"/>
                </a:lnTo>
                <a:lnTo>
                  <a:pt x="179512" y="224673"/>
                </a:lnTo>
                <a:lnTo>
                  <a:pt x="180002" y="223986"/>
                </a:lnTo>
                <a:lnTo>
                  <a:pt x="180415" y="223261"/>
                </a:lnTo>
                <a:lnTo>
                  <a:pt x="180754" y="222499"/>
                </a:lnTo>
                <a:lnTo>
                  <a:pt x="181017" y="221700"/>
                </a:lnTo>
                <a:lnTo>
                  <a:pt x="181206" y="220863"/>
                </a:lnTo>
                <a:lnTo>
                  <a:pt x="181318" y="219987"/>
                </a:lnTo>
                <a:lnTo>
                  <a:pt x="181356" y="219075"/>
                </a:lnTo>
                <a:lnTo>
                  <a:pt x="181318" y="218163"/>
                </a:lnTo>
                <a:lnTo>
                  <a:pt x="181206" y="217287"/>
                </a:lnTo>
                <a:lnTo>
                  <a:pt x="181017" y="216450"/>
                </a:lnTo>
                <a:lnTo>
                  <a:pt x="180754" y="215651"/>
                </a:lnTo>
                <a:lnTo>
                  <a:pt x="180415" y="214889"/>
                </a:lnTo>
                <a:lnTo>
                  <a:pt x="180002" y="214164"/>
                </a:lnTo>
                <a:lnTo>
                  <a:pt x="179512" y="213477"/>
                </a:lnTo>
                <a:lnTo>
                  <a:pt x="178948" y="212829"/>
                </a:lnTo>
                <a:lnTo>
                  <a:pt x="178308" y="212217"/>
                </a:lnTo>
                <a:lnTo>
                  <a:pt x="177621" y="211657"/>
                </a:lnTo>
                <a:lnTo>
                  <a:pt x="176915" y="211164"/>
                </a:lnTo>
                <a:lnTo>
                  <a:pt x="176192" y="210735"/>
                </a:lnTo>
                <a:lnTo>
                  <a:pt x="175449" y="210373"/>
                </a:lnTo>
                <a:lnTo>
                  <a:pt x="174687" y="210077"/>
                </a:lnTo>
                <a:lnTo>
                  <a:pt x="173906" y="209846"/>
                </a:lnTo>
                <a:lnTo>
                  <a:pt x="173105" y="209681"/>
                </a:lnTo>
                <a:lnTo>
                  <a:pt x="172287" y="209583"/>
                </a:lnTo>
                <a:lnTo>
                  <a:pt x="171450" y="209550"/>
                </a:lnTo>
                <a:lnTo>
                  <a:pt x="162306" y="209550"/>
                </a:lnTo>
                <a:lnTo>
                  <a:pt x="160476" y="209640"/>
                </a:lnTo>
                <a:lnTo>
                  <a:pt x="158712" y="209569"/>
                </a:lnTo>
                <a:lnTo>
                  <a:pt x="157014" y="209339"/>
                </a:lnTo>
                <a:lnTo>
                  <a:pt x="155382" y="208948"/>
                </a:lnTo>
                <a:lnTo>
                  <a:pt x="153815" y="208397"/>
                </a:lnTo>
                <a:lnTo>
                  <a:pt x="152315" y="207687"/>
                </a:lnTo>
                <a:lnTo>
                  <a:pt x="150881" y="206817"/>
                </a:lnTo>
                <a:lnTo>
                  <a:pt x="149512" y="205787"/>
                </a:lnTo>
                <a:lnTo>
                  <a:pt x="148209" y="204597"/>
                </a:lnTo>
                <a:lnTo>
                  <a:pt x="147010" y="203294"/>
                </a:lnTo>
                <a:lnTo>
                  <a:pt x="145952" y="201925"/>
                </a:lnTo>
                <a:lnTo>
                  <a:pt x="145034" y="200491"/>
                </a:lnTo>
                <a:lnTo>
                  <a:pt x="144258" y="198991"/>
                </a:lnTo>
                <a:lnTo>
                  <a:pt x="143623" y="197424"/>
                </a:lnTo>
                <a:lnTo>
                  <a:pt x="143129" y="195792"/>
                </a:lnTo>
                <a:lnTo>
                  <a:pt x="142776" y="194094"/>
                </a:lnTo>
                <a:lnTo>
                  <a:pt x="142564" y="192330"/>
                </a:lnTo>
                <a:lnTo>
                  <a:pt x="142494" y="190500"/>
                </a:lnTo>
                <a:lnTo>
                  <a:pt x="142494" y="160782"/>
                </a:lnTo>
                <a:lnTo>
                  <a:pt x="142664" y="159926"/>
                </a:lnTo>
                <a:lnTo>
                  <a:pt x="142833" y="159051"/>
                </a:lnTo>
                <a:lnTo>
                  <a:pt x="143002" y="158157"/>
                </a:lnTo>
                <a:lnTo>
                  <a:pt x="143171" y="157244"/>
                </a:lnTo>
                <a:lnTo>
                  <a:pt x="143341" y="156314"/>
                </a:lnTo>
                <a:lnTo>
                  <a:pt x="143510" y="155363"/>
                </a:lnTo>
                <a:lnTo>
                  <a:pt x="143679" y="154395"/>
                </a:lnTo>
                <a:lnTo>
                  <a:pt x="143848" y="153407"/>
                </a:lnTo>
                <a:lnTo>
                  <a:pt x="144018" y="152400"/>
                </a:lnTo>
                <a:close/>
                <a:moveTo>
                  <a:pt x="195072" y="76200"/>
                </a:moveTo>
                <a:lnTo>
                  <a:pt x="196404" y="76251"/>
                </a:lnTo>
                <a:lnTo>
                  <a:pt x="197688" y="76407"/>
                </a:lnTo>
                <a:lnTo>
                  <a:pt x="198924" y="76666"/>
                </a:lnTo>
                <a:lnTo>
                  <a:pt x="200115" y="77028"/>
                </a:lnTo>
                <a:lnTo>
                  <a:pt x="201258" y="77493"/>
                </a:lnTo>
                <a:lnTo>
                  <a:pt x="202353" y="78063"/>
                </a:lnTo>
                <a:lnTo>
                  <a:pt x="203403" y="78736"/>
                </a:lnTo>
                <a:lnTo>
                  <a:pt x="204405" y="79512"/>
                </a:lnTo>
                <a:lnTo>
                  <a:pt x="205359" y="80391"/>
                </a:lnTo>
                <a:lnTo>
                  <a:pt x="206238" y="81345"/>
                </a:lnTo>
                <a:lnTo>
                  <a:pt x="207014" y="82347"/>
                </a:lnTo>
                <a:lnTo>
                  <a:pt x="207687" y="83397"/>
                </a:lnTo>
                <a:lnTo>
                  <a:pt x="208257" y="84492"/>
                </a:lnTo>
                <a:lnTo>
                  <a:pt x="208722" y="85635"/>
                </a:lnTo>
                <a:lnTo>
                  <a:pt x="209084" y="86826"/>
                </a:lnTo>
                <a:lnTo>
                  <a:pt x="209343" y="88062"/>
                </a:lnTo>
                <a:lnTo>
                  <a:pt x="209499" y="89346"/>
                </a:lnTo>
                <a:lnTo>
                  <a:pt x="209550" y="90678"/>
                </a:lnTo>
                <a:lnTo>
                  <a:pt x="209390" y="94177"/>
                </a:lnTo>
                <a:lnTo>
                  <a:pt x="208910" y="97565"/>
                </a:lnTo>
                <a:lnTo>
                  <a:pt x="208111" y="100838"/>
                </a:lnTo>
                <a:lnTo>
                  <a:pt x="206992" y="103999"/>
                </a:lnTo>
                <a:lnTo>
                  <a:pt x="205551" y="107047"/>
                </a:lnTo>
                <a:lnTo>
                  <a:pt x="203793" y="109982"/>
                </a:lnTo>
                <a:lnTo>
                  <a:pt x="201714" y="112805"/>
                </a:lnTo>
                <a:lnTo>
                  <a:pt x="199314" y="115513"/>
                </a:lnTo>
                <a:lnTo>
                  <a:pt x="196596" y="118110"/>
                </a:lnTo>
                <a:lnTo>
                  <a:pt x="193040" y="120857"/>
                </a:lnTo>
                <a:lnTo>
                  <a:pt x="189146" y="123340"/>
                </a:lnTo>
                <a:lnTo>
                  <a:pt x="184912" y="125560"/>
                </a:lnTo>
                <a:lnTo>
                  <a:pt x="180340" y="127518"/>
                </a:lnTo>
                <a:lnTo>
                  <a:pt x="175430" y="129210"/>
                </a:lnTo>
                <a:lnTo>
                  <a:pt x="170180" y="130641"/>
                </a:lnTo>
                <a:lnTo>
                  <a:pt x="164592" y="131807"/>
                </a:lnTo>
                <a:lnTo>
                  <a:pt x="158666" y="132710"/>
                </a:lnTo>
                <a:lnTo>
                  <a:pt x="152400" y="133350"/>
                </a:lnTo>
                <a:lnTo>
                  <a:pt x="153087" y="132343"/>
                </a:lnTo>
                <a:lnTo>
                  <a:pt x="153793" y="131355"/>
                </a:lnTo>
                <a:lnTo>
                  <a:pt x="154516" y="130387"/>
                </a:lnTo>
                <a:lnTo>
                  <a:pt x="155259" y="129436"/>
                </a:lnTo>
                <a:lnTo>
                  <a:pt x="156021" y="128506"/>
                </a:lnTo>
                <a:lnTo>
                  <a:pt x="156802" y="127593"/>
                </a:lnTo>
                <a:lnTo>
                  <a:pt x="157603" y="126699"/>
                </a:lnTo>
                <a:lnTo>
                  <a:pt x="158421" y="125824"/>
                </a:lnTo>
                <a:lnTo>
                  <a:pt x="159258" y="124968"/>
                </a:lnTo>
                <a:lnTo>
                  <a:pt x="164216" y="120302"/>
                </a:lnTo>
                <a:lnTo>
                  <a:pt x="168929" y="115448"/>
                </a:lnTo>
                <a:lnTo>
                  <a:pt x="173397" y="110405"/>
                </a:lnTo>
                <a:lnTo>
                  <a:pt x="177621" y="105175"/>
                </a:lnTo>
                <a:lnTo>
                  <a:pt x="181601" y="99756"/>
                </a:lnTo>
                <a:lnTo>
                  <a:pt x="185336" y="94149"/>
                </a:lnTo>
                <a:lnTo>
                  <a:pt x="188826" y="88354"/>
                </a:lnTo>
                <a:lnTo>
                  <a:pt x="192071" y="82371"/>
                </a:lnTo>
                <a:lnTo>
                  <a:pt x="195072" y="76200"/>
                </a:lnTo>
                <a:close/>
                <a:moveTo>
                  <a:pt x="19050" y="90678"/>
                </a:moveTo>
                <a:lnTo>
                  <a:pt x="19101" y="89346"/>
                </a:lnTo>
                <a:lnTo>
                  <a:pt x="19257" y="88062"/>
                </a:lnTo>
                <a:lnTo>
                  <a:pt x="19516" y="86826"/>
                </a:lnTo>
                <a:lnTo>
                  <a:pt x="19878" y="85635"/>
                </a:lnTo>
                <a:lnTo>
                  <a:pt x="20343" y="84492"/>
                </a:lnTo>
                <a:lnTo>
                  <a:pt x="20913" y="83397"/>
                </a:lnTo>
                <a:lnTo>
                  <a:pt x="21586" y="82347"/>
                </a:lnTo>
                <a:lnTo>
                  <a:pt x="22362" y="81345"/>
                </a:lnTo>
                <a:lnTo>
                  <a:pt x="23241" y="80391"/>
                </a:lnTo>
                <a:lnTo>
                  <a:pt x="24195" y="79512"/>
                </a:lnTo>
                <a:lnTo>
                  <a:pt x="25197" y="78736"/>
                </a:lnTo>
                <a:lnTo>
                  <a:pt x="26247" y="78063"/>
                </a:lnTo>
                <a:lnTo>
                  <a:pt x="27342" y="77493"/>
                </a:lnTo>
                <a:lnTo>
                  <a:pt x="28485" y="77028"/>
                </a:lnTo>
                <a:lnTo>
                  <a:pt x="29676" y="76666"/>
                </a:lnTo>
                <a:lnTo>
                  <a:pt x="30912" y="76407"/>
                </a:lnTo>
                <a:lnTo>
                  <a:pt x="32196" y="76251"/>
                </a:lnTo>
                <a:lnTo>
                  <a:pt x="33528" y="76200"/>
                </a:lnTo>
                <a:lnTo>
                  <a:pt x="33528" y="76200"/>
                </a:lnTo>
                <a:lnTo>
                  <a:pt x="36529" y="82371"/>
                </a:lnTo>
                <a:lnTo>
                  <a:pt x="39774" y="88354"/>
                </a:lnTo>
                <a:lnTo>
                  <a:pt x="43264" y="94149"/>
                </a:lnTo>
                <a:lnTo>
                  <a:pt x="46999" y="99756"/>
                </a:lnTo>
                <a:lnTo>
                  <a:pt x="50979" y="105175"/>
                </a:lnTo>
                <a:lnTo>
                  <a:pt x="55203" y="110405"/>
                </a:lnTo>
                <a:lnTo>
                  <a:pt x="59671" y="115448"/>
                </a:lnTo>
                <a:lnTo>
                  <a:pt x="64384" y="120302"/>
                </a:lnTo>
                <a:lnTo>
                  <a:pt x="69342" y="124968"/>
                </a:lnTo>
                <a:lnTo>
                  <a:pt x="70179" y="125824"/>
                </a:lnTo>
                <a:lnTo>
                  <a:pt x="70997" y="126699"/>
                </a:lnTo>
                <a:lnTo>
                  <a:pt x="71798" y="127593"/>
                </a:lnTo>
                <a:lnTo>
                  <a:pt x="72579" y="128506"/>
                </a:lnTo>
                <a:lnTo>
                  <a:pt x="73341" y="129436"/>
                </a:lnTo>
                <a:lnTo>
                  <a:pt x="74084" y="130387"/>
                </a:lnTo>
                <a:lnTo>
                  <a:pt x="74807" y="131355"/>
                </a:lnTo>
                <a:lnTo>
                  <a:pt x="75513" y="132343"/>
                </a:lnTo>
                <a:lnTo>
                  <a:pt x="76200" y="133350"/>
                </a:lnTo>
                <a:lnTo>
                  <a:pt x="69934" y="132710"/>
                </a:lnTo>
                <a:lnTo>
                  <a:pt x="64008" y="131807"/>
                </a:lnTo>
                <a:lnTo>
                  <a:pt x="58420" y="130641"/>
                </a:lnTo>
                <a:lnTo>
                  <a:pt x="53170" y="129210"/>
                </a:lnTo>
                <a:lnTo>
                  <a:pt x="48260" y="127518"/>
                </a:lnTo>
                <a:lnTo>
                  <a:pt x="43688" y="125560"/>
                </a:lnTo>
                <a:lnTo>
                  <a:pt x="39454" y="123340"/>
                </a:lnTo>
                <a:lnTo>
                  <a:pt x="35560" y="120857"/>
                </a:lnTo>
                <a:lnTo>
                  <a:pt x="32004" y="118110"/>
                </a:lnTo>
                <a:lnTo>
                  <a:pt x="29286" y="115513"/>
                </a:lnTo>
                <a:lnTo>
                  <a:pt x="26886" y="112805"/>
                </a:lnTo>
                <a:lnTo>
                  <a:pt x="24807" y="109982"/>
                </a:lnTo>
                <a:lnTo>
                  <a:pt x="23049" y="107047"/>
                </a:lnTo>
                <a:lnTo>
                  <a:pt x="21608" y="103999"/>
                </a:lnTo>
                <a:lnTo>
                  <a:pt x="20489" y="100838"/>
                </a:lnTo>
                <a:lnTo>
                  <a:pt x="19690" y="97565"/>
                </a:lnTo>
                <a:lnTo>
                  <a:pt x="19210" y="94177"/>
                </a:lnTo>
                <a:lnTo>
                  <a:pt x="19050" y="90678"/>
                </a:lnTo>
                <a:close/>
                <a:moveTo>
                  <a:pt x="99822" y="209550"/>
                </a:moveTo>
                <a:lnTo>
                  <a:pt x="100941" y="207509"/>
                </a:lnTo>
                <a:lnTo>
                  <a:pt x="101929" y="205449"/>
                </a:lnTo>
                <a:lnTo>
                  <a:pt x="102785" y="203369"/>
                </a:lnTo>
                <a:lnTo>
                  <a:pt x="103510" y="201272"/>
                </a:lnTo>
                <a:lnTo>
                  <a:pt x="104103" y="199154"/>
                </a:lnTo>
                <a:lnTo>
                  <a:pt x="104564" y="197019"/>
                </a:lnTo>
                <a:lnTo>
                  <a:pt x="104892" y="194865"/>
                </a:lnTo>
                <a:lnTo>
                  <a:pt x="105090" y="192692"/>
                </a:lnTo>
                <a:lnTo>
                  <a:pt x="105156" y="190500"/>
                </a:lnTo>
                <a:lnTo>
                  <a:pt x="105156" y="161544"/>
                </a:lnTo>
                <a:lnTo>
                  <a:pt x="105081" y="158185"/>
                </a:lnTo>
                <a:lnTo>
                  <a:pt x="104855" y="154883"/>
                </a:lnTo>
                <a:lnTo>
                  <a:pt x="104479" y="151638"/>
                </a:lnTo>
                <a:lnTo>
                  <a:pt x="103952" y="148449"/>
                </a:lnTo>
                <a:lnTo>
                  <a:pt x="103275" y="145316"/>
                </a:lnTo>
                <a:lnTo>
                  <a:pt x="102447" y="142240"/>
                </a:lnTo>
                <a:lnTo>
                  <a:pt x="101468" y="139220"/>
                </a:lnTo>
                <a:lnTo>
                  <a:pt x="100339" y="136257"/>
                </a:lnTo>
                <a:lnTo>
                  <a:pt x="99060" y="133350"/>
                </a:lnTo>
                <a:lnTo>
                  <a:pt x="97640" y="130509"/>
                </a:lnTo>
                <a:lnTo>
                  <a:pt x="96087" y="127744"/>
                </a:lnTo>
                <a:lnTo>
                  <a:pt x="94403" y="125053"/>
                </a:lnTo>
                <a:lnTo>
                  <a:pt x="92588" y="122437"/>
                </a:lnTo>
                <a:lnTo>
                  <a:pt x="90640" y="119898"/>
                </a:lnTo>
                <a:lnTo>
                  <a:pt x="88562" y="117433"/>
                </a:lnTo>
                <a:lnTo>
                  <a:pt x="86351" y="115043"/>
                </a:lnTo>
                <a:lnTo>
                  <a:pt x="84009" y="112729"/>
                </a:lnTo>
                <a:lnTo>
                  <a:pt x="81534" y="110490"/>
                </a:lnTo>
                <a:lnTo>
                  <a:pt x="75166" y="104083"/>
                </a:lnTo>
                <a:lnTo>
                  <a:pt x="69267" y="97395"/>
                </a:lnTo>
                <a:lnTo>
                  <a:pt x="63838" y="90424"/>
                </a:lnTo>
                <a:lnTo>
                  <a:pt x="58881" y="83171"/>
                </a:lnTo>
                <a:lnTo>
                  <a:pt x="54393" y="75635"/>
                </a:lnTo>
                <a:lnTo>
                  <a:pt x="50377" y="67818"/>
                </a:lnTo>
                <a:lnTo>
                  <a:pt x="46830" y="59718"/>
                </a:lnTo>
                <a:lnTo>
                  <a:pt x="43754" y="51336"/>
                </a:lnTo>
                <a:lnTo>
                  <a:pt x="41148" y="42672"/>
                </a:lnTo>
                <a:lnTo>
                  <a:pt x="40738" y="40818"/>
                </a:lnTo>
                <a:lnTo>
                  <a:pt x="40527" y="38984"/>
                </a:lnTo>
                <a:lnTo>
                  <a:pt x="40513" y="37168"/>
                </a:lnTo>
                <a:lnTo>
                  <a:pt x="40697" y="35372"/>
                </a:lnTo>
                <a:lnTo>
                  <a:pt x="41078" y="33594"/>
                </a:lnTo>
                <a:lnTo>
                  <a:pt x="41656" y="31834"/>
                </a:lnTo>
                <a:lnTo>
                  <a:pt x="42432" y="30094"/>
                </a:lnTo>
                <a:lnTo>
                  <a:pt x="43405" y="28373"/>
                </a:lnTo>
                <a:lnTo>
                  <a:pt x="44577" y="26670"/>
                </a:lnTo>
                <a:lnTo>
                  <a:pt x="45890" y="25071"/>
                </a:lnTo>
                <a:lnTo>
                  <a:pt x="47286" y="23660"/>
                </a:lnTo>
                <a:lnTo>
                  <a:pt x="48768" y="22437"/>
                </a:lnTo>
                <a:lnTo>
                  <a:pt x="50334" y="21402"/>
                </a:lnTo>
                <a:lnTo>
                  <a:pt x="51986" y="20555"/>
                </a:lnTo>
                <a:lnTo>
                  <a:pt x="53721" y="19897"/>
                </a:lnTo>
                <a:lnTo>
                  <a:pt x="55541" y="19426"/>
                </a:lnTo>
                <a:lnTo>
                  <a:pt x="57446" y="19144"/>
                </a:lnTo>
                <a:lnTo>
                  <a:pt x="59436" y="19050"/>
                </a:lnTo>
                <a:lnTo>
                  <a:pt x="169164" y="19050"/>
                </a:lnTo>
                <a:lnTo>
                  <a:pt x="171154" y="19144"/>
                </a:lnTo>
                <a:lnTo>
                  <a:pt x="173059" y="19426"/>
                </a:lnTo>
                <a:lnTo>
                  <a:pt x="174879" y="19897"/>
                </a:lnTo>
                <a:lnTo>
                  <a:pt x="176614" y="20555"/>
                </a:lnTo>
                <a:lnTo>
                  <a:pt x="178266" y="21402"/>
                </a:lnTo>
                <a:lnTo>
                  <a:pt x="179832" y="22437"/>
                </a:lnTo>
                <a:lnTo>
                  <a:pt x="181314" y="23660"/>
                </a:lnTo>
                <a:lnTo>
                  <a:pt x="182710" y="25071"/>
                </a:lnTo>
                <a:lnTo>
                  <a:pt x="184023" y="26670"/>
                </a:lnTo>
                <a:lnTo>
                  <a:pt x="185195" y="28373"/>
                </a:lnTo>
                <a:lnTo>
                  <a:pt x="186168" y="30094"/>
                </a:lnTo>
                <a:lnTo>
                  <a:pt x="186944" y="31834"/>
                </a:lnTo>
                <a:lnTo>
                  <a:pt x="187522" y="33594"/>
                </a:lnTo>
                <a:lnTo>
                  <a:pt x="187903" y="35372"/>
                </a:lnTo>
                <a:lnTo>
                  <a:pt x="188087" y="37168"/>
                </a:lnTo>
                <a:lnTo>
                  <a:pt x="188073" y="38984"/>
                </a:lnTo>
                <a:lnTo>
                  <a:pt x="187862" y="40818"/>
                </a:lnTo>
                <a:lnTo>
                  <a:pt x="187452" y="42672"/>
                </a:lnTo>
                <a:lnTo>
                  <a:pt x="184846" y="51336"/>
                </a:lnTo>
                <a:lnTo>
                  <a:pt x="181770" y="59718"/>
                </a:lnTo>
                <a:lnTo>
                  <a:pt x="178223" y="67818"/>
                </a:lnTo>
                <a:lnTo>
                  <a:pt x="174207" y="75635"/>
                </a:lnTo>
                <a:lnTo>
                  <a:pt x="169719" y="83171"/>
                </a:lnTo>
                <a:lnTo>
                  <a:pt x="164762" y="90424"/>
                </a:lnTo>
                <a:lnTo>
                  <a:pt x="159333" y="97395"/>
                </a:lnTo>
                <a:lnTo>
                  <a:pt x="153434" y="104083"/>
                </a:lnTo>
                <a:lnTo>
                  <a:pt x="147066" y="110490"/>
                </a:lnTo>
                <a:lnTo>
                  <a:pt x="144591" y="112729"/>
                </a:lnTo>
                <a:lnTo>
                  <a:pt x="142249" y="115043"/>
                </a:lnTo>
                <a:lnTo>
                  <a:pt x="140038" y="117433"/>
                </a:lnTo>
                <a:lnTo>
                  <a:pt x="137960" y="119898"/>
                </a:lnTo>
                <a:lnTo>
                  <a:pt x="136012" y="122437"/>
                </a:lnTo>
                <a:lnTo>
                  <a:pt x="134197" y="125053"/>
                </a:lnTo>
                <a:lnTo>
                  <a:pt x="132513" y="127744"/>
                </a:lnTo>
                <a:lnTo>
                  <a:pt x="130960" y="130509"/>
                </a:lnTo>
                <a:lnTo>
                  <a:pt x="129540" y="133350"/>
                </a:lnTo>
                <a:lnTo>
                  <a:pt x="128261" y="136257"/>
                </a:lnTo>
                <a:lnTo>
                  <a:pt x="127132" y="139220"/>
                </a:lnTo>
                <a:lnTo>
                  <a:pt x="126153" y="142240"/>
                </a:lnTo>
                <a:lnTo>
                  <a:pt x="125325" y="145316"/>
                </a:lnTo>
                <a:lnTo>
                  <a:pt x="124648" y="148449"/>
                </a:lnTo>
                <a:lnTo>
                  <a:pt x="124121" y="151638"/>
                </a:lnTo>
                <a:lnTo>
                  <a:pt x="123745" y="154883"/>
                </a:lnTo>
                <a:lnTo>
                  <a:pt x="123519" y="158185"/>
                </a:lnTo>
                <a:lnTo>
                  <a:pt x="123444" y="161544"/>
                </a:lnTo>
                <a:lnTo>
                  <a:pt x="123444" y="190500"/>
                </a:lnTo>
                <a:lnTo>
                  <a:pt x="123510" y="192692"/>
                </a:lnTo>
                <a:lnTo>
                  <a:pt x="123708" y="194865"/>
                </a:lnTo>
                <a:lnTo>
                  <a:pt x="124036" y="197019"/>
                </a:lnTo>
                <a:lnTo>
                  <a:pt x="124497" y="199154"/>
                </a:lnTo>
                <a:lnTo>
                  <a:pt x="125090" y="201272"/>
                </a:lnTo>
                <a:lnTo>
                  <a:pt x="125815" y="203369"/>
                </a:lnTo>
                <a:lnTo>
                  <a:pt x="126671" y="205449"/>
                </a:lnTo>
                <a:lnTo>
                  <a:pt x="127659" y="207509"/>
                </a:lnTo>
                <a:lnTo>
                  <a:pt x="128778" y="209550"/>
                </a:lnTo>
                <a:close/>
              </a:path>
            </a:pathLst>
          </a:custGeom>
          <a:solidFill>
            <a:srgbClr val="C77E8C"/>
          </a:solidFill>
          <a:ln w="0">
            <a:noFill/>
          </a:ln>
        </p:spPr>
      </p:sp>
      <p:sp>
        <p:nvSpPr>
          <p:cNvPr id="104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48B97603-8F49-4C5B-B764-10BAEDF3AFD2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2</a:t>
            </a:fld>
            <a:endParaRPr sz="1650" b="0">
              <a:solidFill>
                <a:srgbClr val="CF8792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3210838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6">
            <a:extLst>
              <a:ext uri="{FF2B5EF4-FFF2-40B4-BE49-F238E27FC236}">
                <a16:creationId xmlns:a16="http://schemas.microsoft.com/office/drawing/2014/main" id="{F2C56139-1576-432F-A3A3-96A64E2C36F3}"/>
              </a:ext>
            </a:extLst>
          </p:cNvPr>
          <p:cNvSpPr>
            <a:spLocks noGrp="1"/>
          </p:cNvSpPr>
          <p:nvPr/>
        </p:nvSpPr>
        <p:spPr>
          <a:xfrm>
            <a:off x="6334125" y="2133600"/>
            <a:ext cx="32575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42" name="菱形 7">
            <a:extLst>
              <a:ext uri="{FF2B5EF4-FFF2-40B4-BE49-F238E27FC236}">
                <a16:creationId xmlns:a16="http://schemas.microsoft.com/office/drawing/2014/main" id="{AFE644EB-B9FA-4280-8735-7AC7ECCD888C}"/>
              </a:ext>
            </a:extLst>
          </p:cNvPr>
          <p:cNvSpPr>
            <a:spLocks noGrp="1"/>
          </p:cNvSpPr>
          <p:nvPr/>
        </p:nvSpPr>
        <p:spPr>
          <a:xfrm>
            <a:off x="7905750" y="2076450"/>
            <a:ext cx="114300" cy="114300"/>
          </a:xfrm>
          <a:prstGeom prst="diamond">
            <a:avLst/>
          </a:prstGeom>
          <a:solidFill>
            <a:srgbClr val="CF8792"/>
          </a:solidFill>
          <a:ln w="0">
            <a:noFill/>
          </a:ln>
        </p:spPr>
      </p:sp>
      <p:sp>
        <p:nvSpPr>
          <p:cNvPr id="5" name="標題 4">
            <a:extLst>
              <a:ext uri="{FF2B5EF4-FFF2-40B4-BE49-F238E27FC236}">
                <a16:creationId xmlns:a16="http://schemas.microsoft.com/office/drawing/2014/main" id="{BA1EA575-14EE-4A32-B262-BF0D0CAAE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0" y="438150"/>
            <a:ext cx="11353800" cy="10477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2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EAGLE 演化的對象</a:t>
            </a:r>
          </a:p>
        </p:txBody>
      </p:sp>
      <p:sp>
        <p:nvSpPr>
          <p:cNvPr id="6" name="副標題 5">
            <a:extLst>
              <a:ext uri="{FF2B5EF4-FFF2-40B4-BE49-F238E27FC236}">
                <a16:creationId xmlns:a16="http://schemas.microsoft.com/office/drawing/2014/main" id="{8B7E511A-51D3-46F8-AAFB-6B74EA9DED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76500" y="1533525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本期使用 inherited_genotype；輸入 Java 與新生成的 Java 分開保存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D41BC45-89B7-4C29-8820-ECB822123DA5}"/>
              </a:ext>
            </a:extLst>
          </p:cNvPr>
          <p:cNvSpPr>
            <a:spLocks noGrp="1"/>
          </p:cNvSpPr>
          <p:nvPr/>
        </p:nvSpPr>
        <p:spPr>
          <a:xfrm>
            <a:off x="1000125" y="2695575"/>
            <a:ext cx="6515100" cy="523875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algn="ctr">
              <a:buNone/>
              <a:defRPr sz="2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GENOTYPE　演化與繼承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F87D0AAA-D753-4D8B-9B53-857B5FCEF871}"/>
              </a:ext>
            </a:extLst>
          </p:cNvPr>
          <p:cNvSpPr>
            <a:spLocks noGrp="1"/>
          </p:cNvSpPr>
          <p:nvPr/>
        </p:nvSpPr>
        <p:spPr>
          <a:xfrm>
            <a:off x="952500" y="3476625"/>
            <a:ext cx="2047875" cy="3171825"/>
          </a:xfrm>
          <a:prstGeom prst="roundRect">
            <a:avLst>
              <a:gd name="adj" fmla="val 7442"/>
            </a:avLst>
          </a:prstGeom>
          <a:solidFill>
            <a:srgbClr val="FCF8F5"/>
          </a:solidFill>
          <a:ln w="19050">
            <a:solidFill>
              <a:srgbClr val="CF9BA5"/>
            </a:solidFill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2B6F4D3-89DF-46C6-AEEE-8C10E2C99FB2}"/>
              </a:ext>
            </a:extLst>
          </p:cNvPr>
          <p:cNvSpPr>
            <a:spLocks noGrp="1"/>
          </p:cNvSpPr>
          <p:nvPr/>
        </p:nvSpPr>
        <p:spPr>
          <a:xfrm>
            <a:off x="1047750" y="4114800"/>
            <a:ext cx="1857375" cy="4191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algn="ctr">
              <a:buNone/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Policy gene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B887FE0-F713-4365-BD87-F096AE6FC9BA}"/>
              </a:ext>
            </a:extLst>
          </p:cNvPr>
          <p:cNvSpPr>
            <a:spLocks noGrp="1"/>
          </p:cNvSpPr>
          <p:nvPr/>
        </p:nvSpPr>
        <p:spPr>
          <a:xfrm>
            <a:off x="1104900" y="4638675"/>
            <a:ext cx="1743075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45D289A-5F6C-461B-B263-77E32397720A}"/>
              </a:ext>
            </a:extLst>
          </p:cNvPr>
          <p:cNvSpPr>
            <a:spLocks noGrp="1"/>
          </p:cNvSpPr>
          <p:nvPr/>
        </p:nvSpPr>
        <p:spPr>
          <a:xfrm>
            <a:off x="1009650" y="4762500"/>
            <a:ext cx="1933575" cy="3810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algn="ctr">
              <a:buNone/>
              <a:defRPr sz="1575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575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strategy_prompt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D1C88A7-A4CA-4974-8A9E-3306ADF425EC}"/>
              </a:ext>
            </a:extLst>
          </p:cNvPr>
          <p:cNvSpPr>
            <a:spLocks noGrp="1"/>
          </p:cNvSpPr>
          <p:nvPr/>
        </p:nvSpPr>
        <p:spPr>
          <a:xfrm>
            <a:off x="1066800" y="5276850"/>
            <a:ext cx="1819275" cy="123825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algn="ctr">
              <a:buNone/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具體遊戲策略</a:t>
            </a:r>
          </a:p>
          <a:p>
            <a:pPr algn="ctr">
              <a:buNone/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en-US" altLang="zh-TW"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Strategy </a:t>
            </a:r>
            <a:r>
              <a:rPr lang="zh-TW" altLang="en-US"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改寫</a:t>
            </a:r>
            <a:endParaRPr sz="2025" b="0">
              <a:solidFill>
                <a:srgbClr val="423C3B"/>
              </a:solidFill>
              <a:latin typeface="Source Han Serif TW"/>
              <a:ea typeface="Source Han Serif TW"/>
              <a:cs typeface="Source Han Serif TW"/>
            </a:endParaRP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D560ADF3-AFA0-4437-9C9A-D05DE13BB3C5}"/>
              </a:ext>
            </a:extLst>
          </p:cNvPr>
          <p:cNvSpPr>
            <a:spLocks noGrp="1"/>
          </p:cNvSpPr>
          <p:nvPr/>
        </p:nvSpPr>
        <p:spPr>
          <a:xfrm>
            <a:off x="3190875" y="3476625"/>
            <a:ext cx="2047875" cy="3171825"/>
          </a:xfrm>
          <a:prstGeom prst="roundRect">
            <a:avLst>
              <a:gd name="adj" fmla="val 7442"/>
            </a:avLst>
          </a:prstGeom>
          <a:solidFill>
            <a:srgbClr val="FCF8F5"/>
          </a:solidFill>
          <a:ln w="19050">
            <a:solidFill>
              <a:srgbClr val="CF9BA5"/>
            </a:solidFill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D959039-2C05-4BA2-875B-1E1F2F2284BA}"/>
              </a:ext>
            </a:extLst>
          </p:cNvPr>
          <p:cNvSpPr>
            <a:spLocks noGrp="1"/>
          </p:cNvSpPr>
          <p:nvPr/>
        </p:nvSpPr>
        <p:spPr>
          <a:xfrm>
            <a:off x="3286125" y="4114800"/>
            <a:ext cx="1857375" cy="4191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algn="ctr">
              <a:buNone/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Code prompt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697B923-680C-40D8-8F81-9B685B0F06FC}"/>
              </a:ext>
            </a:extLst>
          </p:cNvPr>
          <p:cNvSpPr>
            <a:spLocks noGrp="1"/>
          </p:cNvSpPr>
          <p:nvPr/>
        </p:nvSpPr>
        <p:spPr>
          <a:xfrm>
            <a:off x="3343275" y="4638675"/>
            <a:ext cx="1743075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F19BA99-CBC3-4483-96DD-8DF3EC6B7E78}"/>
              </a:ext>
            </a:extLst>
          </p:cNvPr>
          <p:cNvSpPr>
            <a:spLocks noGrp="1"/>
          </p:cNvSpPr>
          <p:nvPr/>
        </p:nvSpPr>
        <p:spPr>
          <a:xfrm>
            <a:off x="3248025" y="4762500"/>
            <a:ext cx="1933575" cy="3810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algn="ctr">
              <a:buNone/>
              <a:defRPr sz="13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3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generation_prompt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645B970-3616-41CA-88E7-455291C5A29B}"/>
              </a:ext>
            </a:extLst>
          </p:cNvPr>
          <p:cNvSpPr>
            <a:spLocks noGrp="1"/>
          </p:cNvSpPr>
          <p:nvPr/>
        </p:nvSpPr>
        <p:spPr>
          <a:xfrm>
            <a:off x="3305175" y="5276850"/>
            <a:ext cx="1819275" cy="123825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algn="ctr">
              <a:buNone/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通用翻譯規則</a:t>
            </a:r>
          </a:p>
          <a:p>
            <a:pPr algn="ctr">
              <a:buNone/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en-US" altLang="zh-TW"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Prompt </a:t>
            </a:r>
            <a:r>
              <a:rPr lang="zh-TW" altLang="en-US"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改寫</a:t>
            </a:r>
            <a:endParaRPr sz="2025" b="0">
              <a:solidFill>
                <a:srgbClr val="423C3B"/>
              </a:solidFill>
              <a:latin typeface="Source Han Serif TW"/>
              <a:ea typeface="Source Han Serif TW"/>
              <a:cs typeface="Source Han Serif TW"/>
            </a:endParaRPr>
          </a:p>
        </p:txBody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CF70BFF8-91C6-40ED-B000-54F14371CBF2}"/>
              </a:ext>
            </a:extLst>
          </p:cNvPr>
          <p:cNvSpPr>
            <a:spLocks noGrp="1"/>
          </p:cNvSpPr>
          <p:nvPr/>
        </p:nvSpPr>
        <p:spPr>
          <a:xfrm>
            <a:off x="5429250" y="3476625"/>
            <a:ext cx="2047875" cy="3171825"/>
          </a:xfrm>
          <a:prstGeom prst="roundRect">
            <a:avLst>
              <a:gd name="adj" fmla="val 7442"/>
            </a:avLst>
          </a:prstGeom>
          <a:solidFill>
            <a:srgbClr val="FCF8F5"/>
          </a:solidFill>
          <a:ln w="19050">
            <a:solidFill>
              <a:srgbClr val="CF9BA5"/>
            </a:solidFill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E5D3643-0B38-4702-99C9-C227695331D6}"/>
              </a:ext>
            </a:extLst>
          </p:cNvPr>
          <p:cNvSpPr>
            <a:spLocks noGrp="1"/>
          </p:cNvSpPr>
          <p:nvPr/>
        </p:nvSpPr>
        <p:spPr>
          <a:xfrm>
            <a:off x="5524500" y="4114800"/>
            <a:ext cx="1857375" cy="4191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algn="ctr">
              <a:buNone/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Java gene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4DB9DC3-BA08-46F2-A8E5-3379059E2F59}"/>
              </a:ext>
            </a:extLst>
          </p:cNvPr>
          <p:cNvSpPr>
            <a:spLocks noGrp="1"/>
          </p:cNvSpPr>
          <p:nvPr/>
        </p:nvSpPr>
        <p:spPr>
          <a:xfrm>
            <a:off x="5581650" y="4638675"/>
            <a:ext cx="1743075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B3AEDCD-8C2E-43E2-902E-684E99C34427}"/>
              </a:ext>
            </a:extLst>
          </p:cNvPr>
          <p:cNvSpPr>
            <a:spLocks noGrp="1"/>
          </p:cNvSpPr>
          <p:nvPr/>
        </p:nvSpPr>
        <p:spPr>
          <a:xfrm>
            <a:off x="5486400" y="4762500"/>
            <a:ext cx="1933575" cy="3810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algn="ctr">
              <a:buNone/>
              <a:defRPr sz="1575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575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inherited_java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1F18686-B1C7-43DC-A255-B5C8215EF6B4}"/>
              </a:ext>
            </a:extLst>
          </p:cNvPr>
          <p:cNvSpPr>
            <a:spLocks noGrp="1"/>
          </p:cNvSpPr>
          <p:nvPr/>
        </p:nvSpPr>
        <p:spPr>
          <a:xfrm>
            <a:off x="5543550" y="5276850"/>
            <a:ext cx="1819275" cy="123825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algn="ctr">
              <a:buNone/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父代完整 </a:t>
            </a:r>
            <a:r>
              <a:rPr lang="en-US"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Java</a:t>
            </a:r>
          </a:p>
          <a:p>
            <a:pPr algn="ctr">
              <a:buNone/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生成前輸入</a:t>
            </a:r>
            <a:endParaRPr sz="2025" b="0">
              <a:solidFill>
                <a:srgbClr val="423C3B"/>
              </a:solidFill>
              <a:latin typeface="Source Han Serif TW"/>
              <a:ea typeface="Source Han Serif TW"/>
              <a:cs typeface="Source Han Serif TW"/>
            </a:endParaRPr>
          </a:p>
        </p:txBody>
      </p:sp>
      <p:sp>
        <p:nvSpPr>
          <p:cNvPr id="24" name="箭號: 向右 23">
            <a:extLst>
              <a:ext uri="{FF2B5EF4-FFF2-40B4-BE49-F238E27FC236}">
                <a16:creationId xmlns:a16="http://schemas.microsoft.com/office/drawing/2014/main" id="{318391A5-4379-409F-8B4F-8A91B093A694}"/>
              </a:ext>
            </a:extLst>
          </p:cNvPr>
          <p:cNvSpPr>
            <a:spLocks noGrp="1"/>
          </p:cNvSpPr>
          <p:nvPr/>
        </p:nvSpPr>
        <p:spPr>
          <a:xfrm>
            <a:off x="7620000" y="4867275"/>
            <a:ext cx="476250" cy="304800"/>
          </a:xfrm>
          <a:prstGeom prst="rightArrow">
            <a:avLst/>
          </a:prstGeom>
          <a:solidFill>
            <a:srgbClr val="CF8792"/>
          </a:solidFill>
          <a:ln w="0">
            <a:noFill/>
          </a:ln>
        </p:spPr>
      </p:sp>
      <p:sp>
        <p:nvSpPr>
          <p:cNvPr id="25" name="矩形: 圓角 24">
            <a:extLst>
              <a:ext uri="{FF2B5EF4-FFF2-40B4-BE49-F238E27FC236}">
                <a16:creationId xmlns:a16="http://schemas.microsoft.com/office/drawing/2014/main" id="{9CD8B2CB-07F8-4237-ADFA-BC62FD241EB1}"/>
              </a:ext>
            </a:extLst>
          </p:cNvPr>
          <p:cNvSpPr>
            <a:spLocks noGrp="1"/>
          </p:cNvSpPr>
          <p:nvPr/>
        </p:nvSpPr>
        <p:spPr>
          <a:xfrm>
            <a:off x="8429625" y="3476625"/>
            <a:ext cx="2524125" cy="3171825"/>
          </a:xfrm>
          <a:prstGeom prst="roundRect">
            <a:avLst>
              <a:gd name="adj" fmla="val 6038"/>
            </a:avLst>
          </a:prstGeom>
          <a:solidFill>
            <a:srgbClr val="FCF8F5"/>
          </a:solidFill>
          <a:ln w="19050">
            <a:solidFill>
              <a:srgbClr val="CF9BA5"/>
            </a:solidFill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9111B24-BD02-4584-B1D7-6D9A26DC5D30}"/>
              </a:ext>
            </a:extLst>
          </p:cNvPr>
          <p:cNvSpPr>
            <a:spLocks noGrp="1"/>
          </p:cNvSpPr>
          <p:nvPr/>
        </p:nvSpPr>
        <p:spPr>
          <a:xfrm>
            <a:off x="8534400" y="4114800"/>
            <a:ext cx="2314575" cy="4191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algn="ctr">
              <a:buNone/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GENERATOR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8617663-2B0B-438D-AA77-1F8DBA63C033}"/>
              </a:ext>
            </a:extLst>
          </p:cNvPr>
          <p:cNvSpPr>
            <a:spLocks noGrp="1"/>
          </p:cNvSpPr>
          <p:nvPr/>
        </p:nvSpPr>
        <p:spPr>
          <a:xfrm>
            <a:off x="8591550" y="4638675"/>
            <a:ext cx="2200275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017FCD6-6B1B-4ECD-B16D-17A95532287A}"/>
              </a:ext>
            </a:extLst>
          </p:cNvPr>
          <p:cNvSpPr>
            <a:spLocks noGrp="1"/>
          </p:cNvSpPr>
          <p:nvPr/>
        </p:nvSpPr>
        <p:spPr>
          <a:xfrm>
            <a:off x="8582025" y="4905375"/>
            <a:ext cx="2219325" cy="158115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algn="ctr">
              <a:buNone/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策略描述＋生成規則</a:t>
            </a:r>
          </a:p>
          <a:p>
            <a:pPr algn="ctr">
              <a:buNone/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＋父代 Java</a:t>
            </a:r>
          </a:p>
          <a:p>
            <a:pPr algn="ctr">
              <a:buNone/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sz="1800" b="0">
              <a:solidFill>
                <a:srgbClr val="423C3B"/>
              </a:solidFill>
              <a:latin typeface="Source Han Serif TW"/>
              <a:ea typeface="Source Han Serif TW"/>
              <a:cs typeface="Source Han Serif TW"/>
            </a:endParaRPr>
          </a:p>
          <a:p>
            <a:pPr algn="ctr">
              <a:buNone/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依固定 Java 骨架</a:t>
            </a:r>
          </a:p>
          <a:p>
            <a:pPr algn="ctr">
              <a:buNone/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產生新 Agent</a:t>
            </a:r>
          </a:p>
        </p:txBody>
      </p:sp>
      <p:sp>
        <p:nvSpPr>
          <p:cNvPr id="29" name="箭號: 向右 28">
            <a:extLst>
              <a:ext uri="{FF2B5EF4-FFF2-40B4-BE49-F238E27FC236}">
                <a16:creationId xmlns:a16="http://schemas.microsoft.com/office/drawing/2014/main" id="{04C3D023-1702-41AC-A887-0E1D55B6D3B9}"/>
              </a:ext>
            </a:extLst>
          </p:cNvPr>
          <p:cNvSpPr>
            <a:spLocks noGrp="1"/>
          </p:cNvSpPr>
          <p:nvPr/>
        </p:nvSpPr>
        <p:spPr>
          <a:xfrm>
            <a:off x="11239500" y="4867275"/>
            <a:ext cx="476250" cy="304800"/>
          </a:xfrm>
          <a:prstGeom prst="rightArrow">
            <a:avLst/>
          </a:prstGeom>
          <a:solidFill>
            <a:srgbClr val="CF8792"/>
          </a:solidFill>
          <a:ln w="0">
            <a:noFill/>
          </a:ln>
        </p:spPr>
      </p:sp>
      <p:sp>
        <p:nvSpPr>
          <p:cNvPr id="30" name="矩形: 圓角 29">
            <a:extLst>
              <a:ext uri="{FF2B5EF4-FFF2-40B4-BE49-F238E27FC236}">
                <a16:creationId xmlns:a16="http://schemas.microsoft.com/office/drawing/2014/main" id="{8F72FD9F-B5DC-4E22-BC55-15BA7EE10812}"/>
              </a:ext>
            </a:extLst>
          </p:cNvPr>
          <p:cNvSpPr>
            <a:spLocks noGrp="1"/>
          </p:cNvSpPr>
          <p:nvPr/>
        </p:nvSpPr>
        <p:spPr>
          <a:xfrm>
            <a:off x="12001500" y="3476625"/>
            <a:ext cx="2924175" cy="3171825"/>
          </a:xfrm>
          <a:prstGeom prst="roundRect">
            <a:avLst>
              <a:gd name="adj" fmla="val 5212"/>
            </a:avLst>
          </a:prstGeom>
          <a:solidFill>
            <a:srgbClr val="FCF8F5"/>
          </a:solidFill>
          <a:ln w="19050">
            <a:solidFill>
              <a:srgbClr val="CF9BA5"/>
            </a:solidFill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5E5BA27-E652-429E-BB49-D4F628B33586}"/>
              </a:ext>
            </a:extLst>
          </p:cNvPr>
          <p:cNvSpPr>
            <a:spLocks noGrp="1"/>
          </p:cNvSpPr>
          <p:nvPr/>
        </p:nvSpPr>
        <p:spPr>
          <a:xfrm>
            <a:off x="12134850" y="4114800"/>
            <a:ext cx="2657475" cy="4191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algn="ctr">
              <a:buNone/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PHENOTYPE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AA39A45-A2B9-438B-8C03-E6BC8DE3F912}"/>
              </a:ext>
            </a:extLst>
          </p:cNvPr>
          <p:cNvSpPr>
            <a:spLocks noGrp="1"/>
          </p:cNvSpPr>
          <p:nvPr/>
        </p:nvSpPr>
        <p:spPr>
          <a:xfrm>
            <a:off x="12172950" y="4638675"/>
            <a:ext cx="25717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221FF010-B71C-4A18-BA9A-7C889C2E95F3}"/>
              </a:ext>
            </a:extLst>
          </p:cNvPr>
          <p:cNvSpPr>
            <a:spLocks noGrp="1"/>
          </p:cNvSpPr>
          <p:nvPr/>
        </p:nvSpPr>
        <p:spPr>
          <a:xfrm>
            <a:off x="12172950" y="4905375"/>
            <a:ext cx="2571750" cy="158115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algn="ctr"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generated_java</a:t>
            </a:r>
          </a:p>
          <a:p>
            <a:endParaRPr sz="2250" b="0">
              <a:solidFill>
                <a:srgbClr val="423C3B"/>
              </a:solidFill>
              <a:latin typeface="Source Han Serif TW"/>
              <a:ea typeface="Source Han Serif TW"/>
              <a:cs typeface="Source Han Serif TW"/>
            </a:endParaRPr>
          </a:p>
          <a:p>
            <a:pPr algn="ctr"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驗證、編譯、整合</a:t>
            </a:r>
          </a:p>
          <a:p>
            <a:pPr algn="ctr"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180 場 MicroRTS 評估</a:t>
            </a:r>
          </a:p>
        </p:txBody>
      </p:sp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71226B4B-BDEA-4425-8ABD-BBD2F060129A}"/>
              </a:ext>
            </a:extLst>
          </p:cNvPr>
          <p:cNvSpPr>
            <a:spLocks noGrp="1"/>
          </p:cNvSpPr>
          <p:nvPr/>
        </p:nvSpPr>
        <p:spPr>
          <a:xfrm>
            <a:off x="2476500" y="7639050"/>
            <a:ext cx="10972800" cy="514350"/>
          </a:xfrm>
          <a:prstGeom prst="roundRect">
            <a:avLst>
              <a:gd name="adj" fmla="val 29630"/>
            </a:avLst>
          </a:prstGeom>
          <a:solidFill>
            <a:srgbClr val="F4DEA0"/>
          </a:solidFill>
          <a:ln w="0">
            <a:noFill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32FB8206-5E15-4241-A2DB-5638738B6D3E}"/>
              </a:ext>
            </a:extLst>
          </p:cNvPr>
          <p:cNvSpPr>
            <a:spLocks noGrp="1"/>
          </p:cNvSpPr>
          <p:nvPr/>
        </p:nvSpPr>
        <p:spPr>
          <a:xfrm>
            <a:off x="2628900" y="7658100"/>
            <a:ext cx="10668000" cy="47625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algn="ctr">
              <a:buNone/>
              <a:def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新 </a:t>
            </a:r>
            <a:r>
              <a:rPr lang="en-US"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Java </a:t>
            </a:r>
            <a:r>
              <a:rPr lang="zh-TW" altLang="en-US"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可供下代繼承；</a:t>
            </a:r>
            <a:r>
              <a:rPr lang="en-US"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Code </a:t>
            </a:r>
            <a:r>
              <a:rPr lang="zh-TW" altLang="en-US"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可直接 </a:t>
            </a:r>
            <a:r>
              <a:rPr lang="en-US"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revision，</a:t>
            </a:r>
            <a:r>
              <a:rPr lang="zh-TW" altLang="en-US"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其餘經 </a:t>
            </a:r>
            <a:r>
              <a:rPr lang="en-US"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Generator </a:t>
            </a:r>
            <a:r>
              <a:rPr lang="zh-TW" altLang="en-US"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解碼</a:t>
            </a:r>
            <a:endParaRPr sz="2100" b="0">
              <a:solidFill>
                <a:srgbClr val="47171C"/>
              </a:solidFill>
              <a:latin typeface="Source Han Serif TW"/>
              <a:ea typeface="Source Han Serif TW"/>
              <a:cs typeface="Source Han Serif TW"/>
            </a:endParaRPr>
          </a:p>
        </p:txBody>
      </p:sp>
      <p:sp>
        <p:nvSpPr>
          <p:cNvPr id="36" name="手繪多邊形: 圖案 35">
            <a:extLst>
              <a:ext uri="{FF2B5EF4-FFF2-40B4-BE49-F238E27FC236}">
                <a16:creationId xmlns:a16="http://schemas.microsoft.com/office/drawing/2014/main" id="{8A252908-C968-4937-9F3D-9E103D6826B4}"/>
              </a:ext>
            </a:extLst>
          </p:cNvPr>
          <p:cNvSpPr>
            <a:spLocks noGrp="1"/>
          </p:cNvSpPr>
          <p:nvPr/>
        </p:nvSpPr>
        <p:spPr>
          <a:xfrm>
            <a:off x="1724025" y="3590925"/>
            <a:ext cx="514350" cy="51435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124021" y="19812"/>
                </a:moveTo>
                <a:lnTo>
                  <a:pt x="124021" y="9144"/>
                </a:lnTo>
                <a:lnTo>
                  <a:pt x="123983" y="8312"/>
                </a:lnTo>
                <a:lnTo>
                  <a:pt x="123871" y="7507"/>
                </a:lnTo>
                <a:lnTo>
                  <a:pt x="123682" y="6731"/>
                </a:lnTo>
                <a:lnTo>
                  <a:pt x="123419" y="5983"/>
                </a:lnTo>
                <a:lnTo>
                  <a:pt x="123080" y="5264"/>
                </a:lnTo>
                <a:lnTo>
                  <a:pt x="122666" y="4572"/>
                </a:lnTo>
                <a:lnTo>
                  <a:pt x="122177" y="3909"/>
                </a:lnTo>
                <a:lnTo>
                  <a:pt x="121612" y="3274"/>
                </a:lnTo>
                <a:lnTo>
                  <a:pt x="120973" y="2667"/>
                </a:lnTo>
                <a:lnTo>
                  <a:pt x="120286" y="2107"/>
                </a:lnTo>
                <a:lnTo>
                  <a:pt x="119581" y="1614"/>
                </a:lnTo>
                <a:lnTo>
                  <a:pt x="118856" y="1185"/>
                </a:lnTo>
                <a:lnTo>
                  <a:pt x="118113" y="823"/>
                </a:lnTo>
                <a:lnTo>
                  <a:pt x="117351" y="527"/>
                </a:lnTo>
                <a:lnTo>
                  <a:pt x="116570" y="296"/>
                </a:lnTo>
                <a:lnTo>
                  <a:pt x="115771" y="131"/>
                </a:lnTo>
                <a:lnTo>
                  <a:pt x="114952" y="33"/>
                </a:lnTo>
                <a:lnTo>
                  <a:pt x="114115" y="0"/>
                </a:lnTo>
                <a:lnTo>
                  <a:pt x="113278" y="33"/>
                </a:lnTo>
                <a:lnTo>
                  <a:pt x="112459" y="131"/>
                </a:lnTo>
                <a:lnTo>
                  <a:pt x="111660" y="296"/>
                </a:lnTo>
                <a:lnTo>
                  <a:pt x="110879" y="527"/>
                </a:lnTo>
                <a:lnTo>
                  <a:pt x="110117" y="823"/>
                </a:lnTo>
                <a:lnTo>
                  <a:pt x="109374" y="1185"/>
                </a:lnTo>
                <a:lnTo>
                  <a:pt x="108649" y="1614"/>
                </a:lnTo>
                <a:lnTo>
                  <a:pt x="107944" y="2107"/>
                </a:lnTo>
                <a:lnTo>
                  <a:pt x="107257" y="2667"/>
                </a:lnTo>
                <a:lnTo>
                  <a:pt x="106617" y="3283"/>
                </a:lnTo>
                <a:lnTo>
                  <a:pt x="106053" y="3946"/>
                </a:lnTo>
                <a:lnTo>
                  <a:pt x="105564" y="4657"/>
                </a:lnTo>
                <a:lnTo>
                  <a:pt x="105149" y="5414"/>
                </a:lnTo>
                <a:lnTo>
                  <a:pt x="104811" y="6218"/>
                </a:lnTo>
                <a:lnTo>
                  <a:pt x="104547" y="7069"/>
                </a:lnTo>
                <a:lnTo>
                  <a:pt x="104360" y="7968"/>
                </a:lnTo>
                <a:lnTo>
                  <a:pt x="104246" y="8913"/>
                </a:lnTo>
                <a:lnTo>
                  <a:pt x="104209" y="9906"/>
                </a:lnTo>
                <a:lnTo>
                  <a:pt x="104209" y="19812"/>
                </a:lnTo>
                <a:lnTo>
                  <a:pt x="98504" y="20470"/>
                </a:lnTo>
                <a:lnTo>
                  <a:pt x="92901" y="21430"/>
                </a:lnTo>
                <a:lnTo>
                  <a:pt x="87402" y="22690"/>
                </a:lnTo>
                <a:lnTo>
                  <a:pt x="82007" y="24253"/>
                </a:lnTo>
                <a:lnTo>
                  <a:pt x="76716" y="26115"/>
                </a:lnTo>
                <a:lnTo>
                  <a:pt x="71528" y="28279"/>
                </a:lnTo>
                <a:lnTo>
                  <a:pt x="66443" y="30744"/>
                </a:lnTo>
                <a:lnTo>
                  <a:pt x="61462" y="33509"/>
                </a:lnTo>
                <a:lnTo>
                  <a:pt x="56584" y="36576"/>
                </a:lnTo>
                <a:lnTo>
                  <a:pt x="51866" y="39896"/>
                </a:lnTo>
                <a:lnTo>
                  <a:pt x="47365" y="43424"/>
                </a:lnTo>
                <a:lnTo>
                  <a:pt x="43080" y="47159"/>
                </a:lnTo>
                <a:lnTo>
                  <a:pt x="39011" y="51101"/>
                </a:lnTo>
                <a:lnTo>
                  <a:pt x="35159" y="55250"/>
                </a:lnTo>
                <a:lnTo>
                  <a:pt x="31523" y="59606"/>
                </a:lnTo>
                <a:lnTo>
                  <a:pt x="28103" y="64168"/>
                </a:lnTo>
                <a:lnTo>
                  <a:pt x="24900" y="68937"/>
                </a:lnTo>
                <a:lnTo>
                  <a:pt x="21913" y="73914"/>
                </a:lnTo>
                <a:lnTo>
                  <a:pt x="19199" y="79056"/>
                </a:lnTo>
                <a:lnTo>
                  <a:pt x="16814" y="84318"/>
                </a:lnTo>
                <a:lnTo>
                  <a:pt x="14759" y="89705"/>
                </a:lnTo>
                <a:lnTo>
                  <a:pt x="13032" y="95212"/>
                </a:lnTo>
                <a:lnTo>
                  <a:pt x="11636" y="100843"/>
                </a:lnTo>
                <a:lnTo>
                  <a:pt x="10568" y="106595"/>
                </a:lnTo>
                <a:lnTo>
                  <a:pt x="9829" y="112470"/>
                </a:lnTo>
                <a:lnTo>
                  <a:pt x="9420" y="118467"/>
                </a:lnTo>
                <a:lnTo>
                  <a:pt x="9340" y="124587"/>
                </a:lnTo>
                <a:lnTo>
                  <a:pt x="9594" y="130721"/>
                </a:lnTo>
                <a:lnTo>
                  <a:pt x="10187" y="136760"/>
                </a:lnTo>
                <a:lnTo>
                  <a:pt x="11118" y="142705"/>
                </a:lnTo>
                <a:lnTo>
                  <a:pt x="12388" y="148557"/>
                </a:lnTo>
                <a:lnTo>
                  <a:pt x="13997" y="154315"/>
                </a:lnTo>
                <a:lnTo>
                  <a:pt x="15944" y="159978"/>
                </a:lnTo>
                <a:lnTo>
                  <a:pt x="18230" y="165546"/>
                </a:lnTo>
                <a:lnTo>
                  <a:pt x="20855" y="171022"/>
                </a:lnTo>
                <a:lnTo>
                  <a:pt x="23818" y="176403"/>
                </a:lnTo>
                <a:lnTo>
                  <a:pt x="27073" y="181615"/>
                </a:lnTo>
                <a:lnTo>
                  <a:pt x="30572" y="186581"/>
                </a:lnTo>
                <a:lnTo>
                  <a:pt x="34317" y="191304"/>
                </a:lnTo>
                <a:lnTo>
                  <a:pt x="38306" y="195783"/>
                </a:lnTo>
                <a:lnTo>
                  <a:pt x="42539" y="200015"/>
                </a:lnTo>
                <a:lnTo>
                  <a:pt x="47016" y="204005"/>
                </a:lnTo>
                <a:lnTo>
                  <a:pt x="51739" y="207749"/>
                </a:lnTo>
                <a:lnTo>
                  <a:pt x="56706" y="211248"/>
                </a:lnTo>
                <a:lnTo>
                  <a:pt x="61918" y="214503"/>
                </a:lnTo>
                <a:lnTo>
                  <a:pt x="67304" y="217461"/>
                </a:lnTo>
                <a:lnTo>
                  <a:pt x="72793" y="220072"/>
                </a:lnTo>
                <a:lnTo>
                  <a:pt x="78386" y="222334"/>
                </a:lnTo>
                <a:lnTo>
                  <a:pt x="84082" y="224249"/>
                </a:lnTo>
                <a:lnTo>
                  <a:pt x="89882" y="225816"/>
                </a:lnTo>
                <a:lnTo>
                  <a:pt x="95784" y="227034"/>
                </a:lnTo>
                <a:lnTo>
                  <a:pt x="101791" y="227904"/>
                </a:lnTo>
                <a:lnTo>
                  <a:pt x="107901" y="228426"/>
                </a:lnTo>
                <a:lnTo>
                  <a:pt x="114115" y="228600"/>
                </a:lnTo>
                <a:lnTo>
                  <a:pt x="120328" y="228426"/>
                </a:lnTo>
                <a:lnTo>
                  <a:pt x="126439" y="227904"/>
                </a:lnTo>
                <a:lnTo>
                  <a:pt x="132445" y="227034"/>
                </a:lnTo>
                <a:lnTo>
                  <a:pt x="138349" y="225816"/>
                </a:lnTo>
                <a:lnTo>
                  <a:pt x="144148" y="224249"/>
                </a:lnTo>
                <a:lnTo>
                  <a:pt x="149844" y="222334"/>
                </a:lnTo>
                <a:lnTo>
                  <a:pt x="155437" y="220072"/>
                </a:lnTo>
                <a:lnTo>
                  <a:pt x="160926" y="217461"/>
                </a:lnTo>
                <a:lnTo>
                  <a:pt x="166312" y="214503"/>
                </a:lnTo>
                <a:lnTo>
                  <a:pt x="171528" y="211248"/>
                </a:lnTo>
                <a:lnTo>
                  <a:pt x="176510" y="207749"/>
                </a:lnTo>
                <a:lnTo>
                  <a:pt x="181256" y="204005"/>
                </a:lnTo>
                <a:lnTo>
                  <a:pt x="185766" y="200015"/>
                </a:lnTo>
                <a:lnTo>
                  <a:pt x="190042" y="195783"/>
                </a:lnTo>
                <a:lnTo>
                  <a:pt x="194082" y="191304"/>
                </a:lnTo>
                <a:lnTo>
                  <a:pt x="197888" y="186581"/>
                </a:lnTo>
                <a:lnTo>
                  <a:pt x="201458" y="181615"/>
                </a:lnTo>
                <a:lnTo>
                  <a:pt x="204793" y="176403"/>
                </a:lnTo>
                <a:lnTo>
                  <a:pt x="207832" y="171022"/>
                </a:lnTo>
                <a:lnTo>
                  <a:pt x="210513" y="165546"/>
                </a:lnTo>
                <a:lnTo>
                  <a:pt x="212836" y="159978"/>
                </a:lnTo>
                <a:lnTo>
                  <a:pt x="214802" y="154315"/>
                </a:lnTo>
                <a:lnTo>
                  <a:pt x="216411" y="148557"/>
                </a:lnTo>
                <a:lnTo>
                  <a:pt x="217662" y="142705"/>
                </a:lnTo>
                <a:lnTo>
                  <a:pt x="218556" y="136760"/>
                </a:lnTo>
                <a:lnTo>
                  <a:pt x="219092" y="130721"/>
                </a:lnTo>
                <a:lnTo>
                  <a:pt x="219271" y="124587"/>
                </a:lnTo>
                <a:lnTo>
                  <a:pt x="219111" y="118467"/>
                </a:lnTo>
                <a:lnTo>
                  <a:pt x="218631" y="112470"/>
                </a:lnTo>
                <a:lnTo>
                  <a:pt x="217832" y="106595"/>
                </a:lnTo>
                <a:lnTo>
                  <a:pt x="216712" y="100843"/>
                </a:lnTo>
                <a:lnTo>
                  <a:pt x="215273" y="95212"/>
                </a:lnTo>
                <a:lnTo>
                  <a:pt x="213513" y="89705"/>
                </a:lnTo>
                <a:lnTo>
                  <a:pt x="211435" y="84318"/>
                </a:lnTo>
                <a:lnTo>
                  <a:pt x="209036" y="79056"/>
                </a:lnTo>
                <a:lnTo>
                  <a:pt x="206317" y="73914"/>
                </a:lnTo>
                <a:lnTo>
                  <a:pt x="203330" y="68937"/>
                </a:lnTo>
                <a:lnTo>
                  <a:pt x="200127" y="64168"/>
                </a:lnTo>
                <a:lnTo>
                  <a:pt x="196707" y="59606"/>
                </a:lnTo>
                <a:lnTo>
                  <a:pt x="193072" y="55250"/>
                </a:lnTo>
                <a:lnTo>
                  <a:pt x="189219" y="51101"/>
                </a:lnTo>
                <a:lnTo>
                  <a:pt x="185150" y="47159"/>
                </a:lnTo>
                <a:lnTo>
                  <a:pt x="180865" y="43424"/>
                </a:lnTo>
                <a:lnTo>
                  <a:pt x="176364" y="39896"/>
                </a:lnTo>
                <a:lnTo>
                  <a:pt x="171646" y="36576"/>
                </a:lnTo>
                <a:lnTo>
                  <a:pt x="166768" y="33509"/>
                </a:lnTo>
                <a:lnTo>
                  <a:pt x="161787" y="30744"/>
                </a:lnTo>
                <a:lnTo>
                  <a:pt x="156702" y="28279"/>
                </a:lnTo>
                <a:lnTo>
                  <a:pt x="151514" y="26115"/>
                </a:lnTo>
                <a:lnTo>
                  <a:pt x="146222" y="24253"/>
                </a:lnTo>
                <a:lnTo>
                  <a:pt x="140827" y="22690"/>
                </a:lnTo>
                <a:lnTo>
                  <a:pt x="135328" y="21430"/>
                </a:lnTo>
                <a:lnTo>
                  <a:pt x="129727" y="20470"/>
                </a:lnTo>
                <a:lnTo>
                  <a:pt x="124021" y="19812"/>
                </a:lnTo>
                <a:close/>
                <a:moveTo>
                  <a:pt x="124021" y="208788"/>
                </a:moveTo>
                <a:lnTo>
                  <a:pt x="124021" y="200406"/>
                </a:lnTo>
                <a:lnTo>
                  <a:pt x="123828" y="199413"/>
                </a:lnTo>
                <a:lnTo>
                  <a:pt x="123588" y="198468"/>
                </a:lnTo>
                <a:lnTo>
                  <a:pt x="123301" y="197569"/>
                </a:lnTo>
                <a:lnTo>
                  <a:pt x="122968" y="196718"/>
                </a:lnTo>
                <a:lnTo>
                  <a:pt x="122587" y="195914"/>
                </a:lnTo>
                <a:lnTo>
                  <a:pt x="122158" y="195157"/>
                </a:lnTo>
                <a:lnTo>
                  <a:pt x="121683" y="194446"/>
                </a:lnTo>
                <a:lnTo>
                  <a:pt x="121161" y="193783"/>
                </a:lnTo>
                <a:lnTo>
                  <a:pt x="120592" y="193167"/>
                </a:lnTo>
                <a:lnTo>
                  <a:pt x="119985" y="192607"/>
                </a:lnTo>
                <a:lnTo>
                  <a:pt x="119350" y="192114"/>
                </a:lnTo>
                <a:lnTo>
                  <a:pt x="118687" y="191685"/>
                </a:lnTo>
                <a:lnTo>
                  <a:pt x="117996" y="191323"/>
                </a:lnTo>
                <a:lnTo>
                  <a:pt x="117276" y="191027"/>
                </a:lnTo>
                <a:lnTo>
                  <a:pt x="116528" y="190796"/>
                </a:lnTo>
                <a:lnTo>
                  <a:pt x="115752" y="190631"/>
                </a:lnTo>
                <a:lnTo>
                  <a:pt x="114948" y="190533"/>
                </a:lnTo>
                <a:lnTo>
                  <a:pt x="114115" y="190500"/>
                </a:lnTo>
                <a:lnTo>
                  <a:pt x="113278" y="190533"/>
                </a:lnTo>
                <a:lnTo>
                  <a:pt x="112459" y="190631"/>
                </a:lnTo>
                <a:lnTo>
                  <a:pt x="111660" y="190796"/>
                </a:lnTo>
                <a:lnTo>
                  <a:pt x="110879" y="191027"/>
                </a:lnTo>
                <a:lnTo>
                  <a:pt x="110117" y="191323"/>
                </a:lnTo>
                <a:lnTo>
                  <a:pt x="109374" y="191685"/>
                </a:lnTo>
                <a:lnTo>
                  <a:pt x="108649" y="192114"/>
                </a:lnTo>
                <a:lnTo>
                  <a:pt x="107944" y="192607"/>
                </a:lnTo>
                <a:lnTo>
                  <a:pt x="107257" y="193167"/>
                </a:lnTo>
                <a:lnTo>
                  <a:pt x="106617" y="193783"/>
                </a:lnTo>
                <a:lnTo>
                  <a:pt x="106053" y="194446"/>
                </a:lnTo>
                <a:lnTo>
                  <a:pt x="105564" y="195157"/>
                </a:lnTo>
                <a:lnTo>
                  <a:pt x="105149" y="195914"/>
                </a:lnTo>
                <a:lnTo>
                  <a:pt x="104811" y="196718"/>
                </a:lnTo>
                <a:lnTo>
                  <a:pt x="104547" y="197569"/>
                </a:lnTo>
                <a:lnTo>
                  <a:pt x="104360" y="198468"/>
                </a:lnTo>
                <a:lnTo>
                  <a:pt x="104246" y="199413"/>
                </a:lnTo>
                <a:lnTo>
                  <a:pt x="104209" y="200406"/>
                </a:lnTo>
                <a:lnTo>
                  <a:pt x="104209" y="208788"/>
                </a:lnTo>
                <a:lnTo>
                  <a:pt x="100009" y="208181"/>
                </a:lnTo>
                <a:lnTo>
                  <a:pt x="95874" y="207377"/>
                </a:lnTo>
                <a:lnTo>
                  <a:pt x="91805" y="206375"/>
                </a:lnTo>
                <a:lnTo>
                  <a:pt x="87802" y="205175"/>
                </a:lnTo>
                <a:lnTo>
                  <a:pt x="83866" y="203779"/>
                </a:lnTo>
                <a:lnTo>
                  <a:pt x="79994" y="202184"/>
                </a:lnTo>
                <a:lnTo>
                  <a:pt x="76189" y="200392"/>
                </a:lnTo>
                <a:lnTo>
                  <a:pt x="72450" y="198402"/>
                </a:lnTo>
                <a:lnTo>
                  <a:pt x="68776" y="196215"/>
                </a:lnTo>
                <a:lnTo>
                  <a:pt x="65206" y="193854"/>
                </a:lnTo>
                <a:lnTo>
                  <a:pt x="61777" y="191342"/>
                </a:lnTo>
                <a:lnTo>
                  <a:pt x="58489" y="188680"/>
                </a:lnTo>
                <a:lnTo>
                  <a:pt x="55342" y="185867"/>
                </a:lnTo>
                <a:lnTo>
                  <a:pt x="52336" y="182904"/>
                </a:lnTo>
                <a:lnTo>
                  <a:pt x="49472" y="179790"/>
                </a:lnTo>
                <a:lnTo>
                  <a:pt x="46749" y="176525"/>
                </a:lnTo>
                <a:lnTo>
                  <a:pt x="44166" y="173110"/>
                </a:lnTo>
                <a:lnTo>
                  <a:pt x="41725" y="169545"/>
                </a:lnTo>
                <a:lnTo>
                  <a:pt x="39457" y="165862"/>
                </a:lnTo>
                <a:lnTo>
                  <a:pt x="37398" y="162095"/>
                </a:lnTo>
                <a:lnTo>
                  <a:pt x="35544" y="158242"/>
                </a:lnTo>
                <a:lnTo>
                  <a:pt x="33898" y="154305"/>
                </a:lnTo>
                <a:lnTo>
                  <a:pt x="32458" y="150284"/>
                </a:lnTo>
                <a:lnTo>
                  <a:pt x="31226" y="146177"/>
                </a:lnTo>
                <a:lnTo>
                  <a:pt x="30201" y="141986"/>
                </a:lnTo>
                <a:lnTo>
                  <a:pt x="29383" y="137711"/>
                </a:lnTo>
                <a:lnTo>
                  <a:pt x="28771" y="133350"/>
                </a:lnTo>
                <a:lnTo>
                  <a:pt x="37915" y="133350"/>
                </a:lnTo>
                <a:lnTo>
                  <a:pt x="38748" y="133317"/>
                </a:lnTo>
                <a:lnTo>
                  <a:pt x="39552" y="133219"/>
                </a:lnTo>
                <a:lnTo>
                  <a:pt x="40328" y="133054"/>
                </a:lnTo>
                <a:lnTo>
                  <a:pt x="41076" y="132823"/>
                </a:lnTo>
                <a:lnTo>
                  <a:pt x="41796" y="132527"/>
                </a:lnTo>
                <a:lnTo>
                  <a:pt x="42487" y="132165"/>
                </a:lnTo>
                <a:lnTo>
                  <a:pt x="43150" y="131736"/>
                </a:lnTo>
                <a:lnTo>
                  <a:pt x="43785" y="131243"/>
                </a:lnTo>
                <a:lnTo>
                  <a:pt x="44392" y="130683"/>
                </a:lnTo>
                <a:lnTo>
                  <a:pt x="44951" y="130071"/>
                </a:lnTo>
                <a:lnTo>
                  <a:pt x="45446" y="129423"/>
                </a:lnTo>
                <a:lnTo>
                  <a:pt x="45873" y="128736"/>
                </a:lnTo>
                <a:lnTo>
                  <a:pt x="46236" y="128011"/>
                </a:lnTo>
                <a:lnTo>
                  <a:pt x="46532" y="127249"/>
                </a:lnTo>
                <a:lnTo>
                  <a:pt x="46763" y="126450"/>
                </a:lnTo>
                <a:lnTo>
                  <a:pt x="46927" y="125613"/>
                </a:lnTo>
                <a:lnTo>
                  <a:pt x="47026" y="124737"/>
                </a:lnTo>
                <a:lnTo>
                  <a:pt x="47059" y="123825"/>
                </a:lnTo>
                <a:lnTo>
                  <a:pt x="47026" y="122913"/>
                </a:lnTo>
                <a:lnTo>
                  <a:pt x="46927" y="122037"/>
                </a:lnTo>
                <a:lnTo>
                  <a:pt x="46763" y="121200"/>
                </a:lnTo>
                <a:lnTo>
                  <a:pt x="46532" y="120401"/>
                </a:lnTo>
                <a:lnTo>
                  <a:pt x="46236" y="119639"/>
                </a:lnTo>
                <a:lnTo>
                  <a:pt x="45873" y="118914"/>
                </a:lnTo>
                <a:lnTo>
                  <a:pt x="45446" y="118227"/>
                </a:lnTo>
                <a:lnTo>
                  <a:pt x="44951" y="117579"/>
                </a:lnTo>
                <a:lnTo>
                  <a:pt x="44392" y="116967"/>
                </a:lnTo>
                <a:lnTo>
                  <a:pt x="43785" y="116407"/>
                </a:lnTo>
                <a:lnTo>
                  <a:pt x="43150" y="115914"/>
                </a:lnTo>
                <a:lnTo>
                  <a:pt x="42487" y="115485"/>
                </a:lnTo>
                <a:lnTo>
                  <a:pt x="41796" y="115123"/>
                </a:lnTo>
                <a:lnTo>
                  <a:pt x="41076" y="114827"/>
                </a:lnTo>
                <a:lnTo>
                  <a:pt x="40328" y="114596"/>
                </a:lnTo>
                <a:lnTo>
                  <a:pt x="39552" y="114431"/>
                </a:lnTo>
                <a:lnTo>
                  <a:pt x="38748" y="114333"/>
                </a:lnTo>
                <a:lnTo>
                  <a:pt x="37915" y="114300"/>
                </a:lnTo>
                <a:lnTo>
                  <a:pt x="28771" y="114300"/>
                </a:lnTo>
                <a:lnTo>
                  <a:pt x="29383" y="109939"/>
                </a:lnTo>
                <a:lnTo>
                  <a:pt x="30201" y="105664"/>
                </a:lnTo>
                <a:lnTo>
                  <a:pt x="31226" y="101473"/>
                </a:lnTo>
                <a:lnTo>
                  <a:pt x="32458" y="97366"/>
                </a:lnTo>
                <a:lnTo>
                  <a:pt x="33898" y="93345"/>
                </a:lnTo>
                <a:lnTo>
                  <a:pt x="35544" y="89408"/>
                </a:lnTo>
                <a:lnTo>
                  <a:pt x="37398" y="85555"/>
                </a:lnTo>
                <a:lnTo>
                  <a:pt x="39457" y="81788"/>
                </a:lnTo>
                <a:lnTo>
                  <a:pt x="41725" y="78105"/>
                </a:lnTo>
                <a:lnTo>
                  <a:pt x="44166" y="74540"/>
                </a:lnTo>
                <a:lnTo>
                  <a:pt x="46749" y="71125"/>
                </a:lnTo>
                <a:lnTo>
                  <a:pt x="49472" y="67860"/>
                </a:lnTo>
                <a:lnTo>
                  <a:pt x="52336" y="64746"/>
                </a:lnTo>
                <a:lnTo>
                  <a:pt x="55342" y="61783"/>
                </a:lnTo>
                <a:lnTo>
                  <a:pt x="58489" y="58970"/>
                </a:lnTo>
                <a:lnTo>
                  <a:pt x="61777" y="56308"/>
                </a:lnTo>
                <a:lnTo>
                  <a:pt x="65206" y="53796"/>
                </a:lnTo>
                <a:lnTo>
                  <a:pt x="68776" y="51435"/>
                </a:lnTo>
                <a:lnTo>
                  <a:pt x="72459" y="49248"/>
                </a:lnTo>
                <a:lnTo>
                  <a:pt x="76227" y="47258"/>
                </a:lnTo>
                <a:lnTo>
                  <a:pt x="80079" y="45466"/>
                </a:lnTo>
                <a:lnTo>
                  <a:pt x="84016" y="43871"/>
                </a:lnTo>
                <a:lnTo>
                  <a:pt x="88038" y="42475"/>
                </a:lnTo>
                <a:lnTo>
                  <a:pt x="92144" y="41275"/>
                </a:lnTo>
                <a:lnTo>
                  <a:pt x="96335" y="40273"/>
                </a:lnTo>
                <a:lnTo>
                  <a:pt x="100611" y="39469"/>
                </a:lnTo>
                <a:lnTo>
                  <a:pt x="104971" y="38862"/>
                </a:lnTo>
                <a:lnTo>
                  <a:pt x="104971" y="47244"/>
                </a:lnTo>
                <a:lnTo>
                  <a:pt x="105004" y="48237"/>
                </a:lnTo>
                <a:lnTo>
                  <a:pt x="105103" y="49182"/>
                </a:lnTo>
                <a:lnTo>
                  <a:pt x="105267" y="50081"/>
                </a:lnTo>
                <a:lnTo>
                  <a:pt x="105498" y="50932"/>
                </a:lnTo>
                <a:lnTo>
                  <a:pt x="105794" y="51736"/>
                </a:lnTo>
                <a:lnTo>
                  <a:pt x="106156" y="52493"/>
                </a:lnTo>
                <a:lnTo>
                  <a:pt x="106585" y="53204"/>
                </a:lnTo>
                <a:lnTo>
                  <a:pt x="107078" y="53867"/>
                </a:lnTo>
                <a:lnTo>
                  <a:pt x="107638" y="54483"/>
                </a:lnTo>
                <a:lnTo>
                  <a:pt x="108245" y="55043"/>
                </a:lnTo>
                <a:lnTo>
                  <a:pt x="108879" y="55536"/>
                </a:lnTo>
                <a:lnTo>
                  <a:pt x="109543" y="55965"/>
                </a:lnTo>
                <a:lnTo>
                  <a:pt x="110235" y="56327"/>
                </a:lnTo>
                <a:lnTo>
                  <a:pt x="110954" y="56623"/>
                </a:lnTo>
                <a:lnTo>
                  <a:pt x="111702" y="56854"/>
                </a:lnTo>
                <a:lnTo>
                  <a:pt x="112478" y="57019"/>
                </a:lnTo>
                <a:lnTo>
                  <a:pt x="113283" y="57117"/>
                </a:lnTo>
                <a:lnTo>
                  <a:pt x="114115" y="57150"/>
                </a:lnTo>
                <a:lnTo>
                  <a:pt x="114952" y="57117"/>
                </a:lnTo>
                <a:lnTo>
                  <a:pt x="115771" y="57019"/>
                </a:lnTo>
                <a:lnTo>
                  <a:pt x="116570" y="56854"/>
                </a:lnTo>
                <a:lnTo>
                  <a:pt x="117351" y="56623"/>
                </a:lnTo>
                <a:lnTo>
                  <a:pt x="118113" y="56327"/>
                </a:lnTo>
                <a:lnTo>
                  <a:pt x="118856" y="55965"/>
                </a:lnTo>
                <a:lnTo>
                  <a:pt x="119581" y="55536"/>
                </a:lnTo>
                <a:lnTo>
                  <a:pt x="120286" y="55043"/>
                </a:lnTo>
                <a:lnTo>
                  <a:pt x="120973" y="54483"/>
                </a:lnTo>
                <a:lnTo>
                  <a:pt x="121612" y="53867"/>
                </a:lnTo>
                <a:lnTo>
                  <a:pt x="122177" y="53204"/>
                </a:lnTo>
                <a:lnTo>
                  <a:pt x="122666" y="52493"/>
                </a:lnTo>
                <a:lnTo>
                  <a:pt x="123080" y="51736"/>
                </a:lnTo>
                <a:lnTo>
                  <a:pt x="123419" y="50932"/>
                </a:lnTo>
                <a:lnTo>
                  <a:pt x="123682" y="50081"/>
                </a:lnTo>
                <a:lnTo>
                  <a:pt x="123871" y="49182"/>
                </a:lnTo>
                <a:lnTo>
                  <a:pt x="123983" y="48237"/>
                </a:lnTo>
                <a:lnTo>
                  <a:pt x="124021" y="47244"/>
                </a:lnTo>
                <a:lnTo>
                  <a:pt x="124021" y="38862"/>
                </a:lnTo>
                <a:lnTo>
                  <a:pt x="128222" y="39469"/>
                </a:lnTo>
                <a:lnTo>
                  <a:pt x="132356" y="40273"/>
                </a:lnTo>
                <a:lnTo>
                  <a:pt x="136425" y="41275"/>
                </a:lnTo>
                <a:lnTo>
                  <a:pt x="140427" y="42475"/>
                </a:lnTo>
                <a:lnTo>
                  <a:pt x="144365" y="43871"/>
                </a:lnTo>
                <a:lnTo>
                  <a:pt x="148236" y="45466"/>
                </a:lnTo>
                <a:lnTo>
                  <a:pt x="152041" y="47258"/>
                </a:lnTo>
                <a:lnTo>
                  <a:pt x="155780" y="49248"/>
                </a:lnTo>
                <a:lnTo>
                  <a:pt x="159454" y="51435"/>
                </a:lnTo>
                <a:lnTo>
                  <a:pt x="163024" y="53796"/>
                </a:lnTo>
                <a:lnTo>
                  <a:pt x="166453" y="56308"/>
                </a:lnTo>
                <a:lnTo>
                  <a:pt x="169741" y="58970"/>
                </a:lnTo>
                <a:lnTo>
                  <a:pt x="172887" y="61783"/>
                </a:lnTo>
                <a:lnTo>
                  <a:pt x="175893" y="64746"/>
                </a:lnTo>
                <a:lnTo>
                  <a:pt x="178758" y="67860"/>
                </a:lnTo>
                <a:lnTo>
                  <a:pt x="181482" y="71125"/>
                </a:lnTo>
                <a:lnTo>
                  <a:pt x="184064" y="74540"/>
                </a:lnTo>
                <a:lnTo>
                  <a:pt x="186505" y="78105"/>
                </a:lnTo>
                <a:lnTo>
                  <a:pt x="188772" y="81788"/>
                </a:lnTo>
                <a:lnTo>
                  <a:pt x="190832" y="85555"/>
                </a:lnTo>
                <a:lnTo>
                  <a:pt x="192686" y="89408"/>
                </a:lnTo>
                <a:lnTo>
                  <a:pt x="194332" y="93345"/>
                </a:lnTo>
                <a:lnTo>
                  <a:pt x="195771" y="97366"/>
                </a:lnTo>
                <a:lnTo>
                  <a:pt x="197004" y="101473"/>
                </a:lnTo>
                <a:lnTo>
                  <a:pt x="198029" y="105664"/>
                </a:lnTo>
                <a:lnTo>
                  <a:pt x="198848" y="109939"/>
                </a:lnTo>
                <a:lnTo>
                  <a:pt x="199459" y="114300"/>
                </a:lnTo>
                <a:lnTo>
                  <a:pt x="190315" y="114300"/>
                </a:lnTo>
                <a:lnTo>
                  <a:pt x="189478" y="114333"/>
                </a:lnTo>
                <a:lnTo>
                  <a:pt x="188659" y="114431"/>
                </a:lnTo>
                <a:lnTo>
                  <a:pt x="187860" y="114596"/>
                </a:lnTo>
                <a:lnTo>
                  <a:pt x="187079" y="114827"/>
                </a:lnTo>
                <a:lnTo>
                  <a:pt x="186317" y="115123"/>
                </a:lnTo>
                <a:lnTo>
                  <a:pt x="185574" y="115485"/>
                </a:lnTo>
                <a:lnTo>
                  <a:pt x="184849" y="115914"/>
                </a:lnTo>
                <a:lnTo>
                  <a:pt x="184144" y="116407"/>
                </a:lnTo>
                <a:lnTo>
                  <a:pt x="183457" y="116967"/>
                </a:lnTo>
                <a:lnTo>
                  <a:pt x="182822" y="117579"/>
                </a:lnTo>
                <a:lnTo>
                  <a:pt x="182271" y="118227"/>
                </a:lnTo>
                <a:lnTo>
                  <a:pt x="181806" y="118914"/>
                </a:lnTo>
                <a:lnTo>
                  <a:pt x="181425" y="119639"/>
                </a:lnTo>
                <a:lnTo>
                  <a:pt x="181128" y="120401"/>
                </a:lnTo>
                <a:lnTo>
                  <a:pt x="180917" y="121200"/>
                </a:lnTo>
                <a:lnTo>
                  <a:pt x="180790" y="122037"/>
                </a:lnTo>
                <a:lnTo>
                  <a:pt x="180747" y="122913"/>
                </a:lnTo>
                <a:lnTo>
                  <a:pt x="180790" y="123825"/>
                </a:lnTo>
                <a:lnTo>
                  <a:pt x="180903" y="124737"/>
                </a:lnTo>
                <a:lnTo>
                  <a:pt x="181072" y="125613"/>
                </a:lnTo>
                <a:lnTo>
                  <a:pt x="181298" y="126450"/>
                </a:lnTo>
                <a:lnTo>
                  <a:pt x="181580" y="127249"/>
                </a:lnTo>
                <a:lnTo>
                  <a:pt x="181919" y="128011"/>
                </a:lnTo>
                <a:lnTo>
                  <a:pt x="182314" y="128736"/>
                </a:lnTo>
                <a:lnTo>
                  <a:pt x="182766" y="129423"/>
                </a:lnTo>
                <a:lnTo>
                  <a:pt x="183273" y="130071"/>
                </a:lnTo>
                <a:lnTo>
                  <a:pt x="183838" y="130683"/>
                </a:lnTo>
                <a:lnTo>
                  <a:pt x="184445" y="131243"/>
                </a:lnTo>
                <a:lnTo>
                  <a:pt x="185079" y="131736"/>
                </a:lnTo>
                <a:lnTo>
                  <a:pt x="185743" y="132165"/>
                </a:lnTo>
                <a:lnTo>
                  <a:pt x="186435" y="132527"/>
                </a:lnTo>
                <a:lnTo>
                  <a:pt x="187154" y="132823"/>
                </a:lnTo>
                <a:lnTo>
                  <a:pt x="187902" y="133054"/>
                </a:lnTo>
                <a:lnTo>
                  <a:pt x="188678" y="133219"/>
                </a:lnTo>
                <a:lnTo>
                  <a:pt x="189483" y="133317"/>
                </a:lnTo>
                <a:lnTo>
                  <a:pt x="190315" y="133350"/>
                </a:lnTo>
                <a:lnTo>
                  <a:pt x="199459" y="133350"/>
                </a:lnTo>
                <a:lnTo>
                  <a:pt x="198848" y="137711"/>
                </a:lnTo>
                <a:lnTo>
                  <a:pt x="198029" y="141986"/>
                </a:lnTo>
                <a:lnTo>
                  <a:pt x="197004" y="146177"/>
                </a:lnTo>
                <a:lnTo>
                  <a:pt x="195771" y="150284"/>
                </a:lnTo>
                <a:lnTo>
                  <a:pt x="194332" y="154305"/>
                </a:lnTo>
                <a:lnTo>
                  <a:pt x="192686" y="158242"/>
                </a:lnTo>
                <a:lnTo>
                  <a:pt x="190832" y="162095"/>
                </a:lnTo>
                <a:lnTo>
                  <a:pt x="188772" y="165862"/>
                </a:lnTo>
                <a:lnTo>
                  <a:pt x="186505" y="169545"/>
                </a:lnTo>
                <a:lnTo>
                  <a:pt x="184064" y="173110"/>
                </a:lnTo>
                <a:lnTo>
                  <a:pt x="181482" y="176525"/>
                </a:lnTo>
                <a:lnTo>
                  <a:pt x="178758" y="179790"/>
                </a:lnTo>
                <a:lnTo>
                  <a:pt x="175893" y="182904"/>
                </a:lnTo>
                <a:lnTo>
                  <a:pt x="172887" y="185867"/>
                </a:lnTo>
                <a:lnTo>
                  <a:pt x="169741" y="188680"/>
                </a:lnTo>
                <a:lnTo>
                  <a:pt x="166453" y="191342"/>
                </a:lnTo>
                <a:lnTo>
                  <a:pt x="163024" y="193854"/>
                </a:lnTo>
                <a:lnTo>
                  <a:pt x="159454" y="196215"/>
                </a:lnTo>
                <a:lnTo>
                  <a:pt x="155780" y="198402"/>
                </a:lnTo>
                <a:lnTo>
                  <a:pt x="152041" y="200392"/>
                </a:lnTo>
                <a:lnTo>
                  <a:pt x="148236" y="202184"/>
                </a:lnTo>
                <a:lnTo>
                  <a:pt x="144365" y="203779"/>
                </a:lnTo>
                <a:lnTo>
                  <a:pt x="140427" y="205175"/>
                </a:lnTo>
                <a:lnTo>
                  <a:pt x="136425" y="206375"/>
                </a:lnTo>
                <a:lnTo>
                  <a:pt x="132356" y="207377"/>
                </a:lnTo>
                <a:lnTo>
                  <a:pt x="128222" y="208181"/>
                </a:lnTo>
                <a:lnTo>
                  <a:pt x="124021" y="208788"/>
                </a:lnTo>
                <a:close/>
                <a:moveTo>
                  <a:pt x="146119" y="111252"/>
                </a:moveTo>
                <a:lnTo>
                  <a:pt x="145418" y="109752"/>
                </a:lnTo>
                <a:lnTo>
                  <a:pt x="144670" y="108298"/>
                </a:lnTo>
                <a:lnTo>
                  <a:pt x="143875" y="106891"/>
                </a:lnTo>
                <a:lnTo>
                  <a:pt x="143033" y="105532"/>
                </a:lnTo>
                <a:lnTo>
                  <a:pt x="142144" y="104220"/>
                </a:lnTo>
                <a:lnTo>
                  <a:pt x="141208" y="102955"/>
                </a:lnTo>
                <a:lnTo>
                  <a:pt x="140225" y="101737"/>
                </a:lnTo>
                <a:lnTo>
                  <a:pt x="139195" y="100565"/>
                </a:lnTo>
                <a:lnTo>
                  <a:pt x="138118" y="99441"/>
                </a:lnTo>
                <a:lnTo>
                  <a:pt x="137003" y="98373"/>
                </a:lnTo>
                <a:lnTo>
                  <a:pt x="135860" y="97371"/>
                </a:lnTo>
                <a:lnTo>
                  <a:pt x="134689" y="96435"/>
                </a:lnTo>
                <a:lnTo>
                  <a:pt x="133489" y="95565"/>
                </a:lnTo>
                <a:lnTo>
                  <a:pt x="132262" y="94760"/>
                </a:lnTo>
                <a:lnTo>
                  <a:pt x="131006" y="94022"/>
                </a:lnTo>
                <a:lnTo>
                  <a:pt x="129722" y="93350"/>
                </a:lnTo>
                <a:lnTo>
                  <a:pt x="128409" y="92743"/>
                </a:lnTo>
                <a:lnTo>
                  <a:pt x="127069" y="92202"/>
                </a:lnTo>
                <a:lnTo>
                  <a:pt x="74491" y="72390"/>
                </a:lnTo>
                <a:lnTo>
                  <a:pt x="73978" y="72079"/>
                </a:lnTo>
                <a:lnTo>
                  <a:pt x="73456" y="71825"/>
                </a:lnTo>
                <a:lnTo>
                  <a:pt x="72924" y="71628"/>
                </a:lnTo>
                <a:lnTo>
                  <a:pt x="72383" y="71487"/>
                </a:lnTo>
                <a:lnTo>
                  <a:pt x="71834" y="71402"/>
                </a:lnTo>
                <a:lnTo>
                  <a:pt x="71274" y="71374"/>
                </a:lnTo>
                <a:lnTo>
                  <a:pt x="70704" y="71402"/>
                </a:lnTo>
                <a:lnTo>
                  <a:pt x="70126" y="71487"/>
                </a:lnTo>
                <a:lnTo>
                  <a:pt x="69538" y="71628"/>
                </a:lnTo>
                <a:lnTo>
                  <a:pt x="68950" y="71812"/>
                </a:lnTo>
                <a:lnTo>
                  <a:pt x="68371" y="72023"/>
                </a:lnTo>
                <a:lnTo>
                  <a:pt x="67802" y="72263"/>
                </a:lnTo>
                <a:lnTo>
                  <a:pt x="67243" y="72531"/>
                </a:lnTo>
                <a:lnTo>
                  <a:pt x="66692" y="72827"/>
                </a:lnTo>
                <a:lnTo>
                  <a:pt x="66151" y="73152"/>
                </a:lnTo>
                <a:lnTo>
                  <a:pt x="65620" y="73504"/>
                </a:lnTo>
                <a:lnTo>
                  <a:pt x="65098" y="73885"/>
                </a:lnTo>
                <a:lnTo>
                  <a:pt x="64585" y="74295"/>
                </a:lnTo>
                <a:lnTo>
                  <a:pt x="64100" y="74727"/>
                </a:lnTo>
                <a:lnTo>
                  <a:pt x="63663" y="75179"/>
                </a:lnTo>
                <a:lnTo>
                  <a:pt x="63273" y="75649"/>
                </a:lnTo>
                <a:lnTo>
                  <a:pt x="62929" y="76139"/>
                </a:lnTo>
                <a:lnTo>
                  <a:pt x="62633" y="76647"/>
                </a:lnTo>
                <a:lnTo>
                  <a:pt x="62384" y="77173"/>
                </a:lnTo>
                <a:lnTo>
                  <a:pt x="62181" y="77719"/>
                </a:lnTo>
                <a:lnTo>
                  <a:pt x="62026" y="78284"/>
                </a:lnTo>
                <a:lnTo>
                  <a:pt x="61918" y="78867"/>
                </a:lnTo>
                <a:lnTo>
                  <a:pt x="61848" y="79464"/>
                </a:lnTo>
                <a:lnTo>
                  <a:pt x="61805" y="80071"/>
                </a:lnTo>
                <a:lnTo>
                  <a:pt x="61791" y="80687"/>
                </a:lnTo>
                <a:lnTo>
                  <a:pt x="61805" y="81313"/>
                </a:lnTo>
                <a:lnTo>
                  <a:pt x="61848" y="81948"/>
                </a:lnTo>
                <a:lnTo>
                  <a:pt x="61918" y="82592"/>
                </a:lnTo>
                <a:lnTo>
                  <a:pt x="62016" y="83247"/>
                </a:lnTo>
                <a:lnTo>
                  <a:pt x="62144" y="83910"/>
                </a:lnTo>
                <a:lnTo>
                  <a:pt x="62299" y="84582"/>
                </a:lnTo>
                <a:lnTo>
                  <a:pt x="82111" y="136398"/>
                </a:lnTo>
                <a:lnTo>
                  <a:pt x="82812" y="137898"/>
                </a:lnTo>
                <a:lnTo>
                  <a:pt x="83560" y="139352"/>
                </a:lnTo>
                <a:lnTo>
                  <a:pt x="84354" y="140759"/>
                </a:lnTo>
                <a:lnTo>
                  <a:pt x="85196" y="142118"/>
                </a:lnTo>
                <a:lnTo>
                  <a:pt x="86086" y="143430"/>
                </a:lnTo>
                <a:lnTo>
                  <a:pt x="87021" y="144695"/>
                </a:lnTo>
                <a:lnTo>
                  <a:pt x="88004" y="145913"/>
                </a:lnTo>
                <a:lnTo>
                  <a:pt x="89035" y="147085"/>
                </a:lnTo>
                <a:lnTo>
                  <a:pt x="90112" y="148209"/>
                </a:lnTo>
                <a:lnTo>
                  <a:pt x="91227" y="149277"/>
                </a:lnTo>
                <a:lnTo>
                  <a:pt x="92370" y="150279"/>
                </a:lnTo>
                <a:lnTo>
                  <a:pt x="93541" y="151215"/>
                </a:lnTo>
                <a:lnTo>
                  <a:pt x="94740" y="152085"/>
                </a:lnTo>
                <a:lnTo>
                  <a:pt x="95968" y="152890"/>
                </a:lnTo>
                <a:lnTo>
                  <a:pt x="97224" y="153628"/>
                </a:lnTo>
                <a:lnTo>
                  <a:pt x="98509" y="154300"/>
                </a:lnTo>
                <a:lnTo>
                  <a:pt x="99820" y="154907"/>
                </a:lnTo>
                <a:lnTo>
                  <a:pt x="101161" y="155448"/>
                </a:lnTo>
                <a:lnTo>
                  <a:pt x="153739" y="175260"/>
                </a:lnTo>
                <a:lnTo>
                  <a:pt x="154077" y="175420"/>
                </a:lnTo>
                <a:lnTo>
                  <a:pt x="154416" y="175561"/>
                </a:lnTo>
                <a:lnTo>
                  <a:pt x="154755" y="175683"/>
                </a:lnTo>
                <a:lnTo>
                  <a:pt x="155094" y="175787"/>
                </a:lnTo>
                <a:lnTo>
                  <a:pt x="155432" y="175872"/>
                </a:lnTo>
                <a:lnTo>
                  <a:pt x="155771" y="175937"/>
                </a:lnTo>
                <a:lnTo>
                  <a:pt x="156110" y="175984"/>
                </a:lnTo>
                <a:lnTo>
                  <a:pt x="156448" y="176012"/>
                </a:lnTo>
                <a:lnTo>
                  <a:pt x="156787" y="176022"/>
                </a:lnTo>
                <a:lnTo>
                  <a:pt x="157620" y="175993"/>
                </a:lnTo>
                <a:lnTo>
                  <a:pt x="158424" y="175909"/>
                </a:lnTo>
                <a:lnTo>
                  <a:pt x="159200" y="175768"/>
                </a:lnTo>
                <a:lnTo>
                  <a:pt x="159948" y="175571"/>
                </a:lnTo>
                <a:lnTo>
                  <a:pt x="160668" y="175316"/>
                </a:lnTo>
                <a:lnTo>
                  <a:pt x="161359" y="175006"/>
                </a:lnTo>
                <a:lnTo>
                  <a:pt x="162022" y="174639"/>
                </a:lnTo>
                <a:lnTo>
                  <a:pt x="162657" y="174216"/>
                </a:lnTo>
                <a:lnTo>
                  <a:pt x="163264" y="173736"/>
                </a:lnTo>
                <a:lnTo>
                  <a:pt x="163828" y="173224"/>
                </a:lnTo>
                <a:lnTo>
                  <a:pt x="164337" y="172702"/>
                </a:lnTo>
                <a:lnTo>
                  <a:pt x="164788" y="172170"/>
                </a:lnTo>
                <a:lnTo>
                  <a:pt x="165184" y="171629"/>
                </a:lnTo>
                <a:lnTo>
                  <a:pt x="165522" y="171079"/>
                </a:lnTo>
                <a:lnTo>
                  <a:pt x="165804" y="170518"/>
                </a:lnTo>
                <a:lnTo>
                  <a:pt x="166029" y="169950"/>
                </a:lnTo>
                <a:lnTo>
                  <a:pt x="166199" y="169371"/>
                </a:lnTo>
                <a:lnTo>
                  <a:pt x="166312" y="168783"/>
                </a:lnTo>
                <a:lnTo>
                  <a:pt x="166383" y="168186"/>
                </a:lnTo>
                <a:lnTo>
                  <a:pt x="166425" y="167579"/>
                </a:lnTo>
                <a:lnTo>
                  <a:pt x="166439" y="166963"/>
                </a:lnTo>
                <a:lnTo>
                  <a:pt x="166425" y="166337"/>
                </a:lnTo>
                <a:lnTo>
                  <a:pt x="166383" y="165702"/>
                </a:lnTo>
                <a:lnTo>
                  <a:pt x="166312" y="165058"/>
                </a:lnTo>
                <a:lnTo>
                  <a:pt x="166213" y="164403"/>
                </a:lnTo>
                <a:lnTo>
                  <a:pt x="166086" y="163740"/>
                </a:lnTo>
                <a:lnTo>
                  <a:pt x="165931" y="163068"/>
                </a:lnTo>
                <a:close/>
                <a:moveTo>
                  <a:pt x="108019" y="137922"/>
                </a:moveTo>
                <a:lnTo>
                  <a:pt x="106871" y="137367"/>
                </a:lnTo>
                <a:lnTo>
                  <a:pt x="105799" y="136718"/>
                </a:lnTo>
                <a:lnTo>
                  <a:pt x="104802" y="135975"/>
                </a:lnTo>
                <a:lnTo>
                  <a:pt x="103880" y="135138"/>
                </a:lnTo>
                <a:lnTo>
                  <a:pt x="103033" y="134206"/>
                </a:lnTo>
                <a:lnTo>
                  <a:pt x="102261" y="133180"/>
                </a:lnTo>
                <a:lnTo>
                  <a:pt x="101565" y="132061"/>
                </a:lnTo>
                <a:lnTo>
                  <a:pt x="100945" y="130848"/>
                </a:lnTo>
                <a:lnTo>
                  <a:pt x="100399" y="129540"/>
                </a:lnTo>
                <a:lnTo>
                  <a:pt x="88207" y="97536"/>
                </a:lnTo>
                <a:lnTo>
                  <a:pt x="120211" y="109728"/>
                </a:lnTo>
                <a:lnTo>
                  <a:pt x="121359" y="110283"/>
                </a:lnTo>
                <a:lnTo>
                  <a:pt x="122431" y="110932"/>
                </a:lnTo>
                <a:lnTo>
                  <a:pt x="123428" y="111675"/>
                </a:lnTo>
                <a:lnTo>
                  <a:pt x="124350" y="112512"/>
                </a:lnTo>
                <a:lnTo>
                  <a:pt x="125197" y="113444"/>
                </a:lnTo>
                <a:lnTo>
                  <a:pt x="125968" y="114470"/>
                </a:lnTo>
                <a:lnTo>
                  <a:pt x="126664" y="115589"/>
                </a:lnTo>
                <a:lnTo>
                  <a:pt x="127285" y="116802"/>
                </a:lnTo>
                <a:lnTo>
                  <a:pt x="127831" y="118110"/>
                </a:lnTo>
                <a:lnTo>
                  <a:pt x="140023" y="150114"/>
                </a:lnTo>
                <a:close/>
              </a:path>
            </a:pathLst>
          </a:custGeom>
          <a:solidFill>
            <a:srgbClr val="C77E8C"/>
          </a:solidFill>
          <a:ln w="0">
            <a:noFill/>
          </a:ln>
        </p:spPr>
      </p:sp>
      <p:sp>
        <p:nvSpPr>
          <p:cNvPr id="37" name="手繪多邊形: 圖案 36">
            <a:extLst>
              <a:ext uri="{FF2B5EF4-FFF2-40B4-BE49-F238E27FC236}">
                <a16:creationId xmlns:a16="http://schemas.microsoft.com/office/drawing/2014/main" id="{372597B7-5260-4D0F-85E5-CE41412EC09A}"/>
              </a:ext>
            </a:extLst>
          </p:cNvPr>
          <p:cNvSpPr>
            <a:spLocks noGrp="1"/>
          </p:cNvSpPr>
          <p:nvPr/>
        </p:nvSpPr>
        <p:spPr>
          <a:xfrm>
            <a:off x="3962400" y="3590925"/>
            <a:ext cx="514350" cy="51435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162306" y="133350"/>
                </a:moveTo>
                <a:lnTo>
                  <a:pt x="162268" y="134182"/>
                </a:lnTo>
                <a:lnTo>
                  <a:pt x="162156" y="134987"/>
                </a:lnTo>
                <a:lnTo>
                  <a:pt x="161967" y="135763"/>
                </a:lnTo>
                <a:lnTo>
                  <a:pt x="161704" y="136511"/>
                </a:lnTo>
                <a:lnTo>
                  <a:pt x="161365" y="137230"/>
                </a:lnTo>
                <a:lnTo>
                  <a:pt x="160952" y="137922"/>
                </a:lnTo>
                <a:lnTo>
                  <a:pt x="160462" y="138585"/>
                </a:lnTo>
                <a:lnTo>
                  <a:pt x="159898" y="139220"/>
                </a:lnTo>
                <a:lnTo>
                  <a:pt x="159258" y="139827"/>
                </a:lnTo>
                <a:lnTo>
                  <a:pt x="158571" y="140387"/>
                </a:lnTo>
                <a:lnTo>
                  <a:pt x="157865" y="140880"/>
                </a:lnTo>
                <a:lnTo>
                  <a:pt x="157142" y="141309"/>
                </a:lnTo>
                <a:lnTo>
                  <a:pt x="156399" y="141671"/>
                </a:lnTo>
                <a:lnTo>
                  <a:pt x="155637" y="141967"/>
                </a:lnTo>
                <a:lnTo>
                  <a:pt x="154856" y="142198"/>
                </a:lnTo>
                <a:lnTo>
                  <a:pt x="154055" y="142363"/>
                </a:lnTo>
                <a:lnTo>
                  <a:pt x="153237" y="142461"/>
                </a:lnTo>
                <a:lnTo>
                  <a:pt x="152400" y="142494"/>
                </a:lnTo>
                <a:lnTo>
                  <a:pt x="76200" y="142494"/>
                </a:lnTo>
                <a:lnTo>
                  <a:pt x="75363" y="142616"/>
                </a:lnTo>
                <a:lnTo>
                  <a:pt x="74545" y="142644"/>
                </a:lnTo>
                <a:lnTo>
                  <a:pt x="73744" y="142579"/>
                </a:lnTo>
                <a:lnTo>
                  <a:pt x="72963" y="142419"/>
                </a:lnTo>
                <a:lnTo>
                  <a:pt x="72201" y="142164"/>
                </a:lnTo>
                <a:lnTo>
                  <a:pt x="71458" y="141817"/>
                </a:lnTo>
                <a:lnTo>
                  <a:pt x="70735" y="141375"/>
                </a:lnTo>
                <a:lnTo>
                  <a:pt x="70029" y="140839"/>
                </a:lnTo>
                <a:lnTo>
                  <a:pt x="69342" y="140208"/>
                </a:lnTo>
                <a:lnTo>
                  <a:pt x="68702" y="139521"/>
                </a:lnTo>
                <a:lnTo>
                  <a:pt x="68138" y="138815"/>
                </a:lnTo>
                <a:lnTo>
                  <a:pt x="67648" y="138092"/>
                </a:lnTo>
                <a:lnTo>
                  <a:pt x="67235" y="137349"/>
                </a:lnTo>
                <a:lnTo>
                  <a:pt x="66896" y="136587"/>
                </a:lnTo>
                <a:lnTo>
                  <a:pt x="66633" y="135806"/>
                </a:lnTo>
                <a:lnTo>
                  <a:pt x="66444" y="135005"/>
                </a:lnTo>
                <a:lnTo>
                  <a:pt x="66332" y="134187"/>
                </a:lnTo>
                <a:lnTo>
                  <a:pt x="66294" y="133350"/>
                </a:lnTo>
                <a:lnTo>
                  <a:pt x="66332" y="132513"/>
                </a:lnTo>
                <a:lnTo>
                  <a:pt x="66444" y="131695"/>
                </a:lnTo>
                <a:lnTo>
                  <a:pt x="66633" y="130894"/>
                </a:lnTo>
                <a:lnTo>
                  <a:pt x="66896" y="130113"/>
                </a:lnTo>
                <a:lnTo>
                  <a:pt x="67235" y="129351"/>
                </a:lnTo>
                <a:lnTo>
                  <a:pt x="67648" y="128608"/>
                </a:lnTo>
                <a:lnTo>
                  <a:pt x="68138" y="127885"/>
                </a:lnTo>
                <a:lnTo>
                  <a:pt x="68702" y="127179"/>
                </a:lnTo>
                <a:lnTo>
                  <a:pt x="69342" y="126492"/>
                </a:lnTo>
                <a:lnTo>
                  <a:pt x="70029" y="125852"/>
                </a:lnTo>
                <a:lnTo>
                  <a:pt x="70735" y="125288"/>
                </a:lnTo>
                <a:lnTo>
                  <a:pt x="71458" y="124798"/>
                </a:lnTo>
                <a:lnTo>
                  <a:pt x="72201" y="124385"/>
                </a:lnTo>
                <a:lnTo>
                  <a:pt x="72963" y="124046"/>
                </a:lnTo>
                <a:lnTo>
                  <a:pt x="73744" y="123783"/>
                </a:lnTo>
                <a:lnTo>
                  <a:pt x="74545" y="123594"/>
                </a:lnTo>
                <a:lnTo>
                  <a:pt x="75363" y="123482"/>
                </a:lnTo>
                <a:lnTo>
                  <a:pt x="76200" y="123444"/>
                </a:lnTo>
                <a:lnTo>
                  <a:pt x="152400" y="123444"/>
                </a:lnTo>
                <a:lnTo>
                  <a:pt x="153237" y="123482"/>
                </a:lnTo>
                <a:lnTo>
                  <a:pt x="154055" y="123594"/>
                </a:lnTo>
                <a:lnTo>
                  <a:pt x="154856" y="123783"/>
                </a:lnTo>
                <a:lnTo>
                  <a:pt x="155637" y="124046"/>
                </a:lnTo>
                <a:lnTo>
                  <a:pt x="156399" y="124385"/>
                </a:lnTo>
                <a:lnTo>
                  <a:pt x="157142" y="124798"/>
                </a:lnTo>
                <a:lnTo>
                  <a:pt x="157865" y="125288"/>
                </a:lnTo>
                <a:lnTo>
                  <a:pt x="158571" y="125852"/>
                </a:lnTo>
                <a:lnTo>
                  <a:pt x="159258" y="126492"/>
                </a:lnTo>
                <a:lnTo>
                  <a:pt x="159889" y="127179"/>
                </a:lnTo>
                <a:lnTo>
                  <a:pt x="160425" y="127885"/>
                </a:lnTo>
                <a:lnTo>
                  <a:pt x="160867" y="128608"/>
                </a:lnTo>
                <a:lnTo>
                  <a:pt x="161214" y="129351"/>
                </a:lnTo>
                <a:lnTo>
                  <a:pt x="161469" y="130113"/>
                </a:lnTo>
                <a:lnTo>
                  <a:pt x="161629" y="130894"/>
                </a:lnTo>
                <a:lnTo>
                  <a:pt x="161694" y="131695"/>
                </a:lnTo>
                <a:lnTo>
                  <a:pt x="161666" y="132513"/>
                </a:lnTo>
                <a:lnTo>
                  <a:pt x="161544" y="133350"/>
                </a:lnTo>
                <a:close/>
                <a:moveTo>
                  <a:pt x="124206" y="161544"/>
                </a:moveTo>
                <a:lnTo>
                  <a:pt x="76200" y="161544"/>
                </a:lnTo>
                <a:lnTo>
                  <a:pt x="75368" y="161582"/>
                </a:lnTo>
                <a:lnTo>
                  <a:pt x="74563" y="161694"/>
                </a:lnTo>
                <a:lnTo>
                  <a:pt x="73787" y="161883"/>
                </a:lnTo>
                <a:lnTo>
                  <a:pt x="73039" y="162146"/>
                </a:lnTo>
                <a:lnTo>
                  <a:pt x="72320" y="162485"/>
                </a:lnTo>
                <a:lnTo>
                  <a:pt x="71628" y="162898"/>
                </a:lnTo>
                <a:lnTo>
                  <a:pt x="70965" y="163388"/>
                </a:lnTo>
                <a:lnTo>
                  <a:pt x="70330" y="163952"/>
                </a:lnTo>
                <a:lnTo>
                  <a:pt x="69723" y="164592"/>
                </a:lnTo>
                <a:lnTo>
                  <a:pt x="69163" y="165279"/>
                </a:lnTo>
                <a:lnTo>
                  <a:pt x="68670" y="165985"/>
                </a:lnTo>
                <a:lnTo>
                  <a:pt x="68241" y="166708"/>
                </a:lnTo>
                <a:lnTo>
                  <a:pt x="67879" y="167451"/>
                </a:lnTo>
                <a:lnTo>
                  <a:pt x="67583" y="168213"/>
                </a:lnTo>
                <a:lnTo>
                  <a:pt x="67352" y="168994"/>
                </a:lnTo>
                <a:lnTo>
                  <a:pt x="67187" y="169795"/>
                </a:lnTo>
                <a:lnTo>
                  <a:pt x="67089" y="170613"/>
                </a:lnTo>
                <a:lnTo>
                  <a:pt x="67056" y="171450"/>
                </a:lnTo>
                <a:lnTo>
                  <a:pt x="67089" y="172282"/>
                </a:lnTo>
                <a:lnTo>
                  <a:pt x="67187" y="173087"/>
                </a:lnTo>
                <a:lnTo>
                  <a:pt x="67352" y="173863"/>
                </a:lnTo>
                <a:lnTo>
                  <a:pt x="67583" y="174611"/>
                </a:lnTo>
                <a:lnTo>
                  <a:pt x="67879" y="175330"/>
                </a:lnTo>
                <a:lnTo>
                  <a:pt x="68241" y="176022"/>
                </a:lnTo>
                <a:lnTo>
                  <a:pt x="68670" y="176685"/>
                </a:lnTo>
                <a:lnTo>
                  <a:pt x="69163" y="177320"/>
                </a:lnTo>
                <a:lnTo>
                  <a:pt x="69723" y="177927"/>
                </a:lnTo>
                <a:lnTo>
                  <a:pt x="70330" y="178487"/>
                </a:lnTo>
                <a:lnTo>
                  <a:pt x="70965" y="178980"/>
                </a:lnTo>
                <a:lnTo>
                  <a:pt x="71628" y="179409"/>
                </a:lnTo>
                <a:lnTo>
                  <a:pt x="72320" y="179771"/>
                </a:lnTo>
                <a:lnTo>
                  <a:pt x="73039" y="180067"/>
                </a:lnTo>
                <a:lnTo>
                  <a:pt x="73787" y="180298"/>
                </a:lnTo>
                <a:lnTo>
                  <a:pt x="74563" y="180463"/>
                </a:lnTo>
                <a:lnTo>
                  <a:pt x="75368" y="180561"/>
                </a:lnTo>
                <a:lnTo>
                  <a:pt x="76200" y="180594"/>
                </a:lnTo>
                <a:lnTo>
                  <a:pt x="124206" y="180594"/>
                </a:lnTo>
                <a:lnTo>
                  <a:pt x="125038" y="180561"/>
                </a:lnTo>
                <a:lnTo>
                  <a:pt x="125843" y="180463"/>
                </a:lnTo>
                <a:lnTo>
                  <a:pt x="126619" y="180298"/>
                </a:lnTo>
                <a:lnTo>
                  <a:pt x="127367" y="180067"/>
                </a:lnTo>
                <a:lnTo>
                  <a:pt x="128086" y="179771"/>
                </a:lnTo>
                <a:lnTo>
                  <a:pt x="128778" y="179409"/>
                </a:lnTo>
                <a:lnTo>
                  <a:pt x="129441" y="178980"/>
                </a:lnTo>
                <a:lnTo>
                  <a:pt x="130076" y="178487"/>
                </a:lnTo>
                <a:lnTo>
                  <a:pt x="130683" y="177927"/>
                </a:lnTo>
                <a:lnTo>
                  <a:pt x="131243" y="177320"/>
                </a:lnTo>
                <a:lnTo>
                  <a:pt x="131736" y="176685"/>
                </a:lnTo>
                <a:lnTo>
                  <a:pt x="132165" y="176022"/>
                </a:lnTo>
                <a:lnTo>
                  <a:pt x="132527" y="175330"/>
                </a:lnTo>
                <a:lnTo>
                  <a:pt x="132823" y="174611"/>
                </a:lnTo>
                <a:lnTo>
                  <a:pt x="133054" y="173863"/>
                </a:lnTo>
                <a:lnTo>
                  <a:pt x="133219" y="173087"/>
                </a:lnTo>
                <a:lnTo>
                  <a:pt x="133317" y="172282"/>
                </a:lnTo>
                <a:lnTo>
                  <a:pt x="133350" y="171450"/>
                </a:lnTo>
                <a:lnTo>
                  <a:pt x="133317" y="170618"/>
                </a:lnTo>
                <a:lnTo>
                  <a:pt x="133219" y="169813"/>
                </a:lnTo>
                <a:lnTo>
                  <a:pt x="133054" y="169037"/>
                </a:lnTo>
                <a:lnTo>
                  <a:pt x="132823" y="168289"/>
                </a:lnTo>
                <a:lnTo>
                  <a:pt x="132527" y="167570"/>
                </a:lnTo>
                <a:lnTo>
                  <a:pt x="132165" y="166878"/>
                </a:lnTo>
                <a:lnTo>
                  <a:pt x="131736" y="166215"/>
                </a:lnTo>
                <a:lnTo>
                  <a:pt x="131243" y="165580"/>
                </a:lnTo>
                <a:lnTo>
                  <a:pt x="130683" y="164973"/>
                </a:lnTo>
                <a:lnTo>
                  <a:pt x="130076" y="164413"/>
                </a:lnTo>
                <a:lnTo>
                  <a:pt x="129441" y="163920"/>
                </a:lnTo>
                <a:lnTo>
                  <a:pt x="128778" y="163491"/>
                </a:lnTo>
                <a:lnTo>
                  <a:pt x="128086" y="163129"/>
                </a:lnTo>
                <a:lnTo>
                  <a:pt x="127367" y="162833"/>
                </a:lnTo>
                <a:lnTo>
                  <a:pt x="126619" y="162602"/>
                </a:lnTo>
                <a:lnTo>
                  <a:pt x="125843" y="162437"/>
                </a:lnTo>
                <a:lnTo>
                  <a:pt x="125038" y="162339"/>
                </a:lnTo>
                <a:lnTo>
                  <a:pt x="124206" y="162306"/>
                </a:lnTo>
                <a:close/>
                <a:moveTo>
                  <a:pt x="209550" y="99822"/>
                </a:moveTo>
                <a:lnTo>
                  <a:pt x="209550" y="180594"/>
                </a:lnTo>
                <a:lnTo>
                  <a:pt x="209470" y="183450"/>
                </a:lnTo>
                <a:lnTo>
                  <a:pt x="209230" y="186258"/>
                </a:lnTo>
                <a:lnTo>
                  <a:pt x="208830" y="189018"/>
                </a:lnTo>
                <a:lnTo>
                  <a:pt x="208271" y="191733"/>
                </a:lnTo>
                <a:lnTo>
                  <a:pt x="207551" y="194400"/>
                </a:lnTo>
                <a:lnTo>
                  <a:pt x="206672" y="197019"/>
                </a:lnTo>
                <a:lnTo>
                  <a:pt x="205631" y="199593"/>
                </a:lnTo>
                <a:lnTo>
                  <a:pt x="204432" y="202119"/>
                </a:lnTo>
                <a:lnTo>
                  <a:pt x="203073" y="204597"/>
                </a:lnTo>
                <a:lnTo>
                  <a:pt x="201578" y="206996"/>
                </a:lnTo>
                <a:lnTo>
                  <a:pt x="199969" y="209282"/>
                </a:lnTo>
                <a:lnTo>
                  <a:pt x="198247" y="211455"/>
                </a:lnTo>
                <a:lnTo>
                  <a:pt x="196412" y="213515"/>
                </a:lnTo>
                <a:lnTo>
                  <a:pt x="194465" y="215462"/>
                </a:lnTo>
                <a:lnTo>
                  <a:pt x="192405" y="217297"/>
                </a:lnTo>
                <a:lnTo>
                  <a:pt x="190232" y="219019"/>
                </a:lnTo>
                <a:lnTo>
                  <a:pt x="187946" y="220628"/>
                </a:lnTo>
                <a:lnTo>
                  <a:pt x="185547" y="222123"/>
                </a:lnTo>
                <a:lnTo>
                  <a:pt x="183077" y="223482"/>
                </a:lnTo>
                <a:lnTo>
                  <a:pt x="180580" y="224681"/>
                </a:lnTo>
                <a:lnTo>
                  <a:pt x="178054" y="225722"/>
                </a:lnTo>
                <a:lnTo>
                  <a:pt x="175500" y="226601"/>
                </a:lnTo>
                <a:lnTo>
                  <a:pt x="172918" y="227321"/>
                </a:lnTo>
                <a:lnTo>
                  <a:pt x="170307" y="227880"/>
                </a:lnTo>
                <a:lnTo>
                  <a:pt x="167669" y="228280"/>
                </a:lnTo>
                <a:lnTo>
                  <a:pt x="165002" y="228520"/>
                </a:lnTo>
                <a:lnTo>
                  <a:pt x="162306" y="228600"/>
                </a:lnTo>
                <a:lnTo>
                  <a:pt x="67056" y="228600"/>
                </a:lnTo>
                <a:lnTo>
                  <a:pt x="64200" y="228520"/>
                </a:lnTo>
                <a:lnTo>
                  <a:pt x="61392" y="228280"/>
                </a:lnTo>
                <a:lnTo>
                  <a:pt x="58632" y="227880"/>
                </a:lnTo>
                <a:lnTo>
                  <a:pt x="55917" y="227321"/>
                </a:lnTo>
                <a:lnTo>
                  <a:pt x="53250" y="226601"/>
                </a:lnTo>
                <a:lnTo>
                  <a:pt x="50631" y="225722"/>
                </a:lnTo>
                <a:lnTo>
                  <a:pt x="48057" y="224681"/>
                </a:lnTo>
                <a:lnTo>
                  <a:pt x="45531" y="223482"/>
                </a:lnTo>
                <a:lnTo>
                  <a:pt x="43053" y="222123"/>
                </a:lnTo>
                <a:lnTo>
                  <a:pt x="40654" y="220628"/>
                </a:lnTo>
                <a:lnTo>
                  <a:pt x="38368" y="219019"/>
                </a:lnTo>
                <a:lnTo>
                  <a:pt x="36195" y="217297"/>
                </a:lnTo>
                <a:lnTo>
                  <a:pt x="34135" y="215462"/>
                </a:lnTo>
                <a:lnTo>
                  <a:pt x="32188" y="213515"/>
                </a:lnTo>
                <a:lnTo>
                  <a:pt x="30353" y="211455"/>
                </a:lnTo>
                <a:lnTo>
                  <a:pt x="28631" y="209282"/>
                </a:lnTo>
                <a:lnTo>
                  <a:pt x="27022" y="206996"/>
                </a:lnTo>
                <a:lnTo>
                  <a:pt x="25527" y="204597"/>
                </a:lnTo>
                <a:lnTo>
                  <a:pt x="24168" y="202119"/>
                </a:lnTo>
                <a:lnTo>
                  <a:pt x="22969" y="199593"/>
                </a:lnTo>
                <a:lnTo>
                  <a:pt x="21928" y="197019"/>
                </a:lnTo>
                <a:lnTo>
                  <a:pt x="21049" y="194400"/>
                </a:lnTo>
                <a:lnTo>
                  <a:pt x="20329" y="191733"/>
                </a:lnTo>
                <a:lnTo>
                  <a:pt x="19770" y="189018"/>
                </a:lnTo>
                <a:lnTo>
                  <a:pt x="19370" y="186258"/>
                </a:lnTo>
                <a:lnTo>
                  <a:pt x="19130" y="183450"/>
                </a:lnTo>
                <a:lnTo>
                  <a:pt x="19050" y="180594"/>
                </a:lnTo>
                <a:lnTo>
                  <a:pt x="19050" y="47244"/>
                </a:lnTo>
                <a:lnTo>
                  <a:pt x="19130" y="44548"/>
                </a:lnTo>
                <a:lnTo>
                  <a:pt x="19370" y="41881"/>
                </a:lnTo>
                <a:lnTo>
                  <a:pt x="19770" y="39243"/>
                </a:lnTo>
                <a:lnTo>
                  <a:pt x="20329" y="36632"/>
                </a:lnTo>
                <a:lnTo>
                  <a:pt x="21049" y="34050"/>
                </a:lnTo>
                <a:lnTo>
                  <a:pt x="21928" y="31496"/>
                </a:lnTo>
                <a:lnTo>
                  <a:pt x="22969" y="28970"/>
                </a:lnTo>
                <a:lnTo>
                  <a:pt x="24168" y="26473"/>
                </a:lnTo>
                <a:lnTo>
                  <a:pt x="25527" y="24003"/>
                </a:lnTo>
                <a:lnTo>
                  <a:pt x="27022" y="21604"/>
                </a:lnTo>
                <a:lnTo>
                  <a:pt x="28631" y="19318"/>
                </a:lnTo>
                <a:lnTo>
                  <a:pt x="30353" y="17145"/>
                </a:lnTo>
                <a:lnTo>
                  <a:pt x="32188" y="15085"/>
                </a:lnTo>
                <a:lnTo>
                  <a:pt x="34135" y="13138"/>
                </a:lnTo>
                <a:lnTo>
                  <a:pt x="36195" y="11303"/>
                </a:lnTo>
                <a:lnTo>
                  <a:pt x="38368" y="9581"/>
                </a:lnTo>
                <a:lnTo>
                  <a:pt x="40654" y="7972"/>
                </a:lnTo>
                <a:lnTo>
                  <a:pt x="43053" y="6477"/>
                </a:lnTo>
                <a:lnTo>
                  <a:pt x="45523" y="5118"/>
                </a:lnTo>
                <a:lnTo>
                  <a:pt x="48020" y="3919"/>
                </a:lnTo>
                <a:lnTo>
                  <a:pt x="50546" y="2878"/>
                </a:lnTo>
                <a:lnTo>
                  <a:pt x="53100" y="1999"/>
                </a:lnTo>
                <a:lnTo>
                  <a:pt x="55682" y="1279"/>
                </a:lnTo>
                <a:lnTo>
                  <a:pt x="58293" y="720"/>
                </a:lnTo>
                <a:lnTo>
                  <a:pt x="60931" y="320"/>
                </a:lnTo>
                <a:lnTo>
                  <a:pt x="63598" y="80"/>
                </a:lnTo>
                <a:lnTo>
                  <a:pt x="66294" y="0"/>
                </a:lnTo>
                <a:lnTo>
                  <a:pt x="109728" y="0"/>
                </a:lnTo>
                <a:lnTo>
                  <a:pt x="112602" y="61"/>
                </a:lnTo>
                <a:lnTo>
                  <a:pt x="115467" y="245"/>
                </a:lnTo>
                <a:lnTo>
                  <a:pt x="118321" y="551"/>
                </a:lnTo>
                <a:lnTo>
                  <a:pt x="121168" y="978"/>
                </a:lnTo>
                <a:lnTo>
                  <a:pt x="124004" y="1529"/>
                </a:lnTo>
                <a:lnTo>
                  <a:pt x="126831" y="2201"/>
                </a:lnTo>
                <a:lnTo>
                  <a:pt x="129649" y="2997"/>
                </a:lnTo>
                <a:lnTo>
                  <a:pt x="132457" y="3914"/>
                </a:lnTo>
                <a:lnTo>
                  <a:pt x="135255" y="4953"/>
                </a:lnTo>
                <a:lnTo>
                  <a:pt x="138007" y="6115"/>
                </a:lnTo>
                <a:lnTo>
                  <a:pt x="140674" y="7399"/>
                </a:lnTo>
                <a:lnTo>
                  <a:pt x="143256" y="8805"/>
                </a:lnTo>
                <a:lnTo>
                  <a:pt x="145753" y="10334"/>
                </a:lnTo>
                <a:lnTo>
                  <a:pt x="148167" y="11985"/>
                </a:lnTo>
                <a:lnTo>
                  <a:pt x="150495" y="13758"/>
                </a:lnTo>
                <a:lnTo>
                  <a:pt x="152739" y="15654"/>
                </a:lnTo>
                <a:lnTo>
                  <a:pt x="154897" y="17672"/>
                </a:lnTo>
                <a:lnTo>
                  <a:pt x="156972" y="19812"/>
                </a:lnTo>
                <a:lnTo>
                  <a:pt x="189738" y="52578"/>
                </a:lnTo>
                <a:lnTo>
                  <a:pt x="191878" y="54653"/>
                </a:lnTo>
                <a:lnTo>
                  <a:pt x="193896" y="56811"/>
                </a:lnTo>
                <a:lnTo>
                  <a:pt x="195792" y="59055"/>
                </a:lnTo>
                <a:lnTo>
                  <a:pt x="197565" y="61383"/>
                </a:lnTo>
                <a:lnTo>
                  <a:pt x="199216" y="63797"/>
                </a:lnTo>
                <a:lnTo>
                  <a:pt x="200745" y="66294"/>
                </a:lnTo>
                <a:lnTo>
                  <a:pt x="202151" y="68876"/>
                </a:lnTo>
                <a:lnTo>
                  <a:pt x="203435" y="71543"/>
                </a:lnTo>
                <a:lnTo>
                  <a:pt x="204597" y="74295"/>
                </a:lnTo>
                <a:lnTo>
                  <a:pt x="205636" y="77093"/>
                </a:lnTo>
                <a:lnTo>
                  <a:pt x="206553" y="79901"/>
                </a:lnTo>
                <a:lnTo>
                  <a:pt x="207349" y="82719"/>
                </a:lnTo>
                <a:lnTo>
                  <a:pt x="208021" y="85546"/>
                </a:lnTo>
                <a:lnTo>
                  <a:pt x="208572" y="88382"/>
                </a:lnTo>
                <a:lnTo>
                  <a:pt x="208999" y="91229"/>
                </a:lnTo>
                <a:lnTo>
                  <a:pt x="209305" y="94083"/>
                </a:lnTo>
                <a:lnTo>
                  <a:pt x="209489" y="96948"/>
                </a:lnTo>
                <a:lnTo>
                  <a:pt x="209550" y="99822"/>
                </a:lnTo>
                <a:close/>
                <a:moveTo>
                  <a:pt x="143256" y="32766"/>
                </a:moveTo>
                <a:lnTo>
                  <a:pt x="142230" y="31929"/>
                </a:lnTo>
                <a:lnTo>
                  <a:pt x="141186" y="31111"/>
                </a:lnTo>
                <a:lnTo>
                  <a:pt x="140123" y="30310"/>
                </a:lnTo>
                <a:lnTo>
                  <a:pt x="139041" y="29529"/>
                </a:lnTo>
                <a:lnTo>
                  <a:pt x="137941" y="28767"/>
                </a:lnTo>
                <a:lnTo>
                  <a:pt x="136821" y="28024"/>
                </a:lnTo>
                <a:lnTo>
                  <a:pt x="135683" y="27301"/>
                </a:lnTo>
                <a:lnTo>
                  <a:pt x="134526" y="26595"/>
                </a:lnTo>
                <a:lnTo>
                  <a:pt x="133350" y="25908"/>
                </a:lnTo>
                <a:lnTo>
                  <a:pt x="133350" y="66294"/>
                </a:lnTo>
                <a:lnTo>
                  <a:pt x="133383" y="67287"/>
                </a:lnTo>
                <a:lnTo>
                  <a:pt x="133481" y="68232"/>
                </a:lnTo>
                <a:lnTo>
                  <a:pt x="133646" y="69131"/>
                </a:lnTo>
                <a:lnTo>
                  <a:pt x="133877" y="69982"/>
                </a:lnTo>
                <a:lnTo>
                  <a:pt x="134173" y="70786"/>
                </a:lnTo>
                <a:lnTo>
                  <a:pt x="134535" y="71543"/>
                </a:lnTo>
                <a:lnTo>
                  <a:pt x="134964" y="72254"/>
                </a:lnTo>
                <a:lnTo>
                  <a:pt x="135457" y="72917"/>
                </a:lnTo>
                <a:lnTo>
                  <a:pt x="136017" y="73533"/>
                </a:lnTo>
                <a:lnTo>
                  <a:pt x="136624" y="74093"/>
                </a:lnTo>
                <a:lnTo>
                  <a:pt x="137259" y="74586"/>
                </a:lnTo>
                <a:lnTo>
                  <a:pt x="137922" y="75015"/>
                </a:lnTo>
                <a:lnTo>
                  <a:pt x="138614" y="75377"/>
                </a:lnTo>
                <a:lnTo>
                  <a:pt x="139333" y="75673"/>
                </a:lnTo>
                <a:lnTo>
                  <a:pt x="140081" y="75904"/>
                </a:lnTo>
                <a:lnTo>
                  <a:pt x="140857" y="76069"/>
                </a:lnTo>
                <a:lnTo>
                  <a:pt x="141662" y="76167"/>
                </a:lnTo>
                <a:lnTo>
                  <a:pt x="142494" y="76200"/>
                </a:lnTo>
                <a:lnTo>
                  <a:pt x="183642" y="76200"/>
                </a:lnTo>
                <a:lnTo>
                  <a:pt x="182955" y="75024"/>
                </a:lnTo>
                <a:lnTo>
                  <a:pt x="182249" y="73867"/>
                </a:lnTo>
                <a:lnTo>
                  <a:pt x="181526" y="72729"/>
                </a:lnTo>
                <a:lnTo>
                  <a:pt x="180783" y="71609"/>
                </a:lnTo>
                <a:lnTo>
                  <a:pt x="180021" y="70509"/>
                </a:lnTo>
                <a:lnTo>
                  <a:pt x="179240" y="69427"/>
                </a:lnTo>
                <a:lnTo>
                  <a:pt x="178439" y="68364"/>
                </a:lnTo>
                <a:lnTo>
                  <a:pt x="177621" y="67320"/>
                </a:lnTo>
                <a:lnTo>
                  <a:pt x="176784" y="66294"/>
                </a:lnTo>
                <a:close/>
                <a:moveTo>
                  <a:pt x="190500" y="99822"/>
                </a:moveTo>
                <a:lnTo>
                  <a:pt x="190500" y="99633"/>
                </a:lnTo>
                <a:lnTo>
                  <a:pt x="190500" y="99408"/>
                </a:lnTo>
                <a:lnTo>
                  <a:pt x="190500" y="99145"/>
                </a:lnTo>
                <a:lnTo>
                  <a:pt x="190500" y="98844"/>
                </a:lnTo>
                <a:lnTo>
                  <a:pt x="190500" y="98505"/>
                </a:lnTo>
                <a:lnTo>
                  <a:pt x="190500" y="98128"/>
                </a:lnTo>
                <a:lnTo>
                  <a:pt x="190500" y="97715"/>
                </a:lnTo>
                <a:lnTo>
                  <a:pt x="190500" y="97264"/>
                </a:lnTo>
                <a:lnTo>
                  <a:pt x="190500" y="96774"/>
                </a:lnTo>
                <a:lnTo>
                  <a:pt x="189738" y="95250"/>
                </a:lnTo>
                <a:lnTo>
                  <a:pt x="143256" y="95250"/>
                </a:lnTo>
                <a:lnTo>
                  <a:pt x="140594" y="95146"/>
                </a:lnTo>
                <a:lnTo>
                  <a:pt x="138026" y="94836"/>
                </a:lnTo>
                <a:lnTo>
                  <a:pt x="135551" y="94318"/>
                </a:lnTo>
                <a:lnTo>
                  <a:pt x="133171" y="93595"/>
                </a:lnTo>
                <a:lnTo>
                  <a:pt x="130885" y="92663"/>
                </a:lnTo>
                <a:lnTo>
                  <a:pt x="128693" y="91525"/>
                </a:lnTo>
                <a:lnTo>
                  <a:pt x="126596" y="90180"/>
                </a:lnTo>
                <a:lnTo>
                  <a:pt x="124592" y="88627"/>
                </a:lnTo>
                <a:lnTo>
                  <a:pt x="122682" y="86868"/>
                </a:lnTo>
                <a:lnTo>
                  <a:pt x="120923" y="84958"/>
                </a:lnTo>
                <a:lnTo>
                  <a:pt x="119370" y="82954"/>
                </a:lnTo>
                <a:lnTo>
                  <a:pt x="118025" y="80857"/>
                </a:lnTo>
                <a:lnTo>
                  <a:pt x="116887" y="78665"/>
                </a:lnTo>
                <a:lnTo>
                  <a:pt x="115955" y="76379"/>
                </a:lnTo>
                <a:lnTo>
                  <a:pt x="115232" y="73999"/>
                </a:lnTo>
                <a:lnTo>
                  <a:pt x="114714" y="71524"/>
                </a:lnTo>
                <a:lnTo>
                  <a:pt x="114404" y="68956"/>
                </a:lnTo>
                <a:lnTo>
                  <a:pt x="114300" y="66294"/>
                </a:lnTo>
                <a:lnTo>
                  <a:pt x="114300" y="19812"/>
                </a:lnTo>
                <a:lnTo>
                  <a:pt x="109728" y="19050"/>
                </a:lnTo>
                <a:lnTo>
                  <a:pt x="67056" y="19050"/>
                </a:lnTo>
                <a:lnTo>
                  <a:pt x="64394" y="19154"/>
                </a:lnTo>
                <a:lnTo>
                  <a:pt x="61826" y="19464"/>
                </a:lnTo>
                <a:lnTo>
                  <a:pt x="59351" y="19982"/>
                </a:lnTo>
                <a:lnTo>
                  <a:pt x="56971" y="20705"/>
                </a:lnTo>
                <a:lnTo>
                  <a:pt x="54685" y="21637"/>
                </a:lnTo>
                <a:lnTo>
                  <a:pt x="52493" y="22775"/>
                </a:lnTo>
                <a:lnTo>
                  <a:pt x="50396" y="24120"/>
                </a:lnTo>
                <a:lnTo>
                  <a:pt x="48392" y="25673"/>
                </a:lnTo>
                <a:lnTo>
                  <a:pt x="46482" y="27432"/>
                </a:lnTo>
                <a:lnTo>
                  <a:pt x="44723" y="29342"/>
                </a:lnTo>
                <a:lnTo>
                  <a:pt x="43170" y="31346"/>
                </a:lnTo>
                <a:lnTo>
                  <a:pt x="41825" y="33443"/>
                </a:lnTo>
                <a:lnTo>
                  <a:pt x="40687" y="35635"/>
                </a:lnTo>
                <a:lnTo>
                  <a:pt x="39755" y="37921"/>
                </a:lnTo>
                <a:lnTo>
                  <a:pt x="39032" y="40301"/>
                </a:lnTo>
                <a:lnTo>
                  <a:pt x="38514" y="42776"/>
                </a:lnTo>
                <a:lnTo>
                  <a:pt x="38204" y="45344"/>
                </a:lnTo>
                <a:lnTo>
                  <a:pt x="38100" y="48006"/>
                </a:lnTo>
                <a:lnTo>
                  <a:pt x="38100" y="180594"/>
                </a:lnTo>
                <a:lnTo>
                  <a:pt x="38204" y="183256"/>
                </a:lnTo>
                <a:lnTo>
                  <a:pt x="38514" y="185824"/>
                </a:lnTo>
                <a:lnTo>
                  <a:pt x="39032" y="188299"/>
                </a:lnTo>
                <a:lnTo>
                  <a:pt x="39755" y="190679"/>
                </a:lnTo>
                <a:lnTo>
                  <a:pt x="40687" y="192965"/>
                </a:lnTo>
                <a:lnTo>
                  <a:pt x="41825" y="195157"/>
                </a:lnTo>
                <a:lnTo>
                  <a:pt x="43170" y="197254"/>
                </a:lnTo>
                <a:lnTo>
                  <a:pt x="44723" y="199258"/>
                </a:lnTo>
                <a:lnTo>
                  <a:pt x="46482" y="201168"/>
                </a:lnTo>
                <a:lnTo>
                  <a:pt x="48392" y="202927"/>
                </a:lnTo>
                <a:lnTo>
                  <a:pt x="50396" y="204480"/>
                </a:lnTo>
                <a:lnTo>
                  <a:pt x="52493" y="205825"/>
                </a:lnTo>
                <a:lnTo>
                  <a:pt x="54685" y="206963"/>
                </a:lnTo>
                <a:lnTo>
                  <a:pt x="56971" y="207895"/>
                </a:lnTo>
                <a:lnTo>
                  <a:pt x="59351" y="208618"/>
                </a:lnTo>
                <a:lnTo>
                  <a:pt x="61826" y="209136"/>
                </a:lnTo>
                <a:lnTo>
                  <a:pt x="64394" y="209446"/>
                </a:lnTo>
                <a:lnTo>
                  <a:pt x="67056" y="209550"/>
                </a:lnTo>
                <a:lnTo>
                  <a:pt x="162306" y="209550"/>
                </a:lnTo>
                <a:lnTo>
                  <a:pt x="164808" y="209446"/>
                </a:lnTo>
                <a:lnTo>
                  <a:pt x="167235" y="209136"/>
                </a:lnTo>
                <a:lnTo>
                  <a:pt x="169587" y="208618"/>
                </a:lnTo>
                <a:lnTo>
                  <a:pt x="171864" y="207895"/>
                </a:lnTo>
                <a:lnTo>
                  <a:pt x="174066" y="206963"/>
                </a:lnTo>
                <a:lnTo>
                  <a:pt x="176192" y="205825"/>
                </a:lnTo>
                <a:lnTo>
                  <a:pt x="178242" y="204480"/>
                </a:lnTo>
                <a:lnTo>
                  <a:pt x="180218" y="202927"/>
                </a:lnTo>
                <a:lnTo>
                  <a:pt x="182118" y="201168"/>
                </a:lnTo>
                <a:lnTo>
                  <a:pt x="183877" y="199258"/>
                </a:lnTo>
                <a:lnTo>
                  <a:pt x="185430" y="197254"/>
                </a:lnTo>
                <a:lnTo>
                  <a:pt x="186775" y="195157"/>
                </a:lnTo>
                <a:lnTo>
                  <a:pt x="187913" y="192965"/>
                </a:lnTo>
                <a:lnTo>
                  <a:pt x="188845" y="190679"/>
                </a:lnTo>
                <a:lnTo>
                  <a:pt x="189568" y="188299"/>
                </a:lnTo>
                <a:lnTo>
                  <a:pt x="190086" y="185824"/>
                </a:lnTo>
                <a:lnTo>
                  <a:pt x="190396" y="183256"/>
                </a:lnTo>
                <a:lnTo>
                  <a:pt x="190500" y="180594"/>
                </a:lnTo>
                <a:close/>
              </a:path>
            </a:pathLst>
          </a:custGeom>
          <a:solidFill>
            <a:srgbClr val="C77E8C"/>
          </a:solidFill>
          <a:ln w="0">
            <a:noFill/>
          </a:ln>
        </p:spPr>
      </p:sp>
      <p:sp>
        <p:nvSpPr>
          <p:cNvPr id="38" name="手繪多邊形: 圖案 37">
            <a:extLst>
              <a:ext uri="{FF2B5EF4-FFF2-40B4-BE49-F238E27FC236}">
                <a16:creationId xmlns:a16="http://schemas.microsoft.com/office/drawing/2014/main" id="{12CE5B60-7E34-4B76-BF47-255FBB5E2C2C}"/>
              </a:ext>
            </a:extLst>
          </p:cNvPr>
          <p:cNvSpPr>
            <a:spLocks noGrp="1"/>
          </p:cNvSpPr>
          <p:nvPr/>
        </p:nvSpPr>
        <p:spPr>
          <a:xfrm>
            <a:off x="6200775" y="3590925"/>
            <a:ext cx="514350" cy="51435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79248" y="146304"/>
                </a:moveTo>
                <a:lnTo>
                  <a:pt x="78608" y="146991"/>
                </a:lnTo>
                <a:lnTo>
                  <a:pt x="78044" y="147697"/>
                </a:lnTo>
                <a:lnTo>
                  <a:pt x="77554" y="148420"/>
                </a:lnTo>
                <a:lnTo>
                  <a:pt x="77141" y="149163"/>
                </a:lnTo>
                <a:lnTo>
                  <a:pt x="76802" y="149925"/>
                </a:lnTo>
                <a:lnTo>
                  <a:pt x="76539" y="150706"/>
                </a:lnTo>
                <a:lnTo>
                  <a:pt x="76350" y="151507"/>
                </a:lnTo>
                <a:lnTo>
                  <a:pt x="76238" y="152325"/>
                </a:lnTo>
                <a:lnTo>
                  <a:pt x="76200" y="153162"/>
                </a:lnTo>
                <a:lnTo>
                  <a:pt x="76238" y="153999"/>
                </a:lnTo>
                <a:lnTo>
                  <a:pt x="76350" y="154817"/>
                </a:lnTo>
                <a:lnTo>
                  <a:pt x="76539" y="155618"/>
                </a:lnTo>
                <a:lnTo>
                  <a:pt x="76802" y="156399"/>
                </a:lnTo>
                <a:lnTo>
                  <a:pt x="77141" y="157161"/>
                </a:lnTo>
                <a:lnTo>
                  <a:pt x="77554" y="157904"/>
                </a:lnTo>
                <a:lnTo>
                  <a:pt x="78044" y="158627"/>
                </a:lnTo>
                <a:lnTo>
                  <a:pt x="78608" y="159333"/>
                </a:lnTo>
                <a:lnTo>
                  <a:pt x="79248" y="160020"/>
                </a:lnTo>
                <a:lnTo>
                  <a:pt x="98298" y="179070"/>
                </a:lnTo>
                <a:lnTo>
                  <a:pt x="98938" y="179757"/>
                </a:lnTo>
                <a:lnTo>
                  <a:pt x="99502" y="180463"/>
                </a:lnTo>
                <a:lnTo>
                  <a:pt x="99992" y="181186"/>
                </a:lnTo>
                <a:lnTo>
                  <a:pt x="100405" y="181929"/>
                </a:lnTo>
                <a:lnTo>
                  <a:pt x="100744" y="182691"/>
                </a:lnTo>
                <a:lnTo>
                  <a:pt x="101007" y="183472"/>
                </a:lnTo>
                <a:lnTo>
                  <a:pt x="101196" y="184273"/>
                </a:lnTo>
                <a:lnTo>
                  <a:pt x="101308" y="185091"/>
                </a:lnTo>
                <a:lnTo>
                  <a:pt x="101346" y="185928"/>
                </a:lnTo>
                <a:lnTo>
                  <a:pt x="101308" y="186760"/>
                </a:lnTo>
                <a:lnTo>
                  <a:pt x="101196" y="187565"/>
                </a:lnTo>
                <a:lnTo>
                  <a:pt x="101007" y="188341"/>
                </a:lnTo>
                <a:lnTo>
                  <a:pt x="100744" y="189089"/>
                </a:lnTo>
                <a:lnTo>
                  <a:pt x="100405" y="189808"/>
                </a:lnTo>
                <a:lnTo>
                  <a:pt x="99992" y="190500"/>
                </a:lnTo>
                <a:lnTo>
                  <a:pt x="99502" y="191163"/>
                </a:lnTo>
                <a:lnTo>
                  <a:pt x="98938" y="191798"/>
                </a:lnTo>
                <a:lnTo>
                  <a:pt x="98298" y="192405"/>
                </a:lnTo>
                <a:lnTo>
                  <a:pt x="97611" y="192965"/>
                </a:lnTo>
                <a:lnTo>
                  <a:pt x="96905" y="193458"/>
                </a:lnTo>
                <a:lnTo>
                  <a:pt x="96182" y="193887"/>
                </a:lnTo>
                <a:lnTo>
                  <a:pt x="95439" y="194249"/>
                </a:lnTo>
                <a:lnTo>
                  <a:pt x="94677" y="194545"/>
                </a:lnTo>
                <a:lnTo>
                  <a:pt x="93896" y="194776"/>
                </a:lnTo>
                <a:lnTo>
                  <a:pt x="93095" y="194941"/>
                </a:lnTo>
                <a:lnTo>
                  <a:pt x="92277" y="195039"/>
                </a:lnTo>
                <a:lnTo>
                  <a:pt x="91440" y="195072"/>
                </a:lnTo>
                <a:lnTo>
                  <a:pt x="90603" y="195043"/>
                </a:lnTo>
                <a:lnTo>
                  <a:pt x="89785" y="194959"/>
                </a:lnTo>
                <a:lnTo>
                  <a:pt x="88984" y="194818"/>
                </a:lnTo>
                <a:lnTo>
                  <a:pt x="88203" y="194621"/>
                </a:lnTo>
                <a:lnTo>
                  <a:pt x="87441" y="194366"/>
                </a:lnTo>
                <a:lnTo>
                  <a:pt x="86698" y="194056"/>
                </a:lnTo>
                <a:lnTo>
                  <a:pt x="85975" y="193689"/>
                </a:lnTo>
                <a:lnTo>
                  <a:pt x="85269" y="193266"/>
                </a:lnTo>
                <a:lnTo>
                  <a:pt x="84582" y="192786"/>
                </a:lnTo>
                <a:lnTo>
                  <a:pt x="65532" y="172974"/>
                </a:lnTo>
                <a:lnTo>
                  <a:pt x="63773" y="171069"/>
                </a:lnTo>
                <a:lnTo>
                  <a:pt x="62220" y="169079"/>
                </a:lnTo>
                <a:lnTo>
                  <a:pt x="60875" y="167005"/>
                </a:lnTo>
                <a:lnTo>
                  <a:pt x="59737" y="164846"/>
                </a:lnTo>
                <a:lnTo>
                  <a:pt x="58805" y="162602"/>
                </a:lnTo>
                <a:lnTo>
                  <a:pt x="58082" y="160274"/>
                </a:lnTo>
                <a:lnTo>
                  <a:pt x="57564" y="157861"/>
                </a:lnTo>
                <a:lnTo>
                  <a:pt x="57254" y="155363"/>
                </a:lnTo>
                <a:lnTo>
                  <a:pt x="57150" y="152781"/>
                </a:lnTo>
                <a:lnTo>
                  <a:pt x="57254" y="150199"/>
                </a:lnTo>
                <a:lnTo>
                  <a:pt x="57564" y="147701"/>
                </a:lnTo>
                <a:lnTo>
                  <a:pt x="58082" y="145288"/>
                </a:lnTo>
                <a:lnTo>
                  <a:pt x="58805" y="142960"/>
                </a:lnTo>
                <a:lnTo>
                  <a:pt x="59737" y="140716"/>
                </a:lnTo>
                <a:lnTo>
                  <a:pt x="60875" y="138557"/>
                </a:lnTo>
                <a:lnTo>
                  <a:pt x="62220" y="136483"/>
                </a:lnTo>
                <a:lnTo>
                  <a:pt x="63773" y="134493"/>
                </a:lnTo>
                <a:lnTo>
                  <a:pt x="65532" y="132588"/>
                </a:lnTo>
                <a:lnTo>
                  <a:pt x="85344" y="113538"/>
                </a:lnTo>
                <a:lnTo>
                  <a:pt x="85875" y="112898"/>
                </a:lnTo>
                <a:lnTo>
                  <a:pt x="86454" y="112334"/>
                </a:lnTo>
                <a:lnTo>
                  <a:pt x="87079" y="111844"/>
                </a:lnTo>
                <a:lnTo>
                  <a:pt x="87752" y="111431"/>
                </a:lnTo>
                <a:lnTo>
                  <a:pt x="88472" y="111092"/>
                </a:lnTo>
                <a:lnTo>
                  <a:pt x="89239" y="110829"/>
                </a:lnTo>
                <a:lnTo>
                  <a:pt x="90052" y="110640"/>
                </a:lnTo>
                <a:lnTo>
                  <a:pt x="90913" y="110528"/>
                </a:lnTo>
                <a:lnTo>
                  <a:pt x="91821" y="110490"/>
                </a:lnTo>
                <a:lnTo>
                  <a:pt x="92733" y="110523"/>
                </a:lnTo>
                <a:lnTo>
                  <a:pt x="93609" y="110621"/>
                </a:lnTo>
                <a:lnTo>
                  <a:pt x="94446" y="110786"/>
                </a:lnTo>
                <a:lnTo>
                  <a:pt x="95245" y="111017"/>
                </a:lnTo>
                <a:lnTo>
                  <a:pt x="96007" y="111313"/>
                </a:lnTo>
                <a:lnTo>
                  <a:pt x="96732" y="111675"/>
                </a:lnTo>
                <a:lnTo>
                  <a:pt x="97419" y="112104"/>
                </a:lnTo>
                <a:lnTo>
                  <a:pt x="98067" y="112597"/>
                </a:lnTo>
                <a:lnTo>
                  <a:pt x="98679" y="113157"/>
                </a:lnTo>
                <a:lnTo>
                  <a:pt x="99239" y="113769"/>
                </a:lnTo>
                <a:lnTo>
                  <a:pt x="99732" y="114417"/>
                </a:lnTo>
                <a:lnTo>
                  <a:pt x="100161" y="115104"/>
                </a:lnTo>
                <a:lnTo>
                  <a:pt x="100523" y="115829"/>
                </a:lnTo>
                <a:lnTo>
                  <a:pt x="100819" y="116591"/>
                </a:lnTo>
                <a:lnTo>
                  <a:pt x="101050" y="117390"/>
                </a:lnTo>
                <a:lnTo>
                  <a:pt x="101215" y="118227"/>
                </a:lnTo>
                <a:lnTo>
                  <a:pt x="101313" y="119103"/>
                </a:lnTo>
                <a:lnTo>
                  <a:pt x="101346" y="120015"/>
                </a:lnTo>
                <a:lnTo>
                  <a:pt x="101308" y="120923"/>
                </a:lnTo>
                <a:lnTo>
                  <a:pt x="101196" y="121784"/>
                </a:lnTo>
                <a:lnTo>
                  <a:pt x="101007" y="122597"/>
                </a:lnTo>
                <a:lnTo>
                  <a:pt x="100744" y="123364"/>
                </a:lnTo>
                <a:lnTo>
                  <a:pt x="100405" y="124084"/>
                </a:lnTo>
                <a:lnTo>
                  <a:pt x="99992" y="124757"/>
                </a:lnTo>
                <a:lnTo>
                  <a:pt x="99502" y="125382"/>
                </a:lnTo>
                <a:lnTo>
                  <a:pt x="98938" y="125961"/>
                </a:lnTo>
                <a:lnTo>
                  <a:pt x="98298" y="126492"/>
                </a:lnTo>
                <a:close/>
                <a:moveTo>
                  <a:pt x="143256" y="113538"/>
                </a:moveTo>
                <a:lnTo>
                  <a:pt x="142725" y="112898"/>
                </a:lnTo>
                <a:lnTo>
                  <a:pt x="142146" y="112334"/>
                </a:lnTo>
                <a:lnTo>
                  <a:pt x="141521" y="111844"/>
                </a:lnTo>
                <a:lnTo>
                  <a:pt x="140848" y="111431"/>
                </a:lnTo>
                <a:lnTo>
                  <a:pt x="140128" y="111092"/>
                </a:lnTo>
                <a:lnTo>
                  <a:pt x="139361" y="110829"/>
                </a:lnTo>
                <a:lnTo>
                  <a:pt x="138548" y="110640"/>
                </a:lnTo>
                <a:lnTo>
                  <a:pt x="137687" y="110528"/>
                </a:lnTo>
                <a:lnTo>
                  <a:pt x="136779" y="110490"/>
                </a:lnTo>
                <a:lnTo>
                  <a:pt x="135867" y="110523"/>
                </a:lnTo>
                <a:lnTo>
                  <a:pt x="134991" y="110621"/>
                </a:lnTo>
                <a:lnTo>
                  <a:pt x="134154" y="110786"/>
                </a:lnTo>
                <a:lnTo>
                  <a:pt x="133355" y="111017"/>
                </a:lnTo>
                <a:lnTo>
                  <a:pt x="132593" y="111313"/>
                </a:lnTo>
                <a:lnTo>
                  <a:pt x="131868" y="111675"/>
                </a:lnTo>
                <a:lnTo>
                  <a:pt x="131181" y="112104"/>
                </a:lnTo>
                <a:lnTo>
                  <a:pt x="130533" y="112597"/>
                </a:lnTo>
                <a:lnTo>
                  <a:pt x="129921" y="113157"/>
                </a:lnTo>
                <a:lnTo>
                  <a:pt x="129361" y="113769"/>
                </a:lnTo>
                <a:lnTo>
                  <a:pt x="128868" y="114417"/>
                </a:lnTo>
                <a:lnTo>
                  <a:pt x="128439" y="115104"/>
                </a:lnTo>
                <a:lnTo>
                  <a:pt x="128077" y="115829"/>
                </a:lnTo>
                <a:lnTo>
                  <a:pt x="127781" y="116591"/>
                </a:lnTo>
                <a:lnTo>
                  <a:pt x="127550" y="117390"/>
                </a:lnTo>
                <a:lnTo>
                  <a:pt x="127385" y="118227"/>
                </a:lnTo>
                <a:lnTo>
                  <a:pt x="127287" y="119103"/>
                </a:lnTo>
                <a:lnTo>
                  <a:pt x="127254" y="120015"/>
                </a:lnTo>
                <a:lnTo>
                  <a:pt x="127292" y="120923"/>
                </a:lnTo>
                <a:lnTo>
                  <a:pt x="127404" y="121784"/>
                </a:lnTo>
                <a:lnTo>
                  <a:pt x="127593" y="122597"/>
                </a:lnTo>
                <a:lnTo>
                  <a:pt x="127856" y="123364"/>
                </a:lnTo>
                <a:lnTo>
                  <a:pt x="128195" y="124084"/>
                </a:lnTo>
                <a:lnTo>
                  <a:pt x="128608" y="124757"/>
                </a:lnTo>
                <a:lnTo>
                  <a:pt x="129098" y="125382"/>
                </a:lnTo>
                <a:lnTo>
                  <a:pt x="129662" y="125961"/>
                </a:lnTo>
                <a:lnTo>
                  <a:pt x="130302" y="126492"/>
                </a:lnTo>
                <a:lnTo>
                  <a:pt x="149352" y="146304"/>
                </a:lnTo>
                <a:lnTo>
                  <a:pt x="149992" y="146991"/>
                </a:lnTo>
                <a:lnTo>
                  <a:pt x="150556" y="147697"/>
                </a:lnTo>
                <a:lnTo>
                  <a:pt x="151046" y="148420"/>
                </a:lnTo>
                <a:lnTo>
                  <a:pt x="151459" y="149163"/>
                </a:lnTo>
                <a:lnTo>
                  <a:pt x="151798" y="149925"/>
                </a:lnTo>
                <a:lnTo>
                  <a:pt x="152061" y="150706"/>
                </a:lnTo>
                <a:lnTo>
                  <a:pt x="152250" y="151507"/>
                </a:lnTo>
                <a:lnTo>
                  <a:pt x="152362" y="152325"/>
                </a:lnTo>
                <a:lnTo>
                  <a:pt x="152400" y="153162"/>
                </a:lnTo>
                <a:lnTo>
                  <a:pt x="152362" y="153999"/>
                </a:lnTo>
                <a:lnTo>
                  <a:pt x="152250" y="154817"/>
                </a:lnTo>
                <a:lnTo>
                  <a:pt x="152061" y="155618"/>
                </a:lnTo>
                <a:lnTo>
                  <a:pt x="151798" y="156399"/>
                </a:lnTo>
                <a:lnTo>
                  <a:pt x="151459" y="157161"/>
                </a:lnTo>
                <a:lnTo>
                  <a:pt x="151046" y="157904"/>
                </a:lnTo>
                <a:lnTo>
                  <a:pt x="150556" y="158627"/>
                </a:lnTo>
                <a:lnTo>
                  <a:pt x="149992" y="159333"/>
                </a:lnTo>
                <a:lnTo>
                  <a:pt x="149352" y="160020"/>
                </a:lnTo>
                <a:lnTo>
                  <a:pt x="130302" y="179070"/>
                </a:lnTo>
                <a:lnTo>
                  <a:pt x="129662" y="179757"/>
                </a:lnTo>
                <a:lnTo>
                  <a:pt x="129098" y="180463"/>
                </a:lnTo>
                <a:lnTo>
                  <a:pt x="128608" y="181186"/>
                </a:lnTo>
                <a:lnTo>
                  <a:pt x="128195" y="181929"/>
                </a:lnTo>
                <a:lnTo>
                  <a:pt x="127856" y="182691"/>
                </a:lnTo>
                <a:lnTo>
                  <a:pt x="127593" y="183472"/>
                </a:lnTo>
                <a:lnTo>
                  <a:pt x="127404" y="184273"/>
                </a:lnTo>
                <a:lnTo>
                  <a:pt x="127292" y="185091"/>
                </a:lnTo>
                <a:lnTo>
                  <a:pt x="127254" y="185928"/>
                </a:lnTo>
                <a:lnTo>
                  <a:pt x="127292" y="186760"/>
                </a:lnTo>
                <a:lnTo>
                  <a:pt x="127404" y="187565"/>
                </a:lnTo>
                <a:lnTo>
                  <a:pt x="127593" y="188341"/>
                </a:lnTo>
                <a:lnTo>
                  <a:pt x="127856" y="189089"/>
                </a:lnTo>
                <a:lnTo>
                  <a:pt x="128195" y="189808"/>
                </a:lnTo>
                <a:lnTo>
                  <a:pt x="128608" y="190500"/>
                </a:lnTo>
                <a:lnTo>
                  <a:pt x="129098" y="191163"/>
                </a:lnTo>
                <a:lnTo>
                  <a:pt x="129662" y="191798"/>
                </a:lnTo>
                <a:lnTo>
                  <a:pt x="130302" y="192405"/>
                </a:lnTo>
                <a:lnTo>
                  <a:pt x="130989" y="192965"/>
                </a:lnTo>
                <a:lnTo>
                  <a:pt x="131695" y="193458"/>
                </a:lnTo>
                <a:lnTo>
                  <a:pt x="132418" y="193887"/>
                </a:lnTo>
                <a:lnTo>
                  <a:pt x="133161" y="194249"/>
                </a:lnTo>
                <a:lnTo>
                  <a:pt x="133923" y="194545"/>
                </a:lnTo>
                <a:lnTo>
                  <a:pt x="134704" y="194776"/>
                </a:lnTo>
                <a:lnTo>
                  <a:pt x="135505" y="194941"/>
                </a:lnTo>
                <a:lnTo>
                  <a:pt x="136323" y="195039"/>
                </a:lnTo>
                <a:lnTo>
                  <a:pt x="137160" y="195072"/>
                </a:lnTo>
                <a:lnTo>
                  <a:pt x="137997" y="195043"/>
                </a:lnTo>
                <a:lnTo>
                  <a:pt x="138815" y="194959"/>
                </a:lnTo>
                <a:lnTo>
                  <a:pt x="139616" y="194818"/>
                </a:lnTo>
                <a:lnTo>
                  <a:pt x="140397" y="194621"/>
                </a:lnTo>
                <a:lnTo>
                  <a:pt x="141159" y="194366"/>
                </a:lnTo>
                <a:lnTo>
                  <a:pt x="141902" y="194056"/>
                </a:lnTo>
                <a:lnTo>
                  <a:pt x="142625" y="193689"/>
                </a:lnTo>
                <a:lnTo>
                  <a:pt x="143331" y="193266"/>
                </a:lnTo>
                <a:lnTo>
                  <a:pt x="144018" y="192786"/>
                </a:lnTo>
                <a:lnTo>
                  <a:pt x="163068" y="172974"/>
                </a:lnTo>
                <a:lnTo>
                  <a:pt x="164827" y="171069"/>
                </a:lnTo>
                <a:lnTo>
                  <a:pt x="166380" y="169079"/>
                </a:lnTo>
                <a:lnTo>
                  <a:pt x="167725" y="167005"/>
                </a:lnTo>
                <a:lnTo>
                  <a:pt x="168863" y="164846"/>
                </a:lnTo>
                <a:lnTo>
                  <a:pt x="169795" y="162602"/>
                </a:lnTo>
                <a:lnTo>
                  <a:pt x="170518" y="160274"/>
                </a:lnTo>
                <a:lnTo>
                  <a:pt x="171036" y="157861"/>
                </a:lnTo>
                <a:lnTo>
                  <a:pt x="171346" y="155363"/>
                </a:lnTo>
                <a:lnTo>
                  <a:pt x="171450" y="152781"/>
                </a:lnTo>
                <a:lnTo>
                  <a:pt x="171346" y="150199"/>
                </a:lnTo>
                <a:lnTo>
                  <a:pt x="171036" y="147701"/>
                </a:lnTo>
                <a:lnTo>
                  <a:pt x="170518" y="145288"/>
                </a:lnTo>
                <a:lnTo>
                  <a:pt x="169795" y="142960"/>
                </a:lnTo>
                <a:lnTo>
                  <a:pt x="168863" y="140716"/>
                </a:lnTo>
                <a:lnTo>
                  <a:pt x="167725" y="138557"/>
                </a:lnTo>
                <a:lnTo>
                  <a:pt x="166380" y="136483"/>
                </a:lnTo>
                <a:lnTo>
                  <a:pt x="164827" y="134493"/>
                </a:lnTo>
                <a:lnTo>
                  <a:pt x="163068" y="132588"/>
                </a:lnTo>
                <a:close/>
                <a:moveTo>
                  <a:pt x="209550" y="99822"/>
                </a:moveTo>
                <a:lnTo>
                  <a:pt x="209550" y="180594"/>
                </a:lnTo>
                <a:lnTo>
                  <a:pt x="209470" y="183450"/>
                </a:lnTo>
                <a:lnTo>
                  <a:pt x="209230" y="186258"/>
                </a:lnTo>
                <a:lnTo>
                  <a:pt x="208830" y="189018"/>
                </a:lnTo>
                <a:lnTo>
                  <a:pt x="208271" y="191733"/>
                </a:lnTo>
                <a:lnTo>
                  <a:pt x="207551" y="194400"/>
                </a:lnTo>
                <a:lnTo>
                  <a:pt x="206672" y="197019"/>
                </a:lnTo>
                <a:lnTo>
                  <a:pt x="205631" y="199593"/>
                </a:lnTo>
                <a:lnTo>
                  <a:pt x="204432" y="202119"/>
                </a:lnTo>
                <a:lnTo>
                  <a:pt x="203073" y="204597"/>
                </a:lnTo>
                <a:lnTo>
                  <a:pt x="201578" y="206996"/>
                </a:lnTo>
                <a:lnTo>
                  <a:pt x="199969" y="209282"/>
                </a:lnTo>
                <a:lnTo>
                  <a:pt x="198247" y="211455"/>
                </a:lnTo>
                <a:lnTo>
                  <a:pt x="196412" y="213515"/>
                </a:lnTo>
                <a:lnTo>
                  <a:pt x="194465" y="215462"/>
                </a:lnTo>
                <a:lnTo>
                  <a:pt x="192405" y="217297"/>
                </a:lnTo>
                <a:lnTo>
                  <a:pt x="190232" y="219019"/>
                </a:lnTo>
                <a:lnTo>
                  <a:pt x="187946" y="220628"/>
                </a:lnTo>
                <a:lnTo>
                  <a:pt x="185547" y="222123"/>
                </a:lnTo>
                <a:lnTo>
                  <a:pt x="183069" y="223482"/>
                </a:lnTo>
                <a:lnTo>
                  <a:pt x="180543" y="224681"/>
                </a:lnTo>
                <a:lnTo>
                  <a:pt x="177969" y="225722"/>
                </a:lnTo>
                <a:lnTo>
                  <a:pt x="175350" y="226601"/>
                </a:lnTo>
                <a:lnTo>
                  <a:pt x="172683" y="227321"/>
                </a:lnTo>
                <a:lnTo>
                  <a:pt x="169968" y="227880"/>
                </a:lnTo>
                <a:lnTo>
                  <a:pt x="167208" y="228280"/>
                </a:lnTo>
                <a:lnTo>
                  <a:pt x="164400" y="228520"/>
                </a:lnTo>
                <a:lnTo>
                  <a:pt x="161544" y="228600"/>
                </a:lnTo>
                <a:lnTo>
                  <a:pt x="67056" y="228600"/>
                </a:lnTo>
                <a:lnTo>
                  <a:pt x="64200" y="228520"/>
                </a:lnTo>
                <a:lnTo>
                  <a:pt x="61392" y="228280"/>
                </a:lnTo>
                <a:lnTo>
                  <a:pt x="58632" y="227880"/>
                </a:lnTo>
                <a:lnTo>
                  <a:pt x="55917" y="227321"/>
                </a:lnTo>
                <a:lnTo>
                  <a:pt x="53250" y="226601"/>
                </a:lnTo>
                <a:lnTo>
                  <a:pt x="50631" y="225722"/>
                </a:lnTo>
                <a:lnTo>
                  <a:pt x="48057" y="224681"/>
                </a:lnTo>
                <a:lnTo>
                  <a:pt x="45531" y="223482"/>
                </a:lnTo>
                <a:lnTo>
                  <a:pt x="43053" y="222123"/>
                </a:lnTo>
                <a:lnTo>
                  <a:pt x="40654" y="220628"/>
                </a:lnTo>
                <a:lnTo>
                  <a:pt x="38368" y="219019"/>
                </a:lnTo>
                <a:lnTo>
                  <a:pt x="36195" y="217297"/>
                </a:lnTo>
                <a:lnTo>
                  <a:pt x="34135" y="215462"/>
                </a:lnTo>
                <a:lnTo>
                  <a:pt x="32188" y="213515"/>
                </a:lnTo>
                <a:lnTo>
                  <a:pt x="30353" y="211455"/>
                </a:lnTo>
                <a:lnTo>
                  <a:pt x="28631" y="209282"/>
                </a:lnTo>
                <a:lnTo>
                  <a:pt x="27022" y="206996"/>
                </a:lnTo>
                <a:lnTo>
                  <a:pt x="25527" y="204597"/>
                </a:lnTo>
                <a:lnTo>
                  <a:pt x="24168" y="202119"/>
                </a:lnTo>
                <a:lnTo>
                  <a:pt x="22969" y="199593"/>
                </a:lnTo>
                <a:lnTo>
                  <a:pt x="21928" y="197019"/>
                </a:lnTo>
                <a:lnTo>
                  <a:pt x="21049" y="194400"/>
                </a:lnTo>
                <a:lnTo>
                  <a:pt x="20329" y="191733"/>
                </a:lnTo>
                <a:lnTo>
                  <a:pt x="19770" y="189018"/>
                </a:lnTo>
                <a:lnTo>
                  <a:pt x="19370" y="186258"/>
                </a:lnTo>
                <a:lnTo>
                  <a:pt x="19130" y="183450"/>
                </a:lnTo>
                <a:lnTo>
                  <a:pt x="19050" y="180594"/>
                </a:lnTo>
                <a:lnTo>
                  <a:pt x="19050" y="47244"/>
                </a:lnTo>
                <a:lnTo>
                  <a:pt x="19130" y="44548"/>
                </a:lnTo>
                <a:lnTo>
                  <a:pt x="19370" y="41881"/>
                </a:lnTo>
                <a:lnTo>
                  <a:pt x="19770" y="39243"/>
                </a:lnTo>
                <a:lnTo>
                  <a:pt x="20329" y="36632"/>
                </a:lnTo>
                <a:lnTo>
                  <a:pt x="21049" y="34050"/>
                </a:lnTo>
                <a:lnTo>
                  <a:pt x="21928" y="31496"/>
                </a:lnTo>
                <a:lnTo>
                  <a:pt x="22969" y="28970"/>
                </a:lnTo>
                <a:lnTo>
                  <a:pt x="24168" y="26473"/>
                </a:lnTo>
                <a:lnTo>
                  <a:pt x="25527" y="24003"/>
                </a:lnTo>
                <a:lnTo>
                  <a:pt x="27022" y="21604"/>
                </a:lnTo>
                <a:lnTo>
                  <a:pt x="28631" y="19318"/>
                </a:lnTo>
                <a:lnTo>
                  <a:pt x="30353" y="17145"/>
                </a:lnTo>
                <a:lnTo>
                  <a:pt x="32188" y="15085"/>
                </a:lnTo>
                <a:lnTo>
                  <a:pt x="34135" y="13138"/>
                </a:lnTo>
                <a:lnTo>
                  <a:pt x="36195" y="11303"/>
                </a:lnTo>
                <a:lnTo>
                  <a:pt x="38368" y="9581"/>
                </a:lnTo>
                <a:lnTo>
                  <a:pt x="40654" y="7972"/>
                </a:lnTo>
                <a:lnTo>
                  <a:pt x="43053" y="6477"/>
                </a:lnTo>
                <a:lnTo>
                  <a:pt x="45523" y="5118"/>
                </a:lnTo>
                <a:lnTo>
                  <a:pt x="48020" y="3919"/>
                </a:lnTo>
                <a:lnTo>
                  <a:pt x="50546" y="2878"/>
                </a:lnTo>
                <a:lnTo>
                  <a:pt x="53100" y="1999"/>
                </a:lnTo>
                <a:lnTo>
                  <a:pt x="55682" y="1279"/>
                </a:lnTo>
                <a:lnTo>
                  <a:pt x="58293" y="720"/>
                </a:lnTo>
                <a:lnTo>
                  <a:pt x="60931" y="320"/>
                </a:lnTo>
                <a:lnTo>
                  <a:pt x="63598" y="80"/>
                </a:lnTo>
                <a:lnTo>
                  <a:pt x="66294" y="0"/>
                </a:lnTo>
                <a:lnTo>
                  <a:pt x="109728" y="0"/>
                </a:lnTo>
                <a:lnTo>
                  <a:pt x="112597" y="61"/>
                </a:lnTo>
                <a:lnTo>
                  <a:pt x="115448" y="245"/>
                </a:lnTo>
                <a:lnTo>
                  <a:pt x="118280" y="551"/>
                </a:lnTo>
                <a:lnTo>
                  <a:pt x="121092" y="978"/>
                </a:lnTo>
                <a:lnTo>
                  <a:pt x="123886" y="1529"/>
                </a:lnTo>
                <a:lnTo>
                  <a:pt x="126662" y="2201"/>
                </a:lnTo>
                <a:lnTo>
                  <a:pt x="129418" y="2997"/>
                </a:lnTo>
                <a:lnTo>
                  <a:pt x="132156" y="3914"/>
                </a:lnTo>
                <a:lnTo>
                  <a:pt x="134874" y="4953"/>
                </a:lnTo>
                <a:lnTo>
                  <a:pt x="137555" y="6115"/>
                </a:lnTo>
                <a:lnTo>
                  <a:pt x="140179" y="7399"/>
                </a:lnTo>
                <a:lnTo>
                  <a:pt x="142748" y="8805"/>
                </a:lnTo>
                <a:lnTo>
                  <a:pt x="145260" y="10334"/>
                </a:lnTo>
                <a:lnTo>
                  <a:pt x="147715" y="11985"/>
                </a:lnTo>
                <a:lnTo>
                  <a:pt x="150114" y="13758"/>
                </a:lnTo>
                <a:lnTo>
                  <a:pt x="152456" y="15654"/>
                </a:lnTo>
                <a:lnTo>
                  <a:pt x="154742" y="17672"/>
                </a:lnTo>
                <a:lnTo>
                  <a:pt x="156972" y="19812"/>
                </a:lnTo>
                <a:lnTo>
                  <a:pt x="189738" y="52578"/>
                </a:lnTo>
                <a:lnTo>
                  <a:pt x="191878" y="54808"/>
                </a:lnTo>
                <a:lnTo>
                  <a:pt x="193896" y="57094"/>
                </a:lnTo>
                <a:lnTo>
                  <a:pt x="195792" y="59436"/>
                </a:lnTo>
                <a:lnTo>
                  <a:pt x="197565" y="61835"/>
                </a:lnTo>
                <a:lnTo>
                  <a:pt x="199216" y="64290"/>
                </a:lnTo>
                <a:lnTo>
                  <a:pt x="200745" y="66802"/>
                </a:lnTo>
                <a:lnTo>
                  <a:pt x="202151" y="69371"/>
                </a:lnTo>
                <a:lnTo>
                  <a:pt x="203435" y="71995"/>
                </a:lnTo>
                <a:lnTo>
                  <a:pt x="204597" y="74676"/>
                </a:lnTo>
                <a:lnTo>
                  <a:pt x="205636" y="77394"/>
                </a:lnTo>
                <a:lnTo>
                  <a:pt x="206553" y="80132"/>
                </a:lnTo>
                <a:lnTo>
                  <a:pt x="207349" y="82888"/>
                </a:lnTo>
                <a:lnTo>
                  <a:pt x="208021" y="85664"/>
                </a:lnTo>
                <a:lnTo>
                  <a:pt x="208572" y="88458"/>
                </a:lnTo>
                <a:lnTo>
                  <a:pt x="208999" y="91270"/>
                </a:lnTo>
                <a:lnTo>
                  <a:pt x="209305" y="94102"/>
                </a:lnTo>
                <a:lnTo>
                  <a:pt x="209489" y="96953"/>
                </a:lnTo>
                <a:lnTo>
                  <a:pt x="209550" y="99822"/>
                </a:lnTo>
                <a:close/>
                <a:moveTo>
                  <a:pt x="143256" y="32766"/>
                </a:moveTo>
                <a:lnTo>
                  <a:pt x="142230" y="31769"/>
                </a:lnTo>
                <a:lnTo>
                  <a:pt x="141186" y="30810"/>
                </a:lnTo>
                <a:lnTo>
                  <a:pt x="140123" y="29888"/>
                </a:lnTo>
                <a:lnTo>
                  <a:pt x="139041" y="29003"/>
                </a:lnTo>
                <a:lnTo>
                  <a:pt x="137941" y="28156"/>
                </a:lnTo>
                <a:lnTo>
                  <a:pt x="136821" y="27347"/>
                </a:lnTo>
                <a:lnTo>
                  <a:pt x="135683" y="26576"/>
                </a:lnTo>
                <a:lnTo>
                  <a:pt x="134526" y="25842"/>
                </a:lnTo>
                <a:lnTo>
                  <a:pt x="133350" y="25146"/>
                </a:lnTo>
                <a:lnTo>
                  <a:pt x="133350" y="66294"/>
                </a:lnTo>
                <a:lnTo>
                  <a:pt x="133383" y="67287"/>
                </a:lnTo>
                <a:lnTo>
                  <a:pt x="133481" y="68232"/>
                </a:lnTo>
                <a:lnTo>
                  <a:pt x="133646" y="69131"/>
                </a:lnTo>
                <a:lnTo>
                  <a:pt x="133877" y="69982"/>
                </a:lnTo>
                <a:lnTo>
                  <a:pt x="134173" y="70786"/>
                </a:lnTo>
                <a:lnTo>
                  <a:pt x="134535" y="71543"/>
                </a:lnTo>
                <a:lnTo>
                  <a:pt x="134964" y="72254"/>
                </a:lnTo>
                <a:lnTo>
                  <a:pt x="135457" y="72917"/>
                </a:lnTo>
                <a:lnTo>
                  <a:pt x="136017" y="73533"/>
                </a:lnTo>
                <a:lnTo>
                  <a:pt x="136633" y="74093"/>
                </a:lnTo>
                <a:lnTo>
                  <a:pt x="137296" y="74586"/>
                </a:lnTo>
                <a:lnTo>
                  <a:pt x="138007" y="75015"/>
                </a:lnTo>
                <a:lnTo>
                  <a:pt x="138764" y="75377"/>
                </a:lnTo>
                <a:lnTo>
                  <a:pt x="139568" y="75673"/>
                </a:lnTo>
                <a:lnTo>
                  <a:pt x="140419" y="75904"/>
                </a:lnTo>
                <a:lnTo>
                  <a:pt x="141318" y="76069"/>
                </a:lnTo>
                <a:lnTo>
                  <a:pt x="142263" y="76167"/>
                </a:lnTo>
                <a:lnTo>
                  <a:pt x="143256" y="76200"/>
                </a:lnTo>
                <a:lnTo>
                  <a:pt x="184404" y="76200"/>
                </a:lnTo>
                <a:lnTo>
                  <a:pt x="183708" y="75024"/>
                </a:lnTo>
                <a:lnTo>
                  <a:pt x="182974" y="73867"/>
                </a:lnTo>
                <a:lnTo>
                  <a:pt x="182203" y="72729"/>
                </a:lnTo>
                <a:lnTo>
                  <a:pt x="181394" y="71609"/>
                </a:lnTo>
                <a:lnTo>
                  <a:pt x="180547" y="70509"/>
                </a:lnTo>
                <a:lnTo>
                  <a:pt x="179662" y="69427"/>
                </a:lnTo>
                <a:lnTo>
                  <a:pt x="178740" y="68364"/>
                </a:lnTo>
                <a:lnTo>
                  <a:pt x="177781" y="67320"/>
                </a:lnTo>
                <a:lnTo>
                  <a:pt x="176784" y="66294"/>
                </a:lnTo>
                <a:close/>
                <a:moveTo>
                  <a:pt x="190500" y="99822"/>
                </a:moveTo>
                <a:lnTo>
                  <a:pt x="190500" y="99314"/>
                </a:lnTo>
                <a:lnTo>
                  <a:pt x="190500" y="98806"/>
                </a:lnTo>
                <a:lnTo>
                  <a:pt x="190500" y="98298"/>
                </a:lnTo>
                <a:lnTo>
                  <a:pt x="190500" y="97790"/>
                </a:lnTo>
                <a:lnTo>
                  <a:pt x="190500" y="97282"/>
                </a:lnTo>
                <a:lnTo>
                  <a:pt x="190500" y="96774"/>
                </a:lnTo>
                <a:lnTo>
                  <a:pt x="190500" y="96266"/>
                </a:lnTo>
                <a:lnTo>
                  <a:pt x="190500" y="95758"/>
                </a:lnTo>
                <a:lnTo>
                  <a:pt x="190500" y="95250"/>
                </a:lnTo>
                <a:lnTo>
                  <a:pt x="143256" y="95250"/>
                </a:lnTo>
                <a:lnTo>
                  <a:pt x="140594" y="95146"/>
                </a:lnTo>
                <a:lnTo>
                  <a:pt x="138026" y="94836"/>
                </a:lnTo>
                <a:lnTo>
                  <a:pt x="135551" y="94318"/>
                </a:lnTo>
                <a:lnTo>
                  <a:pt x="133171" y="93595"/>
                </a:lnTo>
                <a:lnTo>
                  <a:pt x="130885" y="92663"/>
                </a:lnTo>
                <a:lnTo>
                  <a:pt x="128693" y="91525"/>
                </a:lnTo>
                <a:lnTo>
                  <a:pt x="126596" y="90180"/>
                </a:lnTo>
                <a:lnTo>
                  <a:pt x="124592" y="88627"/>
                </a:lnTo>
                <a:lnTo>
                  <a:pt x="122682" y="86868"/>
                </a:lnTo>
                <a:lnTo>
                  <a:pt x="120923" y="84968"/>
                </a:lnTo>
                <a:lnTo>
                  <a:pt x="119370" y="82992"/>
                </a:lnTo>
                <a:lnTo>
                  <a:pt x="118025" y="80942"/>
                </a:lnTo>
                <a:lnTo>
                  <a:pt x="116887" y="78816"/>
                </a:lnTo>
                <a:lnTo>
                  <a:pt x="115955" y="76614"/>
                </a:lnTo>
                <a:lnTo>
                  <a:pt x="115232" y="74337"/>
                </a:lnTo>
                <a:lnTo>
                  <a:pt x="114714" y="71985"/>
                </a:lnTo>
                <a:lnTo>
                  <a:pt x="114404" y="69558"/>
                </a:lnTo>
                <a:lnTo>
                  <a:pt x="114300" y="67056"/>
                </a:lnTo>
                <a:lnTo>
                  <a:pt x="114300" y="19050"/>
                </a:lnTo>
                <a:lnTo>
                  <a:pt x="67056" y="19050"/>
                </a:lnTo>
                <a:lnTo>
                  <a:pt x="64394" y="19154"/>
                </a:lnTo>
                <a:lnTo>
                  <a:pt x="61826" y="19464"/>
                </a:lnTo>
                <a:lnTo>
                  <a:pt x="59351" y="19982"/>
                </a:lnTo>
                <a:lnTo>
                  <a:pt x="56971" y="20705"/>
                </a:lnTo>
                <a:lnTo>
                  <a:pt x="54685" y="21637"/>
                </a:lnTo>
                <a:lnTo>
                  <a:pt x="52493" y="22775"/>
                </a:lnTo>
                <a:lnTo>
                  <a:pt x="50396" y="24120"/>
                </a:lnTo>
                <a:lnTo>
                  <a:pt x="48392" y="25673"/>
                </a:lnTo>
                <a:lnTo>
                  <a:pt x="46482" y="27432"/>
                </a:lnTo>
                <a:lnTo>
                  <a:pt x="44723" y="29342"/>
                </a:lnTo>
                <a:lnTo>
                  <a:pt x="43170" y="31346"/>
                </a:lnTo>
                <a:lnTo>
                  <a:pt x="41825" y="33443"/>
                </a:lnTo>
                <a:lnTo>
                  <a:pt x="40687" y="35635"/>
                </a:lnTo>
                <a:lnTo>
                  <a:pt x="39755" y="37921"/>
                </a:lnTo>
                <a:lnTo>
                  <a:pt x="39032" y="40301"/>
                </a:lnTo>
                <a:lnTo>
                  <a:pt x="38514" y="42776"/>
                </a:lnTo>
                <a:lnTo>
                  <a:pt x="38204" y="45344"/>
                </a:lnTo>
                <a:lnTo>
                  <a:pt x="38100" y="48006"/>
                </a:lnTo>
                <a:lnTo>
                  <a:pt x="38100" y="180594"/>
                </a:lnTo>
                <a:lnTo>
                  <a:pt x="38204" y="183256"/>
                </a:lnTo>
                <a:lnTo>
                  <a:pt x="38514" y="185824"/>
                </a:lnTo>
                <a:lnTo>
                  <a:pt x="39032" y="188299"/>
                </a:lnTo>
                <a:lnTo>
                  <a:pt x="39755" y="190679"/>
                </a:lnTo>
                <a:lnTo>
                  <a:pt x="40687" y="192965"/>
                </a:lnTo>
                <a:lnTo>
                  <a:pt x="41825" y="195157"/>
                </a:lnTo>
                <a:lnTo>
                  <a:pt x="43170" y="197254"/>
                </a:lnTo>
                <a:lnTo>
                  <a:pt x="44723" y="199258"/>
                </a:lnTo>
                <a:lnTo>
                  <a:pt x="46482" y="201168"/>
                </a:lnTo>
                <a:lnTo>
                  <a:pt x="48392" y="202927"/>
                </a:lnTo>
                <a:lnTo>
                  <a:pt x="50396" y="204480"/>
                </a:lnTo>
                <a:lnTo>
                  <a:pt x="52493" y="205825"/>
                </a:lnTo>
                <a:lnTo>
                  <a:pt x="54685" y="206963"/>
                </a:lnTo>
                <a:lnTo>
                  <a:pt x="56971" y="207895"/>
                </a:lnTo>
                <a:lnTo>
                  <a:pt x="59351" y="208618"/>
                </a:lnTo>
                <a:lnTo>
                  <a:pt x="61826" y="209136"/>
                </a:lnTo>
                <a:lnTo>
                  <a:pt x="64394" y="209446"/>
                </a:lnTo>
                <a:lnTo>
                  <a:pt x="67056" y="209550"/>
                </a:lnTo>
                <a:lnTo>
                  <a:pt x="162306" y="209550"/>
                </a:lnTo>
                <a:lnTo>
                  <a:pt x="164808" y="209446"/>
                </a:lnTo>
                <a:lnTo>
                  <a:pt x="167235" y="209136"/>
                </a:lnTo>
                <a:lnTo>
                  <a:pt x="169587" y="208618"/>
                </a:lnTo>
                <a:lnTo>
                  <a:pt x="171864" y="207895"/>
                </a:lnTo>
                <a:lnTo>
                  <a:pt x="174066" y="206963"/>
                </a:lnTo>
                <a:lnTo>
                  <a:pt x="176192" y="205825"/>
                </a:lnTo>
                <a:lnTo>
                  <a:pt x="178242" y="204480"/>
                </a:lnTo>
                <a:lnTo>
                  <a:pt x="180218" y="202927"/>
                </a:lnTo>
                <a:lnTo>
                  <a:pt x="182118" y="201168"/>
                </a:lnTo>
                <a:lnTo>
                  <a:pt x="183877" y="199258"/>
                </a:lnTo>
                <a:lnTo>
                  <a:pt x="185430" y="197254"/>
                </a:lnTo>
                <a:lnTo>
                  <a:pt x="186775" y="195157"/>
                </a:lnTo>
                <a:lnTo>
                  <a:pt x="187913" y="192965"/>
                </a:lnTo>
                <a:lnTo>
                  <a:pt x="188845" y="190679"/>
                </a:lnTo>
                <a:lnTo>
                  <a:pt x="189568" y="188299"/>
                </a:lnTo>
                <a:lnTo>
                  <a:pt x="190086" y="185824"/>
                </a:lnTo>
                <a:lnTo>
                  <a:pt x="190396" y="183256"/>
                </a:lnTo>
                <a:lnTo>
                  <a:pt x="190500" y="180594"/>
                </a:lnTo>
                <a:close/>
              </a:path>
            </a:pathLst>
          </a:custGeom>
          <a:solidFill>
            <a:srgbClr val="C19B4A"/>
          </a:solidFill>
          <a:ln w="0">
            <a:noFill/>
          </a:ln>
        </p:spPr>
      </p:sp>
      <p:sp>
        <p:nvSpPr>
          <p:cNvPr id="39" name="手繪多邊形: 圖案 38">
            <a:extLst>
              <a:ext uri="{FF2B5EF4-FFF2-40B4-BE49-F238E27FC236}">
                <a16:creationId xmlns:a16="http://schemas.microsoft.com/office/drawing/2014/main" id="{64B2D87C-A380-4FC4-AB7B-660B6461F791}"/>
              </a:ext>
            </a:extLst>
          </p:cNvPr>
          <p:cNvSpPr>
            <a:spLocks noGrp="1"/>
          </p:cNvSpPr>
          <p:nvPr/>
        </p:nvSpPr>
        <p:spPr>
          <a:xfrm>
            <a:off x="9429750" y="3590925"/>
            <a:ext cx="514350" cy="51435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114300" y="76200"/>
                </a:moveTo>
                <a:lnTo>
                  <a:pt x="110805" y="76336"/>
                </a:lnTo>
                <a:lnTo>
                  <a:pt x="107432" y="76746"/>
                </a:lnTo>
                <a:lnTo>
                  <a:pt x="104183" y="77428"/>
                </a:lnTo>
                <a:lnTo>
                  <a:pt x="101055" y="78382"/>
                </a:lnTo>
                <a:lnTo>
                  <a:pt x="98048" y="79610"/>
                </a:lnTo>
                <a:lnTo>
                  <a:pt x="95165" y="81111"/>
                </a:lnTo>
                <a:lnTo>
                  <a:pt x="92404" y="82884"/>
                </a:lnTo>
                <a:lnTo>
                  <a:pt x="89766" y="84930"/>
                </a:lnTo>
                <a:lnTo>
                  <a:pt x="87249" y="87249"/>
                </a:lnTo>
                <a:lnTo>
                  <a:pt x="84930" y="89766"/>
                </a:lnTo>
                <a:lnTo>
                  <a:pt x="82884" y="92404"/>
                </a:lnTo>
                <a:lnTo>
                  <a:pt x="81111" y="95165"/>
                </a:lnTo>
                <a:lnTo>
                  <a:pt x="79610" y="98048"/>
                </a:lnTo>
                <a:lnTo>
                  <a:pt x="78382" y="101055"/>
                </a:lnTo>
                <a:lnTo>
                  <a:pt x="77428" y="104183"/>
                </a:lnTo>
                <a:lnTo>
                  <a:pt x="76746" y="107432"/>
                </a:lnTo>
                <a:lnTo>
                  <a:pt x="76336" y="110805"/>
                </a:lnTo>
                <a:lnTo>
                  <a:pt x="76200" y="114300"/>
                </a:lnTo>
                <a:lnTo>
                  <a:pt x="76336" y="117795"/>
                </a:lnTo>
                <a:lnTo>
                  <a:pt x="76746" y="121168"/>
                </a:lnTo>
                <a:lnTo>
                  <a:pt x="77428" y="124417"/>
                </a:lnTo>
                <a:lnTo>
                  <a:pt x="78382" y="127545"/>
                </a:lnTo>
                <a:lnTo>
                  <a:pt x="79610" y="130552"/>
                </a:lnTo>
                <a:lnTo>
                  <a:pt x="81111" y="133435"/>
                </a:lnTo>
                <a:lnTo>
                  <a:pt x="82884" y="136196"/>
                </a:lnTo>
                <a:lnTo>
                  <a:pt x="84930" y="138834"/>
                </a:lnTo>
                <a:lnTo>
                  <a:pt x="87249" y="141351"/>
                </a:lnTo>
                <a:lnTo>
                  <a:pt x="89766" y="143670"/>
                </a:lnTo>
                <a:lnTo>
                  <a:pt x="92404" y="145716"/>
                </a:lnTo>
                <a:lnTo>
                  <a:pt x="95165" y="147489"/>
                </a:lnTo>
                <a:lnTo>
                  <a:pt x="98048" y="148990"/>
                </a:lnTo>
                <a:lnTo>
                  <a:pt x="101055" y="150218"/>
                </a:lnTo>
                <a:lnTo>
                  <a:pt x="104183" y="151172"/>
                </a:lnTo>
                <a:lnTo>
                  <a:pt x="107432" y="151854"/>
                </a:lnTo>
                <a:lnTo>
                  <a:pt x="110805" y="152264"/>
                </a:lnTo>
                <a:lnTo>
                  <a:pt x="114300" y="152400"/>
                </a:lnTo>
                <a:lnTo>
                  <a:pt x="117795" y="152264"/>
                </a:lnTo>
                <a:lnTo>
                  <a:pt x="121168" y="151854"/>
                </a:lnTo>
                <a:lnTo>
                  <a:pt x="124417" y="151172"/>
                </a:lnTo>
                <a:lnTo>
                  <a:pt x="127545" y="150218"/>
                </a:lnTo>
                <a:lnTo>
                  <a:pt x="130552" y="148990"/>
                </a:lnTo>
                <a:lnTo>
                  <a:pt x="133435" y="147489"/>
                </a:lnTo>
                <a:lnTo>
                  <a:pt x="136196" y="145716"/>
                </a:lnTo>
                <a:lnTo>
                  <a:pt x="138834" y="143670"/>
                </a:lnTo>
                <a:lnTo>
                  <a:pt x="141351" y="141351"/>
                </a:lnTo>
                <a:lnTo>
                  <a:pt x="143670" y="138834"/>
                </a:lnTo>
                <a:lnTo>
                  <a:pt x="145716" y="136196"/>
                </a:lnTo>
                <a:lnTo>
                  <a:pt x="147489" y="133435"/>
                </a:lnTo>
                <a:lnTo>
                  <a:pt x="148990" y="130552"/>
                </a:lnTo>
                <a:lnTo>
                  <a:pt x="150218" y="127545"/>
                </a:lnTo>
                <a:lnTo>
                  <a:pt x="151172" y="124417"/>
                </a:lnTo>
                <a:lnTo>
                  <a:pt x="151854" y="121168"/>
                </a:lnTo>
                <a:lnTo>
                  <a:pt x="152264" y="117795"/>
                </a:lnTo>
                <a:lnTo>
                  <a:pt x="152400" y="114300"/>
                </a:lnTo>
                <a:lnTo>
                  <a:pt x="152264" y="110805"/>
                </a:lnTo>
                <a:lnTo>
                  <a:pt x="151854" y="107432"/>
                </a:lnTo>
                <a:lnTo>
                  <a:pt x="151172" y="104183"/>
                </a:lnTo>
                <a:lnTo>
                  <a:pt x="150218" y="101055"/>
                </a:lnTo>
                <a:lnTo>
                  <a:pt x="148990" y="98048"/>
                </a:lnTo>
                <a:lnTo>
                  <a:pt x="147489" y="95165"/>
                </a:lnTo>
                <a:lnTo>
                  <a:pt x="145716" y="92404"/>
                </a:lnTo>
                <a:lnTo>
                  <a:pt x="143670" y="89766"/>
                </a:lnTo>
                <a:lnTo>
                  <a:pt x="141351" y="87249"/>
                </a:lnTo>
                <a:lnTo>
                  <a:pt x="138834" y="84930"/>
                </a:lnTo>
                <a:lnTo>
                  <a:pt x="136196" y="82884"/>
                </a:lnTo>
                <a:lnTo>
                  <a:pt x="133435" y="81111"/>
                </a:lnTo>
                <a:lnTo>
                  <a:pt x="130552" y="79610"/>
                </a:lnTo>
                <a:lnTo>
                  <a:pt x="127545" y="78382"/>
                </a:lnTo>
                <a:lnTo>
                  <a:pt x="124417" y="77428"/>
                </a:lnTo>
                <a:lnTo>
                  <a:pt x="121168" y="76746"/>
                </a:lnTo>
                <a:lnTo>
                  <a:pt x="117795" y="76336"/>
                </a:lnTo>
                <a:lnTo>
                  <a:pt x="114300" y="76200"/>
                </a:lnTo>
                <a:close/>
                <a:moveTo>
                  <a:pt x="114300" y="133350"/>
                </a:moveTo>
                <a:lnTo>
                  <a:pt x="112630" y="133280"/>
                </a:lnTo>
                <a:lnTo>
                  <a:pt x="111007" y="133068"/>
                </a:lnTo>
                <a:lnTo>
                  <a:pt x="109432" y="132715"/>
                </a:lnTo>
                <a:lnTo>
                  <a:pt x="107903" y="132221"/>
                </a:lnTo>
                <a:lnTo>
                  <a:pt x="106421" y="131586"/>
                </a:lnTo>
                <a:lnTo>
                  <a:pt x="104986" y="130810"/>
                </a:lnTo>
                <a:lnTo>
                  <a:pt x="103599" y="129892"/>
                </a:lnTo>
                <a:lnTo>
                  <a:pt x="102258" y="128834"/>
                </a:lnTo>
                <a:lnTo>
                  <a:pt x="100965" y="127635"/>
                </a:lnTo>
                <a:lnTo>
                  <a:pt x="99766" y="126342"/>
                </a:lnTo>
                <a:lnTo>
                  <a:pt x="98708" y="125001"/>
                </a:lnTo>
                <a:lnTo>
                  <a:pt x="97790" y="123614"/>
                </a:lnTo>
                <a:lnTo>
                  <a:pt x="97014" y="122179"/>
                </a:lnTo>
                <a:lnTo>
                  <a:pt x="96379" y="120697"/>
                </a:lnTo>
                <a:lnTo>
                  <a:pt x="95885" y="119168"/>
                </a:lnTo>
                <a:lnTo>
                  <a:pt x="95532" y="117593"/>
                </a:lnTo>
                <a:lnTo>
                  <a:pt x="95320" y="115970"/>
                </a:lnTo>
                <a:lnTo>
                  <a:pt x="95250" y="114300"/>
                </a:lnTo>
                <a:lnTo>
                  <a:pt x="95320" y="112630"/>
                </a:lnTo>
                <a:lnTo>
                  <a:pt x="95532" y="111007"/>
                </a:lnTo>
                <a:lnTo>
                  <a:pt x="95885" y="109432"/>
                </a:lnTo>
                <a:lnTo>
                  <a:pt x="96379" y="107903"/>
                </a:lnTo>
                <a:lnTo>
                  <a:pt x="97014" y="106421"/>
                </a:lnTo>
                <a:lnTo>
                  <a:pt x="97790" y="104986"/>
                </a:lnTo>
                <a:lnTo>
                  <a:pt x="98708" y="103599"/>
                </a:lnTo>
                <a:lnTo>
                  <a:pt x="99766" y="102258"/>
                </a:lnTo>
                <a:lnTo>
                  <a:pt x="100965" y="100965"/>
                </a:lnTo>
                <a:lnTo>
                  <a:pt x="102258" y="99766"/>
                </a:lnTo>
                <a:lnTo>
                  <a:pt x="103599" y="98708"/>
                </a:lnTo>
                <a:lnTo>
                  <a:pt x="104986" y="97790"/>
                </a:lnTo>
                <a:lnTo>
                  <a:pt x="106421" y="97014"/>
                </a:lnTo>
                <a:lnTo>
                  <a:pt x="107903" y="96379"/>
                </a:lnTo>
                <a:lnTo>
                  <a:pt x="109432" y="95885"/>
                </a:lnTo>
                <a:lnTo>
                  <a:pt x="111007" y="95532"/>
                </a:lnTo>
                <a:lnTo>
                  <a:pt x="112630" y="95320"/>
                </a:lnTo>
                <a:lnTo>
                  <a:pt x="114300" y="95250"/>
                </a:lnTo>
                <a:lnTo>
                  <a:pt x="115970" y="95320"/>
                </a:lnTo>
                <a:lnTo>
                  <a:pt x="117593" y="95532"/>
                </a:lnTo>
                <a:lnTo>
                  <a:pt x="119168" y="95885"/>
                </a:lnTo>
                <a:lnTo>
                  <a:pt x="120697" y="96379"/>
                </a:lnTo>
                <a:lnTo>
                  <a:pt x="122179" y="97014"/>
                </a:lnTo>
                <a:lnTo>
                  <a:pt x="123614" y="97790"/>
                </a:lnTo>
                <a:lnTo>
                  <a:pt x="125001" y="98708"/>
                </a:lnTo>
                <a:lnTo>
                  <a:pt x="126342" y="99766"/>
                </a:lnTo>
                <a:lnTo>
                  <a:pt x="127635" y="100965"/>
                </a:lnTo>
                <a:lnTo>
                  <a:pt x="128834" y="102258"/>
                </a:lnTo>
                <a:lnTo>
                  <a:pt x="129892" y="103599"/>
                </a:lnTo>
                <a:lnTo>
                  <a:pt x="130810" y="104986"/>
                </a:lnTo>
                <a:lnTo>
                  <a:pt x="131586" y="106421"/>
                </a:lnTo>
                <a:lnTo>
                  <a:pt x="132221" y="107903"/>
                </a:lnTo>
                <a:lnTo>
                  <a:pt x="132715" y="109432"/>
                </a:lnTo>
                <a:lnTo>
                  <a:pt x="133068" y="111007"/>
                </a:lnTo>
                <a:lnTo>
                  <a:pt x="133280" y="112630"/>
                </a:lnTo>
                <a:lnTo>
                  <a:pt x="133350" y="114300"/>
                </a:lnTo>
                <a:lnTo>
                  <a:pt x="133280" y="115970"/>
                </a:lnTo>
                <a:lnTo>
                  <a:pt x="133068" y="117593"/>
                </a:lnTo>
                <a:lnTo>
                  <a:pt x="132715" y="119168"/>
                </a:lnTo>
                <a:lnTo>
                  <a:pt x="132221" y="120697"/>
                </a:lnTo>
                <a:lnTo>
                  <a:pt x="131586" y="122179"/>
                </a:lnTo>
                <a:lnTo>
                  <a:pt x="130810" y="123614"/>
                </a:lnTo>
                <a:lnTo>
                  <a:pt x="129892" y="125001"/>
                </a:lnTo>
                <a:lnTo>
                  <a:pt x="128834" y="126342"/>
                </a:lnTo>
                <a:lnTo>
                  <a:pt x="127635" y="127635"/>
                </a:lnTo>
                <a:lnTo>
                  <a:pt x="126342" y="128834"/>
                </a:lnTo>
                <a:lnTo>
                  <a:pt x="125001" y="129892"/>
                </a:lnTo>
                <a:lnTo>
                  <a:pt x="123614" y="130810"/>
                </a:lnTo>
                <a:lnTo>
                  <a:pt x="122179" y="131586"/>
                </a:lnTo>
                <a:lnTo>
                  <a:pt x="120697" y="132221"/>
                </a:lnTo>
                <a:lnTo>
                  <a:pt x="119168" y="132715"/>
                </a:lnTo>
                <a:lnTo>
                  <a:pt x="117593" y="133068"/>
                </a:lnTo>
                <a:lnTo>
                  <a:pt x="115970" y="133280"/>
                </a:lnTo>
                <a:lnTo>
                  <a:pt x="114300" y="133350"/>
                </a:lnTo>
                <a:close/>
                <a:moveTo>
                  <a:pt x="202692" y="132588"/>
                </a:moveTo>
                <a:lnTo>
                  <a:pt x="198882" y="130302"/>
                </a:lnTo>
                <a:lnTo>
                  <a:pt x="199333" y="126746"/>
                </a:lnTo>
                <a:lnTo>
                  <a:pt x="199673" y="123190"/>
                </a:lnTo>
                <a:lnTo>
                  <a:pt x="199898" y="119634"/>
                </a:lnTo>
                <a:lnTo>
                  <a:pt x="200011" y="116078"/>
                </a:lnTo>
                <a:lnTo>
                  <a:pt x="200011" y="112522"/>
                </a:lnTo>
                <a:lnTo>
                  <a:pt x="199898" y="108966"/>
                </a:lnTo>
                <a:lnTo>
                  <a:pt x="199673" y="105410"/>
                </a:lnTo>
                <a:lnTo>
                  <a:pt x="199333" y="101854"/>
                </a:lnTo>
                <a:lnTo>
                  <a:pt x="198882" y="98298"/>
                </a:lnTo>
                <a:lnTo>
                  <a:pt x="202692" y="96012"/>
                </a:lnTo>
                <a:lnTo>
                  <a:pt x="204178" y="95133"/>
                </a:lnTo>
                <a:lnTo>
                  <a:pt x="205590" y="94187"/>
                </a:lnTo>
                <a:lnTo>
                  <a:pt x="206925" y="93175"/>
                </a:lnTo>
                <a:lnTo>
                  <a:pt x="208186" y="92098"/>
                </a:lnTo>
                <a:lnTo>
                  <a:pt x="209371" y="90955"/>
                </a:lnTo>
                <a:lnTo>
                  <a:pt x="210482" y="89746"/>
                </a:lnTo>
                <a:lnTo>
                  <a:pt x="211516" y="88472"/>
                </a:lnTo>
                <a:lnTo>
                  <a:pt x="212476" y="87132"/>
                </a:lnTo>
                <a:lnTo>
                  <a:pt x="213360" y="85725"/>
                </a:lnTo>
                <a:lnTo>
                  <a:pt x="214160" y="84271"/>
                </a:lnTo>
                <a:lnTo>
                  <a:pt x="214865" y="82790"/>
                </a:lnTo>
                <a:lnTo>
                  <a:pt x="215476" y="81280"/>
                </a:lnTo>
                <a:lnTo>
                  <a:pt x="215994" y="79742"/>
                </a:lnTo>
                <a:lnTo>
                  <a:pt x="216418" y="78175"/>
                </a:lnTo>
                <a:lnTo>
                  <a:pt x="216747" y="76581"/>
                </a:lnTo>
                <a:lnTo>
                  <a:pt x="216981" y="74958"/>
                </a:lnTo>
                <a:lnTo>
                  <a:pt x="217123" y="73307"/>
                </a:lnTo>
                <a:lnTo>
                  <a:pt x="217170" y="71628"/>
                </a:lnTo>
                <a:lnTo>
                  <a:pt x="217123" y="69944"/>
                </a:lnTo>
                <a:lnTo>
                  <a:pt x="216981" y="68279"/>
                </a:lnTo>
                <a:lnTo>
                  <a:pt x="216747" y="66633"/>
                </a:lnTo>
                <a:lnTo>
                  <a:pt x="216418" y="65005"/>
                </a:lnTo>
                <a:lnTo>
                  <a:pt x="215994" y="63396"/>
                </a:lnTo>
                <a:lnTo>
                  <a:pt x="215476" y="61807"/>
                </a:lnTo>
                <a:lnTo>
                  <a:pt x="214865" y="60236"/>
                </a:lnTo>
                <a:lnTo>
                  <a:pt x="214160" y="58684"/>
                </a:lnTo>
                <a:lnTo>
                  <a:pt x="213360" y="57150"/>
                </a:lnTo>
                <a:lnTo>
                  <a:pt x="212476" y="55664"/>
                </a:lnTo>
                <a:lnTo>
                  <a:pt x="211516" y="54252"/>
                </a:lnTo>
                <a:lnTo>
                  <a:pt x="210482" y="52917"/>
                </a:lnTo>
                <a:lnTo>
                  <a:pt x="209371" y="51656"/>
                </a:lnTo>
                <a:lnTo>
                  <a:pt x="208186" y="50471"/>
                </a:lnTo>
                <a:lnTo>
                  <a:pt x="206925" y="49360"/>
                </a:lnTo>
                <a:lnTo>
                  <a:pt x="205590" y="48326"/>
                </a:lnTo>
                <a:lnTo>
                  <a:pt x="204178" y="47366"/>
                </a:lnTo>
                <a:lnTo>
                  <a:pt x="202692" y="46482"/>
                </a:lnTo>
                <a:lnTo>
                  <a:pt x="201158" y="45682"/>
                </a:lnTo>
                <a:lnTo>
                  <a:pt x="199606" y="44977"/>
                </a:lnTo>
                <a:lnTo>
                  <a:pt x="198035" y="44366"/>
                </a:lnTo>
                <a:lnTo>
                  <a:pt x="196446" y="43848"/>
                </a:lnTo>
                <a:lnTo>
                  <a:pt x="194837" y="43424"/>
                </a:lnTo>
                <a:lnTo>
                  <a:pt x="193209" y="43095"/>
                </a:lnTo>
                <a:lnTo>
                  <a:pt x="191563" y="42861"/>
                </a:lnTo>
                <a:lnTo>
                  <a:pt x="189898" y="42719"/>
                </a:lnTo>
                <a:lnTo>
                  <a:pt x="188214" y="42672"/>
                </a:lnTo>
                <a:lnTo>
                  <a:pt x="186540" y="42719"/>
                </a:lnTo>
                <a:lnTo>
                  <a:pt x="184902" y="42861"/>
                </a:lnTo>
                <a:lnTo>
                  <a:pt x="183303" y="43095"/>
                </a:lnTo>
                <a:lnTo>
                  <a:pt x="181742" y="43424"/>
                </a:lnTo>
                <a:lnTo>
                  <a:pt x="180218" y="43848"/>
                </a:lnTo>
                <a:lnTo>
                  <a:pt x="178731" y="44366"/>
                </a:lnTo>
                <a:lnTo>
                  <a:pt x="177282" y="44977"/>
                </a:lnTo>
                <a:lnTo>
                  <a:pt x="175872" y="45682"/>
                </a:lnTo>
                <a:lnTo>
                  <a:pt x="174498" y="46482"/>
                </a:lnTo>
                <a:lnTo>
                  <a:pt x="169926" y="48768"/>
                </a:lnTo>
                <a:lnTo>
                  <a:pt x="167189" y="46623"/>
                </a:lnTo>
                <a:lnTo>
                  <a:pt x="164395" y="44591"/>
                </a:lnTo>
                <a:lnTo>
                  <a:pt x="161544" y="42672"/>
                </a:lnTo>
                <a:lnTo>
                  <a:pt x="158637" y="40866"/>
                </a:lnTo>
                <a:lnTo>
                  <a:pt x="155674" y="39173"/>
                </a:lnTo>
                <a:lnTo>
                  <a:pt x="152654" y="37592"/>
                </a:lnTo>
                <a:lnTo>
                  <a:pt x="149578" y="36125"/>
                </a:lnTo>
                <a:lnTo>
                  <a:pt x="146445" y="34770"/>
                </a:lnTo>
                <a:lnTo>
                  <a:pt x="143256" y="33528"/>
                </a:lnTo>
                <a:lnTo>
                  <a:pt x="143256" y="28194"/>
                </a:lnTo>
                <a:lnTo>
                  <a:pt x="143152" y="25692"/>
                </a:lnTo>
                <a:lnTo>
                  <a:pt x="142842" y="23265"/>
                </a:lnTo>
                <a:lnTo>
                  <a:pt x="142324" y="20913"/>
                </a:lnTo>
                <a:lnTo>
                  <a:pt x="141601" y="18636"/>
                </a:lnTo>
                <a:lnTo>
                  <a:pt x="140669" y="16434"/>
                </a:lnTo>
                <a:lnTo>
                  <a:pt x="139531" y="14308"/>
                </a:lnTo>
                <a:lnTo>
                  <a:pt x="138186" y="12258"/>
                </a:lnTo>
                <a:lnTo>
                  <a:pt x="136633" y="10282"/>
                </a:lnTo>
                <a:lnTo>
                  <a:pt x="134874" y="8382"/>
                </a:lnTo>
                <a:lnTo>
                  <a:pt x="132964" y="6623"/>
                </a:lnTo>
                <a:lnTo>
                  <a:pt x="130960" y="5070"/>
                </a:lnTo>
                <a:lnTo>
                  <a:pt x="128863" y="3725"/>
                </a:lnTo>
                <a:lnTo>
                  <a:pt x="126671" y="2587"/>
                </a:lnTo>
                <a:lnTo>
                  <a:pt x="124385" y="1655"/>
                </a:lnTo>
                <a:lnTo>
                  <a:pt x="122005" y="932"/>
                </a:lnTo>
                <a:lnTo>
                  <a:pt x="119530" y="414"/>
                </a:lnTo>
                <a:lnTo>
                  <a:pt x="116962" y="104"/>
                </a:lnTo>
                <a:lnTo>
                  <a:pt x="114300" y="0"/>
                </a:lnTo>
                <a:lnTo>
                  <a:pt x="111638" y="104"/>
                </a:lnTo>
                <a:lnTo>
                  <a:pt x="109070" y="414"/>
                </a:lnTo>
                <a:lnTo>
                  <a:pt x="106595" y="932"/>
                </a:lnTo>
                <a:lnTo>
                  <a:pt x="104215" y="1655"/>
                </a:lnTo>
                <a:lnTo>
                  <a:pt x="101929" y="2587"/>
                </a:lnTo>
                <a:lnTo>
                  <a:pt x="99737" y="3725"/>
                </a:lnTo>
                <a:lnTo>
                  <a:pt x="97640" y="5070"/>
                </a:lnTo>
                <a:lnTo>
                  <a:pt x="95636" y="6623"/>
                </a:lnTo>
                <a:lnTo>
                  <a:pt x="93726" y="8382"/>
                </a:lnTo>
                <a:lnTo>
                  <a:pt x="91976" y="10292"/>
                </a:lnTo>
                <a:lnTo>
                  <a:pt x="90452" y="12296"/>
                </a:lnTo>
                <a:lnTo>
                  <a:pt x="89154" y="14393"/>
                </a:lnTo>
                <a:lnTo>
                  <a:pt x="88081" y="16585"/>
                </a:lnTo>
                <a:lnTo>
                  <a:pt x="87235" y="18871"/>
                </a:lnTo>
                <a:lnTo>
                  <a:pt x="86614" y="21251"/>
                </a:lnTo>
                <a:lnTo>
                  <a:pt x="86219" y="23726"/>
                </a:lnTo>
                <a:lnTo>
                  <a:pt x="86050" y="26294"/>
                </a:lnTo>
                <a:lnTo>
                  <a:pt x="86106" y="28956"/>
                </a:lnTo>
                <a:lnTo>
                  <a:pt x="86106" y="33528"/>
                </a:lnTo>
                <a:lnTo>
                  <a:pt x="82757" y="34770"/>
                </a:lnTo>
                <a:lnTo>
                  <a:pt x="79483" y="36125"/>
                </a:lnTo>
                <a:lnTo>
                  <a:pt x="76285" y="37592"/>
                </a:lnTo>
                <a:lnTo>
                  <a:pt x="73162" y="39173"/>
                </a:lnTo>
                <a:lnTo>
                  <a:pt x="70114" y="40866"/>
                </a:lnTo>
                <a:lnTo>
                  <a:pt x="67141" y="42672"/>
                </a:lnTo>
                <a:lnTo>
                  <a:pt x="64243" y="44591"/>
                </a:lnTo>
                <a:lnTo>
                  <a:pt x="61421" y="46623"/>
                </a:lnTo>
                <a:lnTo>
                  <a:pt x="58674" y="48768"/>
                </a:lnTo>
                <a:lnTo>
                  <a:pt x="54102" y="46482"/>
                </a:lnTo>
                <a:lnTo>
                  <a:pt x="51882" y="45245"/>
                </a:lnTo>
                <a:lnTo>
                  <a:pt x="49624" y="44243"/>
                </a:lnTo>
                <a:lnTo>
                  <a:pt x="47329" y="43476"/>
                </a:lnTo>
                <a:lnTo>
                  <a:pt x="44996" y="42944"/>
                </a:lnTo>
                <a:lnTo>
                  <a:pt x="42625" y="42648"/>
                </a:lnTo>
                <a:lnTo>
                  <a:pt x="40216" y="42587"/>
                </a:lnTo>
                <a:lnTo>
                  <a:pt x="37770" y="42762"/>
                </a:lnTo>
                <a:lnTo>
                  <a:pt x="35287" y="43170"/>
                </a:lnTo>
                <a:lnTo>
                  <a:pt x="32766" y="43815"/>
                </a:lnTo>
                <a:lnTo>
                  <a:pt x="30291" y="44657"/>
                </a:lnTo>
                <a:lnTo>
                  <a:pt x="27949" y="45659"/>
                </a:lnTo>
                <a:lnTo>
                  <a:pt x="25738" y="46821"/>
                </a:lnTo>
                <a:lnTo>
                  <a:pt x="23660" y="48142"/>
                </a:lnTo>
                <a:lnTo>
                  <a:pt x="21712" y="49624"/>
                </a:lnTo>
                <a:lnTo>
                  <a:pt x="19897" y="51265"/>
                </a:lnTo>
                <a:lnTo>
                  <a:pt x="18213" y="53068"/>
                </a:lnTo>
                <a:lnTo>
                  <a:pt x="16660" y="55029"/>
                </a:lnTo>
                <a:lnTo>
                  <a:pt x="15240" y="57150"/>
                </a:lnTo>
                <a:lnTo>
                  <a:pt x="13998" y="59370"/>
                </a:lnTo>
                <a:lnTo>
                  <a:pt x="12983" y="61628"/>
                </a:lnTo>
                <a:lnTo>
                  <a:pt x="12192" y="63923"/>
                </a:lnTo>
                <a:lnTo>
                  <a:pt x="11627" y="66256"/>
                </a:lnTo>
                <a:lnTo>
                  <a:pt x="11289" y="68627"/>
                </a:lnTo>
                <a:lnTo>
                  <a:pt x="11176" y="71036"/>
                </a:lnTo>
                <a:lnTo>
                  <a:pt x="11289" y="73482"/>
                </a:lnTo>
                <a:lnTo>
                  <a:pt x="11627" y="75965"/>
                </a:lnTo>
                <a:lnTo>
                  <a:pt x="12192" y="78486"/>
                </a:lnTo>
                <a:lnTo>
                  <a:pt x="12964" y="80961"/>
                </a:lnTo>
                <a:lnTo>
                  <a:pt x="13923" y="83303"/>
                </a:lnTo>
                <a:lnTo>
                  <a:pt x="15070" y="85514"/>
                </a:lnTo>
                <a:lnTo>
                  <a:pt x="16407" y="87592"/>
                </a:lnTo>
                <a:lnTo>
                  <a:pt x="17931" y="89540"/>
                </a:lnTo>
                <a:lnTo>
                  <a:pt x="19642" y="91355"/>
                </a:lnTo>
                <a:lnTo>
                  <a:pt x="21543" y="93039"/>
                </a:lnTo>
                <a:lnTo>
                  <a:pt x="23632" y="94592"/>
                </a:lnTo>
                <a:lnTo>
                  <a:pt x="25908" y="96012"/>
                </a:lnTo>
                <a:lnTo>
                  <a:pt x="29718" y="98298"/>
                </a:lnTo>
                <a:lnTo>
                  <a:pt x="29267" y="101854"/>
                </a:lnTo>
                <a:lnTo>
                  <a:pt x="28927" y="105410"/>
                </a:lnTo>
                <a:lnTo>
                  <a:pt x="28702" y="108966"/>
                </a:lnTo>
                <a:lnTo>
                  <a:pt x="28589" y="112522"/>
                </a:lnTo>
                <a:lnTo>
                  <a:pt x="28589" y="116078"/>
                </a:lnTo>
                <a:lnTo>
                  <a:pt x="28702" y="119634"/>
                </a:lnTo>
                <a:lnTo>
                  <a:pt x="28927" y="123190"/>
                </a:lnTo>
                <a:lnTo>
                  <a:pt x="29267" y="126746"/>
                </a:lnTo>
                <a:lnTo>
                  <a:pt x="29718" y="130302"/>
                </a:lnTo>
                <a:lnTo>
                  <a:pt x="25908" y="132588"/>
                </a:lnTo>
                <a:lnTo>
                  <a:pt x="23632" y="134008"/>
                </a:lnTo>
                <a:lnTo>
                  <a:pt x="21543" y="135561"/>
                </a:lnTo>
                <a:lnTo>
                  <a:pt x="19642" y="137245"/>
                </a:lnTo>
                <a:lnTo>
                  <a:pt x="17931" y="139060"/>
                </a:lnTo>
                <a:lnTo>
                  <a:pt x="16407" y="141008"/>
                </a:lnTo>
                <a:lnTo>
                  <a:pt x="15070" y="143086"/>
                </a:lnTo>
                <a:lnTo>
                  <a:pt x="13923" y="145297"/>
                </a:lnTo>
                <a:lnTo>
                  <a:pt x="12964" y="147639"/>
                </a:lnTo>
                <a:lnTo>
                  <a:pt x="12192" y="150114"/>
                </a:lnTo>
                <a:lnTo>
                  <a:pt x="11627" y="152635"/>
                </a:lnTo>
                <a:lnTo>
                  <a:pt x="11289" y="155118"/>
                </a:lnTo>
                <a:lnTo>
                  <a:pt x="11176" y="157564"/>
                </a:lnTo>
                <a:lnTo>
                  <a:pt x="11289" y="159973"/>
                </a:lnTo>
                <a:lnTo>
                  <a:pt x="11627" y="162344"/>
                </a:lnTo>
                <a:lnTo>
                  <a:pt x="12192" y="164677"/>
                </a:lnTo>
                <a:lnTo>
                  <a:pt x="12983" y="166972"/>
                </a:lnTo>
                <a:lnTo>
                  <a:pt x="13998" y="169230"/>
                </a:lnTo>
                <a:lnTo>
                  <a:pt x="15240" y="171450"/>
                </a:lnTo>
                <a:lnTo>
                  <a:pt x="16660" y="173571"/>
                </a:lnTo>
                <a:lnTo>
                  <a:pt x="18213" y="175532"/>
                </a:lnTo>
                <a:lnTo>
                  <a:pt x="19897" y="177335"/>
                </a:lnTo>
                <a:lnTo>
                  <a:pt x="21712" y="178976"/>
                </a:lnTo>
                <a:lnTo>
                  <a:pt x="23660" y="180458"/>
                </a:lnTo>
                <a:lnTo>
                  <a:pt x="25738" y="181779"/>
                </a:lnTo>
                <a:lnTo>
                  <a:pt x="27949" y="182941"/>
                </a:lnTo>
                <a:lnTo>
                  <a:pt x="30291" y="183943"/>
                </a:lnTo>
                <a:lnTo>
                  <a:pt x="32766" y="184785"/>
                </a:lnTo>
                <a:lnTo>
                  <a:pt x="35287" y="185430"/>
                </a:lnTo>
                <a:lnTo>
                  <a:pt x="37770" y="185838"/>
                </a:lnTo>
                <a:lnTo>
                  <a:pt x="40216" y="186013"/>
                </a:lnTo>
                <a:lnTo>
                  <a:pt x="42625" y="185952"/>
                </a:lnTo>
                <a:lnTo>
                  <a:pt x="44996" y="185656"/>
                </a:lnTo>
                <a:lnTo>
                  <a:pt x="47329" y="185124"/>
                </a:lnTo>
                <a:lnTo>
                  <a:pt x="49624" y="184357"/>
                </a:lnTo>
                <a:lnTo>
                  <a:pt x="51882" y="183355"/>
                </a:lnTo>
                <a:lnTo>
                  <a:pt x="54102" y="182118"/>
                </a:lnTo>
                <a:lnTo>
                  <a:pt x="58674" y="179832"/>
                </a:lnTo>
                <a:lnTo>
                  <a:pt x="61411" y="181977"/>
                </a:lnTo>
                <a:lnTo>
                  <a:pt x="64205" y="184009"/>
                </a:lnTo>
                <a:lnTo>
                  <a:pt x="67056" y="185928"/>
                </a:lnTo>
                <a:lnTo>
                  <a:pt x="69963" y="187734"/>
                </a:lnTo>
                <a:lnTo>
                  <a:pt x="72926" y="189427"/>
                </a:lnTo>
                <a:lnTo>
                  <a:pt x="75946" y="191008"/>
                </a:lnTo>
                <a:lnTo>
                  <a:pt x="79022" y="192475"/>
                </a:lnTo>
                <a:lnTo>
                  <a:pt x="82155" y="193830"/>
                </a:lnTo>
                <a:lnTo>
                  <a:pt x="85344" y="195072"/>
                </a:lnTo>
                <a:lnTo>
                  <a:pt x="85344" y="199644"/>
                </a:lnTo>
                <a:lnTo>
                  <a:pt x="85603" y="202306"/>
                </a:lnTo>
                <a:lnTo>
                  <a:pt x="86040" y="204874"/>
                </a:lnTo>
                <a:lnTo>
                  <a:pt x="86657" y="207349"/>
                </a:lnTo>
                <a:lnTo>
                  <a:pt x="87451" y="209729"/>
                </a:lnTo>
                <a:lnTo>
                  <a:pt x="88425" y="212015"/>
                </a:lnTo>
                <a:lnTo>
                  <a:pt x="89577" y="214207"/>
                </a:lnTo>
                <a:lnTo>
                  <a:pt x="90909" y="216304"/>
                </a:lnTo>
                <a:lnTo>
                  <a:pt x="92418" y="218308"/>
                </a:lnTo>
                <a:lnTo>
                  <a:pt x="94107" y="220218"/>
                </a:lnTo>
                <a:lnTo>
                  <a:pt x="95937" y="221977"/>
                </a:lnTo>
                <a:lnTo>
                  <a:pt x="97870" y="223530"/>
                </a:lnTo>
                <a:lnTo>
                  <a:pt x="99907" y="224875"/>
                </a:lnTo>
                <a:lnTo>
                  <a:pt x="102047" y="226013"/>
                </a:lnTo>
                <a:lnTo>
                  <a:pt x="104290" y="226945"/>
                </a:lnTo>
                <a:lnTo>
                  <a:pt x="106638" y="227668"/>
                </a:lnTo>
                <a:lnTo>
                  <a:pt x="109088" y="228186"/>
                </a:lnTo>
                <a:lnTo>
                  <a:pt x="111643" y="228496"/>
                </a:lnTo>
                <a:lnTo>
                  <a:pt x="114300" y="228600"/>
                </a:lnTo>
                <a:lnTo>
                  <a:pt x="116957" y="228496"/>
                </a:lnTo>
                <a:lnTo>
                  <a:pt x="119512" y="228186"/>
                </a:lnTo>
                <a:lnTo>
                  <a:pt x="121962" y="227668"/>
                </a:lnTo>
                <a:lnTo>
                  <a:pt x="124310" y="226945"/>
                </a:lnTo>
                <a:lnTo>
                  <a:pt x="126553" y="226013"/>
                </a:lnTo>
                <a:lnTo>
                  <a:pt x="128693" y="224875"/>
                </a:lnTo>
                <a:lnTo>
                  <a:pt x="130730" y="223530"/>
                </a:lnTo>
                <a:lnTo>
                  <a:pt x="132663" y="221977"/>
                </a:lnTo>
                <a:lnTo>
                  <a:pt x="134493" y="220218"/>
                </a:lnTo>
                <a:lnTo>
                  <a:pt x="136182" y="218318"/>
                </a:lnTo>
                <a:lnTo>
                  <a:pt x="137691" y="216342"/>
                </a:lnTo>
                <a:lnTo>
                  <a:pt x="139023" y="214292"/>
                </a:lnTo>
                <a:lnTo>
                  <a:pt x="140175" y="212166"/>
                </a:lnTo>
                <a:lnTo>
                  <a:pt x="141149" y="209964"/>
                </a:lnTo>
                <a:lnTo>
                  <a:pt x="141943" y="207687"/>
                </a:lnTo>
                <a:lnTo>
                  <a:pt x="142560" y="205335"/>
                </a:lnTo>
                <a:lnTo>
                  <a:pt x="142997" y="202908"/>
                </a:lnTo>
                <a:lnTo>
                  <a:pt x="143256" y="200406"/>
                </a:lnTo>
                <a:lnTo>
                  <a:pt x="143256" y="195072"/>
                </a:lnTo>
                <a:lnTo>
                  <a:pt x="146445" y="193830"/>
                </a:lnTo>
                <a:lnTo>
                  <a:pt x="149578" y="192475"/>
                </a:lnTo>
                <a:lnTo>
                  <a:pt x="152654" y="191008"/>
                </a:lnTo>
                <a:lnTo>
                  <a:pt x="155674" y="189427"/>
                </a:lnTo>
                <a:lnTo>
                  <a:pt x="158637" y="187734"/>
                </a:lnTo>
                <a:lnTo>
                  <a:pt x="161544" y="185928"/>
                </a:lnTo>
                <a:lnTo>
                  <a:pt x="164395" y="184009"/>
                </a:lnTo>
                <a:lnTo>
                  <a:pt x="167189" y="181977"/>
                </a:lnTo>
                <a:lnTo>
                  <a:pt x="169926" y="179832"/>
                </a:lnTo>
                <a:lnTo>
                  <a:pt x="174498" y="182118"/>
                </a:lnTo>
                <a:lnTo>
                  <a:pt x="176718" y="183355"/>
                </a:lnTo>
                <a:lnTo>
                  <a:pt x="178976" y="184357"/>
                </a:lnTo>
                <a:lnTo>
                  <a:pt x="181271" y="185124"/>
                </a:lnTo>
                <a:lnTo>
                  <a:pt x="183604" y="185656"/>
                </a:lnTo>
                <a:lnTo>
                  <a:pt x="185975" y="185952"/>
                </a:lnTo>
                <a:lnTo>
                  <a:pt x="188384" y="186013"/>
                </a:lnTo>
                <a:lnTo>
                  <a:pt x="190830" y="185838"/>
                </a:lnTo>
                <a:lnTo>
                  <a:pt x="193313" y="185430"/>
                </a:lnTo>
                <a:lnTo>
                  <a:pt x="195834" y="184785"/>
                </a:lnTo>
                <a:lnTo>
                  <a:pt x="198309" y="183943"/>
                </a:lnTo>
                <a:lnTo>
                  <a:pt x="200651" y="182941"/>
                </a:lnTo>
                <a:lnTo>
                  <a:pt x="202862" y="181779"/>
                </a:lnTo>
                <a:lnTo>
                  <a:pt x="204940" y="180458"/>
                </a:lnTo>
                <a:lnTo>
                  <a:pt x="206888" y="178976"/>
                </a:lnTo>
                <a:lnTo>
                  <a:pt x="208703" y="177335"/>
                </a:lnTo>
                <a:lnTo>
                  <a:pt x="210387" y="175532"/>
                </a:lnTo>
                <a:lnTo>
                  <a:pt x="211940" y="173571"/>
                </a:lnTo>
                <a:lnTo>
                  <a:pt x="213360" y="171450"/>
                </a:lnTo>
                <a:lnTo>
                  <a:pt x="214602" y="169230"/>
                </a:lnTo>
                <a:lnTo>
                  <a:pt x="215617" y="166972"/>
                </a:lnTo>
                <a:lnTo>
                  <a:pt x="216408" y="164677"/>
                </a:lnTo>
                <a:lnTo>
                  <a:pt x="216973" y="162344"/>
                </a:lnTo>
                <a:lnTo>
                  <a:pt x="217311" y="159973"/>
                </a:lnTo>
                <a:lnTo>
                  <a:pt x="217424" y="157564"/>
                </a:lnTo>
                <a:lnTo>
                  <a:pt x="217311" y="155118"/>
                </a:lnTo>
                <a:lnTo>
                  <a:pt x="216973" y="152635"/>
                </a:lnTo>
                <a:lnTo>
                  <a:pt x="216408" y="150114"/>
                </a:lnTo>
                <a:lnTo>
                  <a:pt x="215636" y="147639"/>
                </a:lnTo>
                <a:lnTo>
                  <a:pt x="214677" y="145297"/>
                </a:lnTo>
                <a:lnTo>
                  <a:pt x="213530" y="143086"/>
                </a:lnTo>
                <a:lnTo>
                  <a:pt x="212193" y="141008"/>
                </a:lnTo>
                <a:lnTo>
                  <a:pt x="210669" y="139060"/>
                </a:lnTo>
                <a:lnTo>
                  <a:pt x="208958" y="137245"/>
                </a:lnTo>
                <a:lnTo>
                  <a:pt x="207057" y="135561"/>
                </a:lnTo>
                <a:lnTo>
                  <a:pt x="204968" y="134008"/>
                </a:lnTo>
                <a:lnTo>
                  <a:pt x="202692" y="132588"/>
                </a:lnTo>
                <a:close/>
                <a:moveTo>
                  <a:pt x="178308" y="96774"/>
                </a:moveTo>
                <a:lnTo>
                  <a:pt x="179361" y="100669"/>
                </a:lnTo>
                <a:lnTo>
                  <a:pt x="180152" y="104564"/>
                </a:lnTo>
                <a:lnTo>
                  <a:pt x="180679" y="108458"/>
                </a:lnTo>
                <a:lnTo>
                  <a:pt x="180942" y="112353"/>
                </a:lnTo>
                <a:lnTo>
                  <a:pt x="180942" y="116247"/>
                </a:lnTo>
                <a:lnTo>
                  <a:pt x="180679" y="120142"/>
                </a:lnTo>
                <a:lnTo>
                  <a:pt x="180152" y="124036"/>
                </a:lnTo>
                <a:lnTo>
                  <a:pt x="179361" y="127931"/>
                </a:lnTo>
                <a:lnTo>
                  <a:pt x="178308" y="131826"/>
                </a:lnTo>
                <a:lnTo>
                  <a:pt x="178162" y="132658"/>
                </a:lnTo>
                <a:lnTo>
                  <a:pt x="178063" y="133463"/>
                </a:lnTo>
                <a:lnTo>
                  <a:pt x="178012" y="134239"/>
                </a:lnTo>
                <a:lnTo>
                  <a:pt x="178007" y="134987"/>
                </a:lnTo>
                <a:lnTo>
                  <a:pt x="178049" y="135706"/>
                </a:lnTo>
                <a:lnTo>
                  <a:pt x="178138" y="136398"/>
                </a:lnTo>
                <a:lnTo>
                  <a:pt x="178275" y="137061"/>
                </a:lnTo>
                <a:lnTo>
                  <a:pt x="178458" y="137696"/>
                </a:lnTo>
                <a:lnTo>
                  <a:pt x="178689" y="138303"/>
                </a:lnTo>
                <a:lnTo>
                  <a:pt x="178966" y="138891"/>
                </a:lnTo>
                <a:lnTo>
                  <a:pt x="179291" y="139470"/>
                </a:lnTo>
                <a:lnTo>
                  <a:pt x="179662" y="140038"/>
                </a:lnTo>
                <a:lnTo>
                  <a:pt x="180082" y="140599"/>
                </a:lnTo>
                <a:lnTo>
                  <a:pt x="180547" y="141149"/>
                </a:lnTo>
                <a:lnTo>
                  <a:pt x="181060" y="141690"/>
                </a:lnTo>
                <a:lnTo>
                  <a:pt x="181620" y="142222"/>
                </a:lnTo>
                <a:lnTo>
                  <a:pt x="182227" y="142744"/>
                </a:lnTo>
                <a:lnTo>
                  <a:pt x="182880" y="143256"/>
                </a:lnTo>
                <a:lnTo>
                  <a:pt x="193548" y="148590"/>
                </a:lnTo>
                <a:lnTo>
                  <a:pt x="194201" y="149117"/>
                </a:lnTo>
                <a:lnTo>
                  <a:pt x="194808" y="149682"/>
                </a:lnTo>
                <a:lnTo>
                  <a:pt x="195368" y="150284"/>
                </a:lnTo>
                <a:lnTo>
                  <a:pt x="195881" y="150923"/>
                </a:lnTo>
                <a:lnTo>
                  <a:pt x="196346" y="151600"/>
                </a:lnTo>
                <a:lnTo>
                  <a:pt x="196766" y="152315"/>
                </a:lnTo>
                <a:lnTo>
                  <a:pt x="197137" y="153068"/>
                </a:lnTo>
                <a:lnTo>
                  <a:pt x="197462" y="153858"/>
                </a:lnTo>
                <a:lnTo>
                  <a:pt x="197739" y="154686"/>
                </a:lnTo>
                <a:lnTo>
                  <a:pt x="197955" y="155528"/>
                </a:lnTo>
                <a:lnTo>
                  <a:pt x="198096" y="156360"/>
                </a:lnTo>
                <a:lnTo>
                  <a:pt x="198162" y="157183"/>
                </a:lnTo>
                <a:lnTo>
                  <a:pt x="198153" y="157998"/>
                </a:lnTo>
                <a:lnTo>
                  <a:pt x="198069" y="158802"/>
                </a:lnTo>
                <a:lnTo>
                  <a:pt x="197909" y="159597"/>
                </a:lnTo>
                <a:lnTo>
                  <a:pt x="197673" y="160382"/>
                </a:lnTo>
                <a:lnTo>
                  <a:pt x="197363" y="161158"/>
                </a:lnTo>
                <a:lnTo>
                  <a:pt x="196977" y="161925"/>
                </a:lnTo>
                <a:lnTo>
                  <a:pt x="196530" y="162658"/>
                </a:lnTo>
                <a:lnTo>
                  <a:pt x="196036" y="163336"/>
                </a:lnTo>
                <a:lnTo>
                  <a:pt x="195495" y="163957"/>
                </a:lnTo>
                <a:lnTo>
                  <a:pt x="194907" y="164522"/>
                </a:lnTo>
                <a:lnTo>
                  <a:pt x="194272" y="165029"/>
                </a:lnTo>
                <a:lnTo>
                  <a:pt x="193590" y="165481"/>
                </a:lnTo>
                <a:lnTo>
                  <a:pt x="192861" y="165876"/>
                </a:lnTo>
                <a:lnTo>
                  <a:pt x="192085" y="166215"/>
                </a:lnTo>
                <a:lnTo>
                  <a:pt x="191262" y="166497"/>
                </a:lnTo>
                <a:lnTo>
                  <a:pt x="190415" y="166708"/>
                </a:lnTo>
                <a:lnTo>
                  <a:pt x="189568" y="166836"/>
                </a:lnTo>
                <a:lnTo>
                  <a:pt x="188722" y="166878"/>
                </a:lnTo>
                <a:lnTo>
                  <a:pt x="187875" y="166836"/>
                </a:lnTo>
                <a:lnTo>
                  <a:pt x="187029" y="166708"/>
                </a:lnTo>
                <a:lnTo>
                  <a:pt x="186182" y="166497"/>
                </a:lnTo>
                <a:lnTo>
                  <a:pt x="185336" y="166201"/>
                </a:lnTo>
                <a:lnTo>
                  <a:pt x="184489" y="165820"/>
                </a:lnTo>
                <a:lnTo>
                  <a:pt x="183642" y="165354"/>
                </a:lnTo>
                <a:lnTo>
                  <a:pt x="173736" y="159258"/>
                </a:lnTo>
                <a:lnTo>
                  <a:pt x="173054" y="158943"/>
                </a:lnTo>
                <a:lnTo>
                  <a:pt x="172362" y="158675"/>
                </a:lnTo>
                <a:lnTo>
                  <a:pt x="171661" y="158454"/>
                </a:lnTo>
                <a:lnTo>
                  <a:pt x="170952" y="158280"/>
                </a:lnTo>
                <a:lnTo>
                  <a:pt x="170232" y="158153"/>
                </a:lnTo>
                <a:lnTo>
                  <a:pt x="169503" y="158073"/>
                </a:lnTo>
                <a:lnTo>
                  <a:pt x="168764" y="158040"/>
                </a:lnTo>
                <a:lnTo>
                  <a:pt x="168016" y="158054"/>
                </a:lnTo>
                <a:lnTo>
                  <a:pt x="167259" y="158115"/>
                </a:lnTo>
                <a:lnTo>
                  <a:pt x="166511" y="158224"/>
                </a:lnTo>
                <a:lnTo>
                  <a:pt x="165791" y="158379"/>
                </a:lnTo>
                <a:lnTo>
                  <a:pt x="165100" y="158581"/>
                </a:lnTo>
                <a:lnTo>
                  <a:pt x="164437" y="158830"/>
                </a:lnTo>
                <a:lnTo>
                  <a:pt x="163801" y="159127"/>
                </a:lnTo>
                <a:lnTo>
                  <a:pt x="163195" y="159469"/>
                </a:lnTo>
                <a:lnTo>
                  <a:pt x="162617" y="159860"/>
                </a:lnTo>
                <a:lnTo>
                  <a:pt x="162066" y="160297"/>
                </a:lnTo>
                <a:lnTo>
                  <a:pt x="161544" y="160782"/>
                </a:lnTo>
                <a:lnTo>
                  <a:pt x="158609" y="163717"/>
                </a:lnTo>
                <a:lnTo>
                  <a:pt x="155561" y="166427"/>
                </a:lnTo>
                <a:lnTo>
                  <a:pt x="152400" y="168910"/>
                </a:lnTo>
                <a:lnTo>
                  <a:pt x="149126" y="171168"/>
                </a:lnTo>
                <a:lnTo>
                  <a:pt x="145739" y="173200"/>
                </a:lnTo>
                <a:lnTo>
                  <a:pt x="142240" y="175006"/>
                </a:lnTo>
                <a:lnTo>
                  <a:pt x="138628" y="176587"/>
                </a:lnTo>
                <a:lnTo>
                  <a:pt x="134903" y="177941"/>
                </a:lnTo>
                <a:lnTo>
                  <a:pt x="131064" y="179070"/>
                </a:lnTo>
                <a:lnTo>
                  <a:pt x="130396" y="179262"/>
                </a:lnTo>
                <a:lnTo>
                  <a:pt x="129747" y="179502"/>
                </a:lnTo>
                <a:lnTo>
                  <a:pt x="129117" y="179790"/>
                </a:lnTo>
                <a:lnTo>
                  <a:pt x="128506" y="180123"/>
                </a:lnTo>
                <a:lnTo>
                  <a:pt x="127912" y="180504"/>
                </a:lnTo>
                <a:lnTo>
                  <a:pt x="127339" y="180933"/>
                </a:lnTo>
                <a:lnTo>
                  <a:pt x="126783" y="181407"/>
                </a:lnTo>
                <a:lnTo>
                  <a:pt x="126247" y="181929"/>
                </a:lnTo>
                <a:lnTo>
                  <a:pt x="125730" y="182499"/>
                </a:lnTo>
                <a:lnTo>
                  <a:pt x="125250" y="183096"/>
                </a:lnTo>
                <a:lnTo>
                  <a:pt x="124827" y="183703"/>
                </a:lnTo>
                <a:lnTo>
                  <a:pt x="124460" y="184319"/>
                </a:lnTo>
                <a:lnTo>
                  <a:pt x="124150" y="184945"/>
                </a:lnTo>
                <a:lnTo>
                  <a:pt x="123895" y="185580"/>
                </a:lnTo>
                <a:lnTo>
                  <a:pt x="123698" y="186224"/>
                </a:lnTo>
                <a:lnTo>
                  <a:pt x="123557" y="186879"/>
                </a:lnTo>
                <a:lnTo>
                  <a:pt x="123473" y="187542"/>
                </a:lnTo>
                <a:lnTo>
                  <a:pt x="123444" y="188214"/>
                </a:lnTo>
                <a:lnTo>
                  <a:pt x="123444" y="199644"/>
                </a:lnTo>
                <a:lnTo>
                  <a:pt x="123411" y="200637"/>
                </a:lnTo>
                <a:lnTo>
                  <a:pt x="123313" y="201582"/>
                </a:lnTo>
                <a:lnTo>
                  <a:pt x="123148" y="202481"/>
                </a:lnTo>
                <a:lnTo>
                  <a:pt x="122917" y="203332"/>
                </a:lnTo>
                <a:lnTo>
                  <a:pt x="122621" y="204136"/>
                </a:lnTo>
                <a:lnTo>
                  <a:pt x="122259" y="204893"/>
                </a:lnTo>
                <a:lnTo>
                  <a:pt x="121830" y="205604"/>
                </a:lnTo>
                <a:lnTo>
                  <a:pt x="121337" y="206267"/>
                </a:lnTo>
                <a:lnTo>
                  <a:pt x="120777" y="206883"/>
                </a:lnTo>
                <a:lnTo>
                  <a:pt x="120170" y="207443"/>
                </a:lnTo>
                <a:lnTo>
                  <a:pt x="119535" y="207936"/>
                </a:lnTo>
                <a:lnTo>
                  <a:pt x="118872" y="208365"/>
                </a:lnTo>
                <a:lnTo>
                  <a:pt x="118180" y="208727"/>
                </a:lnTo>
                <a:lnTo>
                  <a:pt x="117461" y="209023"/>
                </a:lnTo>
                <a:lnTo>
                  <a:pt x="116713" y="209254"/>
                </a:lnTo>
                <a:lnTo>
                  <a:pt x="115937" y="209419"/>
                </a:lnTo>
                <a:lnTo>
                  <a:pt x="115132" y="209517"/>
                </a:lnTo>
                <a:lnTo>
                  <a:pt x="114300" y="209550"/>
                </a:lnTo>
                <a:lnTo>
                  <a:pt x="113463" y="209517"/>
                </a:lnTo>
                <a:lnTo>
                  <a:pt x="112645" y="209419"/>
                </a:lnTo>
                <a:lnTo>
                  <a:pt x="111844" y="209254"/>
                </a:lnTo>
                <a:lnTo>
                  <a:pt x="111063" y="209023"/>
                </a:lnTo>
                <a:lnTo>
                  <a:pt x="110301" y="208727"/>
                </a:lnTo>
                <a:lnTo>
                  <a:pt x="109558" y="208365"/>
                </a:lnTo>
                <a:lnTo>
                  <a:pt x="108835" y="207936"/>
                </a:lnTo>
                <a:lnTo>
                  <a:pt x="108129" y="207443"/>
                </a:lnTo>
                <a:lnTo>
                  <a:pt x="107442" y="206883"/>
                </a:lnTo>
                <a:lnTo>
                  <a:pt x="106802" y="206267"/>
                </a:lnTo>
                <a:lnTo>
                  <a:pt x="106238" y="205604"/>
                </a:lnTo>
                <a:lnTo>
                  <a:pt x="105748" y="204893"/>
                </a:lnTo>
                <a:lnTo>
                  <a:pt x="105335" y="204136"/>
                </a:lnTo>
                <a:lnTo>
                  <a:pt x="104996" y="203332"/>
                </a:lnTo>
                <a:lnTo>
                  <a:pt x="104733" y="202481"/>
                </a:lnTo>
                <a:lnTo>
                  <a:pt x="104544" y="201582"/>
                </a:lnTo>
                <a:lnTo>
                  <a:pt x="104432" y="200637"/>
                </a:lnTo>
                <a:lnTo>
                  <a:pt x="104394" y="199644"/>
                </a:lnTo>
                <a:lnTo>
                  <a:pt x="104394" y="188214"/>
                </a:lnTo>
                <a:lnTo>
                  <a:pt x="104370" y="187542"/>
                </a:lnTo>
                <a:lnTo>
                  <a:pt x="104300" y="186879"/>
                </a:lnTo>
                <a:lnTo>
                  <a:pt x="104183" y="186224"/>
                </a:lnTo>
                <a:lnTo>
                  <a:pt x="104018" y="185580"/>
                </a:lnTo>
                <a:lnTo>
                  <a:pt x="103806" y="184945"/>
                </a:lnTo>
                <a:lnTo>
                  <a:pt x="103547" y="184319"/>
                </a:lnTo>
                <a:lnTo>
                  <a:pt x="103241" y="183703"/>
                </a:lnTo>
                <a:lnTo>
                  <a:pt x="102889" y="183096"/>
                </a:lnTo>
                <a:lnTo>
                  <a:pt x="102489" y="182499"/>
                </a:lnTo>
                <a:lnTo>
                  <a:pt x="102052" y="181929"/>
                </a:lnTo>
                <a:lnTo>
                  <a:pt x="101586" y="181407"/>
                </a:lnTo>
                <a:lnTo>
                  <a:pt x="101092" y="180933"/>
                </a:lnTo>
                <a:lnTo>
                  <a:pt x="100570" y="180504"/>
                </a:lnTo>
                <a:lnTo>
                  <a:pt x="100019" y="180123"/>
                </a:lnTo>
                <a:lnTo>
                  <a:pt x="99441" y="179790"/>
                </a:lnTo>
                <a:lnTo>
                  <a:pt x="98834" y="179502"/>
                </a:lnTo>
                <a:lnTo>
                  <a:pt x="98199" y="179262"/>
                </a:lnTo>
                <a:lnTo>
                  <a:pt x="97536" y="179070"/>
                </a:lnTo>
                <a:lnTo>
                  <a:pt x="93697" y="177941"/>
                </a:lnTo>
                <a:lnTo>
                  <a:pt x="89972" y="176587"/>
                </a:lnTo>
                <a:lnTo>
                  <a:pt x="86360" y="175006"/>
                </a:lnTo>
                <a:lnTo>
                  <a:pt x="82861" y="173200"/>
                </a:lnTo>
                <a:lnTo>
                  <a:pt x="79474" y="171168"/>
                </a:lnTo>
                <a:lnTo>
                  <a:pt x="76200" y="168910"/>
                </a:lnTo>
                <a:lnTo>
                  <a:pt x="73039" y="166427"/>
                </a:lnTo>
                <a:lnTo>
                  <a:pt x="69991" y="163717"/>
                </a:lnTo>
                <a:lnTo>
                  <a:pt x="67056" y="160782"/>
                </a:lnTo>
                <a:lnTo>
                  <a:pt x="66534" y="160297"/>
                </a:lnTo>
                <a:lnTo>
                  <a:pt x="65983" y="159860"/>
                </a:lnTo>
                <a:lnTo>
                  <a:pt x="65405" y="159469"/>
                </a:lnTo>
                <a:lnTo>
                  <a:pt x="64799" y="159127"/>
                </a:lnTo>
                <a:lnTo>
                  <a:pt x="64163" y="158830"/>
                </a:lnTo>
                <a:lnTo>
                  <a:pt x="63500" y="158581"/>
                </a:lnTo>
                <a:lnTo>
                  <a:pt x="62809" y="158379"/>
                </a:lnTo>
                <a:lnTo>
                  <a:pt x="62089" y="158224"/>
                </a:lnTo>
                <a:lnTo>
                  <a:pt x="61341" y="158115"/>
                </a:lnTo>
                <a:lnTo>
                  <a:pt x="60584" y="158054"/>
                </a:lnTo>
                <a:lnTo>
                  <a:pt x="59836" y="158040"/>
                </a:lnTo>
                <a:lnTo>
                  <a:pt x="59097" y="158073"/>
                </a:lnTo>
                <a:lnTo>
                  <a:pt x="58368" y="158153"/>
                </a:lnTo>
                <a:lnTo>
                  <a:pt x="57648" y="158280"/>
                </a:lnTo>
                <a:lnTo>
                  <a:pt x="56939" y="158454"/>
                </a:lnTo>
                <a:lnTo>
                  <a:pt x="56238" y="158675"/>
                </a:lnTo>
                <a:lnTo>
                  <a:pt x="55546" y="158943"/>
                </a:lnTo>
                <a:lnTo>
                  <a:pt x="54864" y="159258"/>
                </a:lnTo>
                <a:lnTo>
                  <a:pt x="44958" y="165354"/>
                </a:lnTo>
                <a:lnTo>
                  <a:pt x="43937" y="165956"/>
                </a:lnTo>
                <a:lnTo>
                  <a:pt x="42907" y="166407"/>
                </a:lnTo>
                <a:lnTo>
                  <a:pt x="41868" y="166708"/>
                </a:lnTo>
                <a:lnTo>
                  <a:pt x="40818" y="166859"/>
                </a:lnTo>
                <a:lnTo>
                  <a:pt x="39760" y="166859"/>
                </a:lnTo>
                <a:lnTo>
                  <a:pt x="38692" y="166708"/>
                </a:lnTo>
                <a:lnTo>
                  <a:pt x="37615" y="166407"/>
                </a:lnTo>
                <a:lnTo>
                  <a:pt x="36529" y="165956"/>
                </a:lnTo>
                <a:lnTo>
                  <a:pt x="35433" y="165354"/>
                </a:lnTo>
                <a:lnTo>
                  <a:pt x="34394" y="164648"/>
                </a:lnTo>
                <a:lnTo>
                  <a:pt x="33477" y="163886"/>
                </a:lnTo>
                <a:lnTo>
                  <a:pt x="32681" y="163068"/>
                </a:lnTo>
                <a:lnTo>
                  <a:pt x="32009" y="162193"/>
                </a:lnTo>
                <a:lnTo>
                  <a:pt x="31458" y="161262"/>
                </a:lnTo>
                <a:lnTo>
                  <a:pt x="31031" y="160274"/>
                </a:lnTo>
                <a:lnTo>
                  <a:pt x="30725" y="159229"/>
                </a:lnTo>
                <a:lnTo>
                  <a:pt x="30541" y="158129"/>
                </a:lnTo>
                <a:lnTo>
                  <a:pt x="30480" y="156972"/>
                </a:lnTo>
                <a:lnTo>
                  <a:pt x="30536" y="155815"/>
                </a:lnTo>
                <a:lnTo>
                  <a:pt x="30706" y="154715"/>
                </a:lnTo>
                <a:lnTo>
                  <a:pt x="30988" y="153670"/>
                </a:lnTo>
                <a:lnTo>
                  <a:pt x="31383" y="152682"/>
                </a:lnTo>
                <a:lnTo>
                  <a:pt x="31891" y="151751"/>
                </a:lnTo>
                <a:lnTo>
                  <a:pt x="32512" y="150876"/>
                </a:lnTo>
                <a:lnTo>
                  <a:pt x="33246" y="150058"/>
                </a:lnTo>
                <a:lnTo>
                  <a:pt x="34093" y="149296"/>
                </a:lnTo>
                <a:lnTo>
                  <a:pt x="35052" y="148590"/>
                </a:lnTo>
                <a:lnTo>
                  <a:pt x="45720" y="143256"/>
                </a:lnTo>
                <a:lnTo>
                  <a:pt x="46373" y="142744"/>
                </a:lnTo>
                <a:lnTo>
                  <a:pt x="46980" y="142222"/>
                </a:lnTo>
                <a:lnTo>
                  <a:pt x="47540" y="141690"/>
                </a:lnTo>
                <a:lnTo>
                  <a:pt x="48053" y="141149"/>
                </a:lnTo>
                <a:lnTo>
                  <a:pt x="48518" y="140599"/>
                </a:lnTo>
                <a:lnTo>
                  <a:pt x="48938" y="140038"/>
                </a:lnTo>
                <a:lnTo>
                  <a:pt x="49309" y="139470"/>
                </a:lnTo>
                <a:lnTo>
                  <a:pt x="49634" y="138891"/>
                </a:lnTo>
                <a:lnTo>
                  <a:pt x="49911" y="138303"/>
                </a:lnTo>
                <a:lnTo>
                  <a:pt x="50142" y="137696"/>
                </a:lnTo>
                <a:lnTo>
                  <a:pt x="50325" y="137061"/>
                </a:lnTo>
                <a:lnTo>
                  <a:pt x="50462" y="136398"/>
                </a:lnTo>
                <a:lnTo>
                  <a:pt x="50551" y="135706"/>
                </a:lnTo>
                <a:lnTo>
                  <a:pt x="50593" y="134987"/>
                </a:lnTo>
                <a:lnTo>
                  <a:pt x="50588" y="134239"/>
                </a:lnTo>
                <a:lnTo>
                  <a:pt x="50537" y="133463"/>
                </a:lnTo>
                <a:lnTo>
                  <a:pt x="50438" y="132658"/>
                </a:lnTo>
                <a:lnTo>
                  <a:pt x="50292" y="131826"/>
                </a:lnTo>
                <a:lnTo>
                  <a:pt x="49239" y="127931"/>
                </a:lnTo>
                <a:lnTo>
                  <a:pt x="48448" y="124036"/>
                </a:lnTo>
                <a:lnTo>
                  <a:pt x="47921" y="120142"/>
                </a:lnTo>
                <a:lnTo>
                  <a:pt x="47658" y="116247"/>
                </a:lnTo>
                <a:lnTo>
                  <a:pt x="47658" y="112353"/>
                </a:lnTo>
                <a:lnTo>
                  <a:pt x="47921" y="108458"/>
                </a:lnTo>
                <a:lnTo>
                  <a:pt x="48448" y="104564"/>
                </a:lnTo>
                <a:lnTo>
                  <a:pt x="49239" y="100669"/>
                </a:lnTo>
                <a:lnTo>
                  <a:pt x="50292" y="96774"/>
                </a:lnTo>
                <a:lnTo>
                  <a:pt x="50438" y="95942"/>
                </a:lnTo>
                <a:lnTo>
                  <a:pt x="50537" y="95137"/>
                </a:lnTo>
                <a:lnTo>
                  <a:pt x="50588" y="94361"/>
                </a:lnTo>
                <a:lnTo>
                  <a:pt x="50593" y="93613"/>
                </a:lnTo>
                <a:lnTo>
                  <a:pt x="50551" y="92894"/>
                </a:lnTo>
                <a:lnTo>
                  <a:pt x="50462" y="92202"/>
                </a:lnTo>
                <a:lnTo>
                  <a:pt x="50325" y="91539"/>
                </a:lnTo>
                <a:lnTo>
                  <a:pt x="50142" y="90904"/>
                </a:lnTo>
                <a:lnTo>
                  <a:pt x="49911" y="90297"/>
                </a:lnTo>
                <a:lnTo>
                  <a:pt x="49634" y="89709"/>
                </a:lnTo>
                <a:lnTo>
                  <a:pt x="49309" y="89130"/>
                </a:lnTo>
                <a:lnTo>
                  <a:pt x="48938" y="88562"/>
                </a:lnTo>
                <a:lnTo>
                  <a:pt x="48518" y="88001"/>
                </a:lnTo>
                <a:lnTo>
                  <a:pt x="48053" y="87451"/>
                </a:lnTo>
                <a:lnTo>
                  <a:pt x="47540" y="86910"/>
                </a:lnTo>
                <a:lnTo>
                  <a:pt x="46980" y="86378"/>
                </a:lnTo>
                <a:lnTo>
                  <a:pt x="46373" y="85856"/>
                </a:lnTo>
                <a:lnTo>
                  <a:pt x="45720" y="85344"/>
                </a:lnTo>
                <a:lnTo>
                  <a:pt x="35052" y="80010"/>
                </a:lnTo>
                <a:lnTo>
                  <a:pt x="34093" y="79304"/>
                </a:lnTo>
                <a:lnTo>
                  <a:pt x="33246" y="78542"/>
                </a:lnTo>
                <a:lnTo>
                  <a:pt x="32512" y="77724"/>
                </a:lnTo>
                <a:lnTo>
                  <a:pt x="31891" y="76849"/>
                </a:lnTo>
                <a:lnTo>
                  <a:pt x="31383" y="75918"/>
                </a:lnTo>
                <a:lnTo>
                  <a:pt x="30988" y="74930"/>
                </a:lnTo>
                <a:lnTo>
                  <a:pt x="30706" y="73885"/>
                </a:lnTo>
                <a:lnTo>
                  <a:pt x="30536" y="72785"/>
                </a:lnTo>
                <a:lnTo>
                  <a:pt x="30480" y="71628"/>
                </a:lnTo>
                <a:lnTo>
                  <a:pt x="30541" y="70471"/>
                </a:lnTo>
                <a:lnTo>
                  <a:pt x="30725" y="69371"/>
                </a:lnTo>
                <a:lnTo>
                  <a:pt x="31031" y="68326"/>
                </a:lnTo>
                <a:lnTo>
                  <a:pt x="31458" y="67338"/>
                </a:lnTo>
                <a:lnTo>
                  <a:pt x="32009" y="66407"/>
                </a:lnTo>
                <a:lnTo>
                  <a:pt x="32681" y="65532"/>
                </a:lnTo>
                <a:lnTo>
                  <a:pt x="33477" y="64714"/>
                </a:lnTo>
                <a:lnTo>
                  <a:pt x="34394" y="63952"/>
                </a:lnTo>
                <a:lnTo>
                  <a:pt x="35433" y="63246"/>
                </a:lnTo>
                <a:lnTo>
                  <a:pt x="36529" y="62644"/>
                </a:lnTo>
                <a:lnTo>
                  <a:pt x="37615" y="62193"/>
                </a:lnTo>
                <a:lnTo>
                  <a:pt x="38692" y="61892"/>
                </a:lnTo>
                <a:lnTo>
                  <a:pt x="39760" y="61741"/>
                </a:lnTo>
                <a:lnTo>
                  <a:pt x="40818" y="61741"/>
                </a:lnTo>
                <a:lnTo>
                  <a:pt x="41868" y="61892"/>
                </a:lnTo>
                <a:lnTo>
                  <a:pt x="42907" y="62193"/>
                </a:lnTo>
                <a:lnTo>
                  <a:pt x="43937" y="62644"/>
                </a:lnTo>
                <a:lnTo>
                  <a:pt x="44958" y="63246"/>
                </a:lnTo>
                <a:lnTo>
                  <a:pt x="54864" y="69342"/>
                </a:lnTo>
                <a:lnTo>
                  <a:pt x="55546" y="69657"/>
                </a:lnTo>
                <a:lnTo>
                  <a:pt x="56238" y="69925"/>
                </a:lnTo>
                <a:lnTo>
                  <a:pt x="56939" y="70146"/>
                </a:lnTo>
                <a:lnTo>
                  <a:pt x="57648" y="70320"/>
                </a:lnTo>
                <a:lnTo>
                  <a:pt x="58368" y="70447"/>
                </a:lnTo>
                <a:lnTo>
                  <a:pt x="59097" y="70527"/>
                </a:lnTo>
                <a:lnTo>
                  <a:pt x="59836" y="70560"/>
                </a:lnTo>
                <a:lnTo>
                  <a:pt x="60584" y="70546"/>
                </a:lnTo>
                <a:lnTo>
                  <a:pt x="61341" y="70485"/>
                </a:lnTo>
                <a:lnTo>
                  <a:pt x="62089" y="70376"/>
                </a:lnTo>
                <a:lnTo>
                  <a:pt x="62809" y="70221"/>
                </a:lnTo>
                <a:lnTo>
                  <a:pt x="63500" y="70019"/>
                </a:lnTo>
                <a:lnTo>
                  <a:pt x="64163" y="69770"/>
                </a:lnTo>
                <a:lnTo>
                  <a:pt x="64799" y="69473"/>
                </a:lnTo>
                <a:lnTo>
                  <a:pt x="65405" y="69131"/>
                </a:lnTo>
                <a:lnTo>
                  <a:pt x="65983" y="68740"/>
                </a:lnTo>
                <a:lnTo>
                  <a:pt x="66534" y="68303"/>
                </a:lnTo>
                <a:lnTo>
                  <a:pt x="67056" y="67818"/>
                </a:lnTo>
                <a:lnTo>
                  <a:pt x="69991" y="64883"/>
                </a:lnTo>
                <a:lnTo>
                  <a:pt x="73039" y="62173"/>
                </a:lnTo>
                <a:lnTo>
                  <a:pt x="76200" y="59690"/>
                </a:lnTo>
                <a:lnTo>
                  <a:pt x="79474" y="57432"/>
                </a:lnTo>
                <a:lnTo>
                  <a:pt x="82861" y="55400"/>
                </a:lnTo>
                <a:lnTo>
                  <a:pt x="86360" y="53594"/>
                </a:lnTo>
                <a:lnTo>
                  <a:pt x="89972" y="52013"/>
                </a:lnTo>
                <a:lnTo>
                  <a:pt x="93697" y="50659"/>
                </a:lnTo>
                <a:lnTo>
                  <a:pt x="97536" y="49530"/>
                </a:lnTo>
                <a:lnTo>
                  <a:pt x="98204" y="49338"/>
                </a:lnTo>
                <a:lnTo>
                  <a:pt x="98853" y="49098"/>
                </a:lnTo>
                <a:lnTo>
                  <a:pt x="99483" y="48810"/>
                </a:lnTo>
                <a:lnTo>
                  <a:pt x="100094" y="48477"/>
                </a:lnTo>
                <a:lnTo>
                  <a:pt x="100688" y="48096"/>
                </a:lnTo>
                <a:lnTo>
                  <a:pt x="101261" y="47667"/>
                </a:lnTo>
                <a:lnTo>
                  <a:pt x="101817" y="47193"/>
                </a:lnTo>
                <a:lnTo>
                  <a:pt x="102353" y="46671"/>
                </a:lnTo>
                <a:lnTo>
                  <a:pt x="102870" y="46101"/>
                </a:lnTo>
                <a:lnTo>
                  <a:pt x="103350" y="45504"/>
                </a:lnTo>
                <a:lnTo>
                  <a:pt x="103773" y="44897"/>
                </a:lnTo>
                <a:lnTo>
                  <a:pt x="104140" y="44281"/>
                </a:lnTo>
                <a:lnTo>
                  <a:pt x="104450" y="43655"/>
                </a:lnTo>
                <a:lnTo>
                  <a:pt x="104705" y="43020"/>
                </a:lnTo>
                <a:lnTo>
                  <a:pt x="104902" y="42376"/>
                </a:lnTo>
                <a:lnTo>
                  <a:pt x="105043" y="41721"/>
                </a:lnTo>
                <a:lnTo>
                  <a:pt x="105127" y="41058"/>
                </a:lnTo>
                <a:lnTo>
                  <a:pt x="105156" y="40386"/>
                </a:lnTo>
                <a:lnTo>
                  <a:pt x="105156" y="28194"/>
                </a:lnTo>
                <a:lnTo>
                  <a:pt x="105034" y="27362"/>
                </a:lnTo>
                <a:lnTo>
                  <a:pt x="105006" y="26557"/>
                </a:lnTo>
                <a:lnTo>
                  <a:pt x="105071" y="25781"/>
                </a:lnTo>
                <a:lnTo>
                  <a:pt x="105231" y="25033"/>
                </a:lnTo>
                <a:lnTo>
                  <a:pt x="105486" y="24314"/>
                </a:lnTo>
                <a:lnTo>
                  <a:pt x="105833" y="23622"/>
                </a:lnTo>
                <a:lnTo>
                  <a:pt x="106275" y="22959"/>
                </a:lnTo>
                <a:lnTo>
                  <a:pt x="106811" y="22324"/>
                </a:lnTo>
                <a:lnTo>
                  <a:pt x="107442" y="21717"/>
                </a:lnTo>
                <a:lnTo>
                  <a:pt x="108129" y="21157"/>
                </a:lnTo>
                <a:lnTo>
                  <a:pt x="108835" y="20664"/>
                </a:lnTo>
                <a:lnTo>
                  <a:pt x="109558" y="20235"/>
                </a:lnTo>
                <a:lnTo>
                  <a:pt x="110301" y="19873"/>
                </a:lnTo>
                <a:lnTo>
                  <a:pt x="111063" y="19577"/>
                </a:lnTo>
                <a:lnTo>
                  <a:pt x="111844" y="19346"/>
                </a:lnTo>
                <a:lnTo>
                  <a:pt x="112645" y="19181"/>
                </a:lnTo>
                <a:lnTo>
                  <a:pt x="113463" y="19083"/>
                </a:lnTo>
                <a:lnTo>
                  <a:pt x="114300" y="19050"/>
                </a:lnTo>
                <a:lnTo>
                  <a:pt x="115137" y="19083"/>
                </a:lnTo>
                <a:lnTo>
                  <a:pt x="115955" y="19181"/>
                </a:lnTo>
                <a:lnTo>
                  <a:pt x="116756" y="19346"/>
                </a:lnTo>
                <a:lnTo>
                  <a:pt x="117537" y="19577"/>
                </a:lnTo>
                <a:lnTo>
                  <a:pt x="118299" y="19873"/>
                </a:lnTo>
                <a:lnTo>
                  <a:pt x="119042" y="20235"/>
                </a:lnTo>
                <a:lnTo>
                  <a:pt x="119765" y="20664"/>
                </a:lnTo>
                <a:lnTo>
                  <a:pt x="120471" y="21157"/>
                </a:lnTo>
                <a:lnTo>
                  <a:pt x="121158" y="21717"/>
                </a:lnTo>
                <a:lnTo>
                  <a:pt x="121798" y="22324"/>
                </a:lnTo>
                <a:lnTo>
                  <a:pt x="122362" y="22959"/>
                </a:lnTo>
                <a:lnTo>
                  <a:pt x="122852" y="23622"/>
                </a:lnTo>
                <a:lnTo>
                  <a:pt x="123265" y="24314"/>
                </a:lnTo>
                <a:lnTo>
                  <a:pt x="123604" y="25033"/>
                </a:lnTo>
                <a:lnTo>
                  <a:pt x="123867" y="25781"/>
                </a:lnTo>
                <a:lnTo>
                  <a:pt x="124056" y="26557"/>
                </a:lnTo>
                <a:lnTo>
                  <a:pt x="124168" y="27362"/>
                </a:lnTo>
                <a:lnTo>
                  <a:pt x="124206" y="28194"/>
                </a:lnTo>
                <a:lnTo>
                  <a:pt x="124206" y="40386"/>
                </a:lnTo>
                <a:lnTo>
                  <a:pt x="124075" y="41058"/>
                </a:lnTo>
                <a:lnTo>
                  <a:pt x="124017" y="41721"/>
                </a:lnTo>
                <a:lnTo>
                  <a:pt x="124036" y="42376"/>
                </a:lnTo>
                <a:lnTo>
                  <a:pt x="124131" y="43020"/>
                </a:lnTo>
                <a:lnTo>
                  <a:pt x="124300" y="43655"/>
                </a:lnTo>
                <a:lnTo>
                  <a:pt x="124545" y="44281"/>
                </a:lnTo>
                <a:lnTo>
                  <a:pt x="124864" y="44897"/>
                </a:lnTo>
                <a:lnTo>
                  <a:pt x="125259" y="45504"/>
                </a:lnTo>
                <a:lnTo>
                  <a:pt x="125730" y="46101"/>
                </a:lnTo>
                <a:lnTo>
                  <a:pt x="126247" y="46671"/>
                </a:lnTo>
                <a:lnTo>
                  <a:pt x="126783" y="47193"/>
                </a:lnTo>
                <a:lnTo>
                  <a:pt x="127339" y="47667"/>
                </a:lnTo>
                <a:lnTo>
                  <a:pt x="127912" y="48096"/>
                </a:lnTo>
                <a:lnTo>
                  <a:pt x="128506" y="48477"/>
                </a:lnTo>
                <a:lnTo>
                  <a:pt x="129117" y="48810"/>
                </a:lnTo>
                <a:lnTo>
                  <a:pt x="129747" y="49098"/>
                </a:lnTo>
                <a:lnTo>
                  <a:pt x="130396" y="49338"/>
                </a:lnTo>
                <a:lnTo>
                  <a:pt x="131064" y="49530"/>
                </a:lnTo>
                <a:lnTo>
                  <a:pt x="134903" y="50659"/>
                </a:lnTo>
                <a:lnTo>
                  <a:pt x="138628" y="52013"/>
                </a:lnTo>
                <a:lnTo>
                  <a:pt x="142240" y="53594"/>
                </a:lnTo>
                <a:lnTo>
                  <a:pt x="145739" y="55400"/>
                </a:lnTo>
                <a:lnTo>
                  <a:pt x="149126" y="57432"/>
                </a:lnTo>
                <a:lnTo>
                  <a:pt x="152400" y="59690"/>
                </a:lnTo>
                <a:lnTo>
                  <a:pt x="155561" y="62173"/>
                </a:lnTo>
                <a:lnTo>
                  <a:pt x="158609" y="64883"/>
                </a:lnTo>
                <a:lnTo>
                  <a:pt x="161544" y="67818"/>
                </a:lnTo>
                <a:lnTo>
                  <a:pt x="162066" y="68303"/>
                </a:lnTo>
                <a:lnTo>
                  <a:pt x="162617" y="68740"/>
                </a:lnTo>
                <a:lnTo>
                  <a:pt x="163195" y="69131"/>
                </a:lnTo>
                <a:lnTo>
                  <a:pt x="163801" y="69473"/>
                </a:lnTo>
                <a:lnTo>
                  <a:pt x="164437" y="69770"/>
                </a:lnTo>
                <a:lnTo>
                  <a:pt x="165100" y="70019"/>
                </a:lnTo>
                <a:lnTo>
                  <a:pt x="165791" y="70221"/>
                </a:lnTo>
                <a:lnTo>
                  <a:pt x="166511" y="70376"/>
                </a:lnTo>
                <a:lnTo>
                  <a:pt x="167259" y="70485"/>
                </a:lnTo>
                <a:lnTo>
                  <a:pt x="168016" y="70546"/>
                </a:lnTo>
                <a:lnTo>
                  <a:pt x="168764" y="70560"/>
                </a:lnTo>
                <a:lnTo>
                  <a:pt x="169503" y="70527"/>
                </a:lnTo>
                <a:lnTo>
                  <a:pt x="170232" y="70447"/>
                </a:lnTo>
                <a:lnTo>
                  <a:pt x="170952" y="70320"/>
                </a:lnTo>
                <a:lnTo>
                  <a:pt x="171661" y="70146"/>
                </a:lnTo>
                <a:lnTo>
                  <a:pt x="172362" y="69925"/>
                </a:lnTo>
                <a:lnTo>
                  <a:pt x="173054" y="69657"/>
                </a:lnTo>
                <a:lnTo>
                  <a:pt x="173736" y="69342"/>
                </a:lnTo>
                <a:lnTo>
                  <a:pt x="183642" y="63246"/>
                </a:lnTo>
                <a:lnTo>
                  <a:pt x="184663" y="62644"/>
                </a:lnTo>
                <a:lnTo>
                  <a:pt x="185693" y="62193"/>
                </a:lnTo>
                <a:lnTo>
                  <a:pt x="186732" y="61892"/>
                </a:lnTo>
                <a:lnTo>
                  <a:pt x="187782" y="61741"/>
                </a:lnTo>
                <a:lnTo>
                  <a:pt x="188840" y="61741"/>
                </a:lnTo>
                <a:lnTo>
                  <a:pt x="189908" y="61892"/>
                </a:lnTo>
                <a:lnTo>
                  <a:pt x="190985" y="62193"/>
                </a:lnTo>
                <a:lnTo>
                  <a:pt x="192071" y="62644"/>
                </a:lnTo>
                <a:lnTo>
                  <a:pt x="193167" y="63246"/>
                </a:lnTo>
                <a:lnTo>
                  <a:pt x="194206" y="63952"/>
                </a:lnTo>
                <a:lnTo>
                  <a:pt x="195123" y="64714"/>
                </a:lnTo>
                <a:lnTo>
                  <a:pt x="195919" y="65532"/>
                </a:lnTo>
                <a:lnTo>
                  <a:pt x="196591" y="66407"/>
                </a:lnTo>
                <a:lnTo>
                  <a:pt x="197142" y="67338"/>
                </a:lnTo>
                <a:lnTo>
                  <a:pt x="197569" y="68326"/>
                </a:lnTo>
                <a:lnTo>
                  <a:pt x="197875" y="69371"/>
                </a:lnTo>
                <a:lnTo>
                  <a:pt x="198059" y="70471"/>
                </a:lnTo>
                <a:lnTo>
                  <a:pt x="198120" y="71628"/>
                </a:lnTo>
                <a:lnTo>
                  <a:pt x="198064" y="72785"/>
                </a:lnTo>
                <a:lnTo>
                  <a:pt x="197894" y="73885"/>
                </a:lnTo>
                <a:lnTo>
                  <a:pt x="197612" y="74930"/>
                </a:lnTo>
                <a:lnTo>
                  <a:pt x="197217" y="75918"/>
                </a:lnTo>
                <a:lnTo>
                  <a:pt x="196709" y="76849"/>
                </a:lnTo>
                <a:lnTo>
                  <a:pt x="196088" y="77724"/>
                </a:lnTo>
                <a:lnTo>
                  <a:pt x="195354" y="78542"/>
                </a:lnTo>
                <a:lnTo>
                  <a:pt x="194507" y="79304"/>
                </a:lnTo>
                <a:lnTo>
                  <a:pt x="193548" y="80010"/>
                </a:lnTo>
                <a:lnTo>
                  <a:pt x="182880" y="85344"/>
                </a:lnTo>
                <a:lnTo>
                  <a:pt x="182227" y="85856"/>
                </a:lnTo>
                <a:lnTo>
                  <a:pt x="181620" y="86378"/>
                </a:lnTo>
                <a:lnTo>
                  <a:pt x="181060" y="86910"/>
                </a:lnTo>
                <a:lnTo>
                  <a:pt x="180547" y="87451"/>
                </a:lnTo>
                <a:lnTo>
                  <a:pt x="180082" y="88001"/>
                </a:lnTo>
                <a:lnTo>
                  <a:pt x="179662" y="88562"/>
                </a:lnTo>
                <a:lnTo>
                  <a:pt x="179291" y="89130"/>
                </a:lnTo>
                <a:lnTo>
                  <a:pt x="178966" y="89709"/>
                </a:lnTo>
                <a:lnTo>
                  <a:pt x="178689" y="90297"/>
                </a:lnTo>
                <a:lnTo>
                  <a:pt x="178458" y="90904"/>
                </a:lnTo>
                <a:lnTo>
                  <a:pt x="178275" y="91539"/>
                </a:lnTo>
                <a:lnTo>
                  <a:pt x="178138" y="92202"/>
                </a:lnTo>
                <a:lnTo>
                  <a:pt x="178049" y="92894"/>
                </a:lnTo>
                <a:lnTo>
                  <a:pt x="178007" y="93613"/>
                </a:lnTo>
                <a:lnTo>
                  <a:pt x="178012" y="94361"/>
                </a:lnTo>
                <a:lnTo>
                  <a:pt x="178063" y="95137"/>
                </a:lnTo>
                <a:lnTo>
                  <a:pt x="178162" y="95942"/>
                </a:lnTo>
                <a:lnTo>
                  <a:pt x="178308" y="96774"/>
                </a:lnTo>
                <a:close/>
              </a:path>
            </a:pathLst>
          </a:custGeom>
          <a:solidFill>
            <a:srgbClr val="C77E8C"/>
          </a:solidFill>
          <a:ln w="0">
            <a:noFill/>
          </a:ln>
        </p:spPr>
      </p:sp>
      <p:sp>
        <p:nvSpPr>
          <p:cNvPr id="40" name="手繪多邊形: 圖案 39">
            <a:extLst>
              <a:ext uri="{FF2B5EF4-FFF2-40B4-BE49-F238E27FC236}">
                <a16:creationId xmlns:a16="http://schemas.microsoft.com/office/drawing/2014/main" id="{BD667D1B-9610-4478-B882-EC63461854EB}"/>
              </a:ext>
            </a:extLst>
          </p:cNvPr>
          <p:cNvSpPr>
            <a:spLocks noGrp="1"/>
          </p:cNvSpPr>
          <p:nvPr/>
        </p:nvSpPr>
        <p:spPr>
          <a:xfrm>
            <a:off x="13201650" y="3590925"/>
            <a:ext cx="514350" cy="51435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144018" y="152400"/>
                </a:moveTo>
                <a:lnTo>
                  <a:pt x="150349" y="152278"/>
                </a:lnTo>
                <a:lnTo>
                  <a:pt x="156474" y="151910"/>
                </a:lnTo>
                <a:lnTo>
                  <a:pt x="162391" y="151299"/>
                </a:lnTo>
                <a:lnTo>
                  <a:pt x="168101" y="150444"/>
                </a:lnTo>
                <a:lnTo>
                  <a:pt x="173605" y="149342"/>
                </a:lnTo>
                <a:lnTo>
                  <a:pt x="178900" y="147998"/>
                </a:lnTo>
                <a:lnTo>
                  <a:pt x="183990" y="146408"/>
                </a:lnTo>
                <a:lnTo>
                  <a:pt x="188872" y="144573"/>
                </a:lnTo>
                <a:lnTo>
                  <a:pt x="193548" y="142494"/>
                </a:lnTo>
                <a:lnTo>
                  <a:pt x="197339" y="140547"/>
                </a:lnTo>
                <a:lnTo>
                  <a:pt x="200923" y="138430"/>
                </a:lnTo>
                <a:lnTo>
                  <a:pt x="204301" y="136144"/>
                </a:lnTo>
                <a:lnTo>
                  <a:pt x="207471" y="133689"/>
                </a:lnTo>
                <a:lnTo>
                  <a:pt x="210434" y="131064"/>
                </a:lnTo>
                <a:lnTo>
                  <a:pt x="213190" y="128270"/>
                </a:lnTo>
                <a:lnTo>
                  <a:pt x="215740" y="125307"/>
                </a:lnTo>
                <a:lnTo>
                  <a:pt x="218082" y="122174"/>
                </a:lnTo>
                <a:lnTo>
                  <a:pt x="220218" y="118872"/>
                </a:lnTo>
                <a:lnTo>
                  <a:pt x="221977" y="115965"/>
                </a:lnTo>
                <a:lnTo>
                  <a:pt x="223530" y="113002"/>
                </a:lnTo>
                <a:lnTo>
                  <a:pt x="224875" y="109982"/>
                </a:lnTo>
                <a:lnTo>
                  <a:pt x="226013" y="106906"/>
                </a:lnTo>
                <a:lnTo>
                  <a:pt x="226945" y="103773"/>
                </a:lnTo>
                <a:lnTo>
                  <a:pt x="227668" y="100584"/>
                </a:lnTo>
                <a:lnTo>
                  <a:pt x="228186" y="97339"/>
                </a:lnTo>
                <a:lnTo>
                  <a:pt x="228496" y="94037"/>
                </a:lnTo>
                <a:lnTo>
                  <a:pt x="228600" y="90678"/>
                </a:lnTo>
                <a:lnTo>
                  <a:pt x="228510" y="88006"/>
                </a:lnTo>
                <a:lnTo>
                  <a:pt x="228243" y="85410"/>
                </a:lnTo>
                <a:lnTo>
                  <a:pt x="227796" y="82888"/>
                </a:lnTo>
                <a:lnTo>
                  <a:pt x="227170" y="80442"/>
                </a:lnTo>
                <a:lnTo>
                  <a:pt x="226365" y="78072"/>
                </a:lnTo>
                <a:lnTo>
                  <a:pt x="225382" y="75777"/>
                </a:lnTo>
                <a:lnTo>
                  <a:pt x="224220" y="73557"/>
                </a:lnTo>
                <a:lnTo>
                  <a:pt x="222880" y="71412"/>
                </a:lnTo>
                <a:lnTo>
                  <a:pt x="221361" y="69342"/>
                </a:lnTo>
                <a:lnTo>
                  <a:pt x="219691" y="67395"/>
                </a:lnTo>
                <a:lnTo>
                  <a:pt x="217899" y="65617"/>
                </a:lnTo>
                <a:lnTo>
                  <a:pt x="215985" y="64008"/>
                </a:lnTo>
                <a:lnTo>
                  <a:pt x="213948" y="62569"/>
                </a:lnTo>
                <a:lnTo>
                  <a:pt x="211789" y="61299"/>
                </a:lnTo>
                <a:lnTo>
                  <a:pt x="209508" y="60198"/>
                </a:lnTo>
                <a:lnTo>
                  <a:pt x="207104" y="59266"/>
                </a:lnTo>
                <a:lnTo>
                  <a:pt x="204578" y="58504"/>
                </a:lnTo>
                <a:lnTo>
                  <a:pt x="201930" y="57912"/>
                </a:lnTo>
                <a:lnTo>
                  <a:pt x="205740" y="48006"/>
                </a:lnTo>
                <a:lnTo>
                  <a:pt x="206201" y="46139"/>
                </a:lnTo>
                <a:lnTo>
                  <a:pt x="206568" y="44262"/>
                </a:lnTo>
                <a:lnTo>
                  <a:pt x="206841" y="42376"/>
                </a:lnTo>
                <a:lnTo>
                  <a:pt x="207019" y="40480"/>
                </a:lnTo>
                <a:lnTo>
                  <a:pt x="207104" y="38575"/>
                </a:lnTo>
                <a:lnTo>
                  <a:pt x="207094" y="36661"/>
                </a:lnTo>
                <a:lnTo>
                  <a:pt x="206992" y="34737"/>
                </a:lnTo>
                <a:lnTo>
                  <a:pt x="206793" y="32804"/>
                </a:lnTo>
                <a:lnTo>
                  <a:pt x="206502" y="30861"/>
                </a:lnTo>
                <a:lnTo>
                  <a:pt x="206116" y="28937"/>
                </a:lnTo>
                <a:lnTo>
                  <a:pt x="205636" y="27061"/>
                </a:lnTo>
                <a:lnTo>
                  <a:pt x="205063" y="25231"/>
                </a:lnTo>
                <a:lnTo>
                  <a:pt x="204395" y="23448"/>
                </a:lnTo>
                <a:lnTo>
                  <a:pt x="203633" y="21712"/>
                </a:lnTo>
                <a:lnTo>
                  <a:pt x="202777" y="20023"/>
                </a:lnTo>
                <a:lnTo>
                  <a:pt x="201826" y="18382"/>
                </a:lnTo>
                <a:lnTo>
                  <a:pt x="200782" y="16788"/>
                </a:lnTo>
                <a:lnTo>
                  <a:pt x="199644" y="15240"/>
                </a:lnTo>
                <a:lnTo>
                  <a:pt x="198421" y="13749"/>
                </a:lnTo>
                <a:lnTo>
                  <a:pt x="197123" y="12323"/>
                </a:lnTo>
                <a:lnTo>
                  <a:pt x="195749" y="10964"/>
                </a:lnTo>
                <a:lnTo>
                  <a:pt x="194300" y="9671"/>
                </a:lnTo>
                <a:lnTo>
                  <a:pt x="192776" y="8443"/>
                </a:lnTo>
                <a:lnTo>
                  <a:pt x="191177" y="7281"/>
                </a:lnTo>
                <a:lnTo>
                  <a:pt x="189503" y="6186"/>
                </a:lnTo>
                <a:lnTo>
                  <a:pt x="187753" y="5155"/>
                </a:lnTo>
                <a:lnTo>
                  <a:pt x="185928" y="4191"/>
                </a:lnTo>
                <a:lnTo>
                  <a:pt x="184065" y="3312"/>
                </a:lnTo>
                <a:lnTo>
                  <a:pt x="182203" y="2536"/>
                </a:lnTo>
                <a:lnTo>
                  <a:pt x="180340" y="1863"/>
                </a:lnTo>
                <a:lnTo>
                  <a:pt x="178478" y="1293"/>
                </a:lnTo>
                <a:lnTo>
                  <a:pt x="176614" y="828"/>
                </a:lnTo>
                <a:lnTo>
                  <a:pt x="174752" y="466"/>
                </a:lnTo>
                <a:lnTo>
                  <a:pt x="172889" y="207"/>
                </a:lnTo>
                <a:lnTo>
                  <a:pt x="171027" y="51"/>
                </a:lnTo>
                <a:lnTo>
                  <a:pt x="169164" y="0"/>
                </a:lnTo>
                <a:lnTo>
                  <a:pt x="59436" y="0"/>
                </a:lnTo>
                <a:lnTo>
                  <a:pt x="57573" y="51"/>
                </a:lnTo>
                <a:lnTo>
                  <a:pt x="55711" y="207"/>
                </a:lnTo>
                <a:lnTo>
                  <a:pt x="53848" y="466"/>
                </a:lnTo>
                <a:lnTo>
                  <a:pt x="51986" y="828"/>
                </a:lnTo>
                <a:lnTo>
                  <a:pt x="50122" y="1293"/>
                </a:lnTo>
                <a:lnTo>
                  <a:pt x="48260" y="1863"/>
                </a:lnTo>
                <a:lnTo>
                  <a:pt x="46397" y="2536"/>
                </a:lnTo>
                <a:lnTo>
                  <a:pt x="44535" y="3312"/>
                </a:lnTo>
                <a:lnTo>
                  <a:pt x="42672" y="4191"/>
                </a:lnTo>
                <a:lnTo>
                  <a:pt x="40847" y="5155"/>
                </a:lnTo>
                <a:lnTo>
                  <a:pt x="39097" y="6186"/>
                </a:lnTo>
                <a:lnTo>
                  <a:pt x="37423" y="7281"/>
                </a:lnTo>
                <a:lnTo>
                  <a:pt x="35824" y="8443"/>
                </a:lnTo>
                <a:lnTo>
                  <a:pt x="34300" y="9671"/>
                </a:lnTo>
                <a:lnTo>
                  <a:pt x="32851" y="10964"/>
                </a:lnTo>
                <a:lnTo>
                  <a:pt x="31477" y="12323"/>
                </a:lnTo>
                <a:lnTo>
                  <a:pt x="30179" y="13749"/>
                </a:lnTo>
                <a:lnTo>
                  <a:pt x="28956" y="15240"/>
                </a:lnTo>
                <a:lnTo>
                  <a:pt x="27818" y="16788"/>
                </a:lnTo>
                <a:lnTo>
                  <a:pt x="26774" y="18382"/>
                </a:lnTo>
                <a:lnTo>
                  <a:pt x="25823" y="20023"/>
                </a:lnTo>
                <a:lnTo>
                  <a:pt x="24967" y="21712"/>
                </a:lnTo>
                <a:lnTo>
                  <a:pt x="24205" y="23448"/>
                </a:lnTo>
                <a:lnTo>
                  <a:pt x="23537" y="25231"/>
                </a:lnTo>
                <a:lnTo>
                  <a:pt x="22964" y="27061"/>
                </a:lnTo>
                <a:lnTo>
                  <a:pt x="22484" y="28937"/>
                </a:lnTo>
                <a:lnTo>
                  <a:pt x="22098" y="30861"/>
                </a:lnTo>
                <a:lnTo>
                  <a:pt x="21807" y="32804"/>
                </a:lnTo>
                <a:lnTo>
                  <a:pt x="21608" y="34737"/>
                </a:lnTo>
                <a:lnTo>
                  <a:pt x="21506" y="36661"/>
                </a:lnTo>
                <a:lnTo>
                  <a:pt x="21496" y="38575"/>
                </a:lnTo>
                <a:lnTo>
                  <a:pt x="21581" y="40480"/>
                </a:lnTo>
                <a:lnTo>
                  <a:pt x="21759" y="42376"/>
                </a:lnTo>
                <a:lnTo>
                  <a:pt x="22032" y="44262"/>
                </a:lnTo>
                <a:lnTo>
                  <a:pt x="22399" y="46139"/>
                </a:lnTo>
                <a:lnTo>
                  <a:pt x="22860" y="48006"/>
                </a:lnTo>
                <a:lnTo>
                  <a:pt x="26670" y="57912"/>
                </a:lnTo>
                <a:lnTo>
                  <a:pt x="24022" y="58504"/>
                </a:lnTo>
                <a:lnTo>
                  <a:pt x="21496" y="59266"/>
                </a:lnTo>
                <a:lnTo>
                  <a:pt x="19092" y="60198"/>
                </a:lnTo>
                <a:lnTo>
                  <a:pt x="16811" y="61299"/>
                </a:lnTo>
                <a:lnTo>
                  <a:pt x="14652" y="62569"/>
                </a:lnTo>
                <a:lnTo>
                  <a:pt x="12615" y="64008"/>
                </a:lnTo>
                <a:lnTo>
                  <a:pt x="10701" y="65617"/>
                </a:lnTo>
                <a:lnTo>
                  <a:pt x="8909" y="67395"/>
                </a:lnTo>
                <a:lnTo>
                  <a:pt x="7239" y="69342"/>
                </a:lnTo>
                <a:lnTo>
                  <a:pt x="5720" y="71412"/>
                </a:lnTo>
                <a:lnTo>
                  <a:pt x="4380" y="73557"/>
                </a:lnTo>
                <a:lnTo>
                  <a:pt x="3218" y="75777"/>
                </a:lnTo>
                <a:lnTo>
                  <a:pt x="2235" y="78072"/>
                </a:lnTo>
                <a:lnTo>
                  <a:pt x="1430" y="80442"/>
                </a:lnTo>
                <a:lnTo>
                  <a:pt x="804" y="82888"/>
                </a:lnTo>
                <a:lnTo>
                  <a:pt x="357" y="85410"/>
                </a:lnTo>
                <a:lnTo>
                  <a:pt x="90" y="88006"/>
                </a:lnTo>
                <a:lnTo>
                  <a:pt x="0" y="90678"/>
                </a:lnTo>
                <a:lnTo>
                  <a:pt x="104" y="94037"/>
                </a:lnTo>
                <a:lnTo>
                  <a:pt x="414" y="97339"/>
                </a:lnTo>
                <a:lnTo>
                  <a:pt x="932" y="100584"/>
                </a:lnTo>
                <a:lnTo>
                  <a:pt x="1655" y="103773"/>
                </a:lnTo>
                <a:lnTo>
                  <a:pt x="2587" y="106906"/>
                </a:lnTo>
                <a:lnTo>
                  <a:pt x="3725" y="109982"/>
                </a:lnTo>
                <a:lnTo>
                  <a:pt x="5070" y="113002"/>
                </a:lnTo>
                <a:lnTo>
                  <a:pt x="6623" y="115965"/>
                </a:lnTo>
                <a:lnTo>
                  <a:pt x="8382" y="118872"/>
                </a:lnTo>
                <a:lnTo>
                  <a:pt x="10518" y="122174"/>
                </a:lnTo>
                <a:lnTo>
                  <a:pt x="12860" y="125307"/>
                </a:lnTo>
                <a:lnTo>
                  <a:pt x="15410" y="128270"/>
                </a:lnTo>
                <a:lnTo>
                  <a:pt x="18166" y="131064"/>
                </a:lnTo>
                <a:lnTo>
                  <a:pt x="21129" y="133689"/>
                </a:lnTo>
                <a:lnTo>
                  <a:pt x="24299" y="136144"/>
                </a:lnTo>
                <a:lnTo>
                  <a:pt x="27677" y="138430"/>
                </a:lnTo>
                <a:lnTo>
                  <a:pt x="31261" y="140547"/>
                </a:lnTo>
                <a:lnTo>
                  <a:pt x="35052" y="142494"/>
                </a:lnTo>
                <a:lnTo>
                  <a:pt x="39728" y="144573"/>
                </a:lnTo>
                <a:lnTo>
                  <a:pt x="44610" y="146408"/>
                </a:lnTo>
                <a:lnTo>
                  <a:pt x="49700" y="147998"/>
                </a:lnTo>
                <a:lnTo>
                  <a:pt x="54995" y="149342"/>
                </a:lnTo>
                <a:lnTo>
                  <a:pt x="60499" y="150444"/>
                </a:lnTo>
                <a:lnTo>
                  <a:pt x="66209" y="151299"/>
                </a:lnTo>
                <a:lnTo>
                  <a:pt x="72126" y="151910"/>
                </a:lnTo>
                <a:lnTo>
                  <a:pt x="78251" y="152278"/>
                </a:lnTo>
                <a:lnTo>
                  <a:pt x="84582" y="152400"/>
                </a:lnTo>
                <a:lnTo>
                  <a:pt x="84742" y="153416"/>
                </a:lnTo>
                <a:lnTo>
                  <a:pt x="84883" y="154432"/>
                </a:lnTo>
                <a:lnTo>
                  <a:pt x="85005" y="155448"/>
                </a:lnTo>
                <a:lnTo>
                  <a:pt x="85109" y="156464"/>
                </a:lnTo>
                <a:lnTo>
                  <a:pt x="85194" y="157480"/>
                </a:lnTo>
                <a:lnTo>
                  <a:pt x="85259" y="158496"/>
                </a:lnTo>
                <a:lnTo>
                  <a:pt x="85306" y="159512"/>
                </a:lnTo>
                <a:lnTo>
                  <a:pt x="85334" y="160528"/>
                </a:lnTo>
                <a:lnTo>
                  <a:pt x="85344" y="161544"/>
                </a:lnTo>
                <a:lnTo>
                  <a:pt x="85344" y="190500"/>
                </a:lnTo>
                <a:lnTo>
                  <a:pt x="85434" y="192330"/>
                </a:lnTo>
                <a:lnTo>
                  <a:pt x="85363" y="194094"/>
                </a:lnTo>
                <a:lnTo>
                  <a:pt x="85133" y="195792"/>
                </a:lnTo>
                <a:lnTo>
                  <a:pt x="84742" y="197424"/>
                </a:lnTo>
                <a:lnTo>
                  <a:pt x="84191" y="198991"/>
                </a:lnTo>
                <a:lnTo>
                  <a:pt x="83481" y="200491"/>
                </a:lnTo>
                <a:lnTo>
                  <a:pt x="82611" y="201925"/>
                </a:lnTo>
                <a:lnTo>
                  <a:pt x="81581" y="203294"/>
                </a:lnTo>
                <a:lnTo>
                  <a:pt x="80391" y="204597"/>
                </a:lnTo>
                <a:lnTo>
                  <a:pt x="79088" y="205787"/>
                </a:lnTo>
                <a:lnTo>
                  <a:pt x="77719" y="206817"/>
                </a:lnTo>
                <a:lnTo>
                  <a:pt x="76285" y="207687"/>
                </a:lnTo>
                <a:lnTo>
                  <a:pt x="74785" y="208397"/>
                </a:lnTo>
                <a:lnTo>
                  <a:pt x="73218" y="208948"/>
                </a:lnTo>
                <a:lnTo>
                  <a:pt x="71586" y="209339"/>
                </a:lnTo>
                <a:lnTo>
                  <a:pt x="69888" y="209569"/>
                </a:lnTo>
                <a:lnTo>
                  <a:pt x="68124" y="209640"/>
                </a:lnTo>
                <a:lnTo>
                  <a:pt x="66294" y="209550"/>
                </a:lnTo>
                <a:lnTo>
                  <a:pt x="57150" y="209550"/>
                </a:lnTo>
                <a:lnTo>
                  <a:pt x="56318" y="209583"/>
                </a:lnTo>
                <a:lnTo>
                  <a:pt x="55513" y="209681"/>
                </a:lnTo>
                <a:lnTo>
                  <a:pt x="54737" y="209846"/>
                </a:lnTo>
                <a:lnTo>
                  <a:pt x="53989" y="210077"/>
                </a:lnTo>
                <a:lnTo>
                  <a:pt x="53270" y="210373"/>
                </a:lnTo>
                <a:lnTo>
                  <a:pt x="52578" y="210735"/>
                </a:lnTo>
                <a:lnTo>
                  <a:pt x="51915" y="211164"/>
                </a:lnTo>
                <a:lnTo>
                  <a:pt x="51280" y="211657"/>
                </a:lnTo>
                <a:lnTo>
                  <a:pt x="50673" y="212217"/>
                </a:lnTo>
                <a:lnTo>
                  <a:pt x="50113" y="212829"/>
                </a:lnTo>
                <a:lnTo>
                  <a:pt x="49620" y="213477"/>
                </a:lnTo>
                <a:lnTo>
                  <a:pt x="49191" y="214164"/>
                </a:lnTo>
                <a:lnTo>
                  <a:pt x="48829" y="214889"/>
                </a:lnTo>
                <a:lnTo>
                  <a:pt x="48533" y="215651"/>
                </a:lnTo>
                <a:lnTo>
                  <a:pt x="48302" y="216450"/>
                </a:lnTo>
                <a:lnTo>
                  <a:pt x="48137" y="217287"/>
                </a:lnTo>
                <a:lnTo>
                  <a:pt x="48039" y="218163"/>
                </a:lnTo>
                <a:lnTo>
                  <a:pt x="48006" y="219075"/>
                </a:lnTo>
                <a:lnTo>
                  <a:pt x="48039" y="219987"/>
                </a:lnTo>
                <a:lnTo>
                  <a:pt x="48137" y="220863"/>
                </a:lnTo>
                <a:lnTo>
                  <a:pt x="48302" y="221700"/>
                </a:lnTo>
                <a:lnTo>
                  <a:pt x="48533" y="222499"/>
                </a:lnTo>
                <a:lnTo>
                  <a:pt x="48829" y="223261"/>
                </a:lnTo>
                <a:lnTo>
                  <a:pt x="49191" y="223986"/>
                </a:lnTo>
                <a:lnTo>
                  <a:pt x="49620" y="224673"/>
                </a:lnTo>
                <a:lnTo>
                  <a:pt x="50113" y="225321"/>
                </a:lnTo>
                <a:lnTo>
                  <a:pt x="50673" y="225933"/>
                </a:lnTo>
                <a:lnTo>
                  <a:pt x="51280" y="226493"/>
                </a:lnTo>
                <a:lnTo>
                  <a:pt x="51915" y="226986"/>
                </a:lnTo>
                <a:lnTo>
                  <a:pt x="52578" y="227415"/>
                </a:lnTo>
                <a:lnTo>
                  <a:pt x="53270" y="227777"/>
                </a:lnTo>
                <a:lnTo>
                  <a:pt x="53989" y="228073"/>
                </a:lnTo>
                <a:lnTo>
                  <a:pt x="54737" y="228304"/>
                </a:lnTo>
                <a:lnTo>
                  <a:pt x="55513" y="228469"/>
                </a:lnTo>
                <a:lnTo>
                  <a:pt x="56318" y="228567"/>
                </a:lnTo>
                <a:lnTo>
                  <a:pt x="57150" y="228600"/>
                </a:lnTo>
                <a:lnTo>
                  <a:pt x="171450" y="228600"/>
                </a:lnTo>
                <a:lnTo>
                  <a:pt x="172287" y="228567"/>
                </a:lnTo>
                <a:lnTo>
                  <a:pt x="173105" y="228469"/>
                </a:lnTo>
                <a:lnTo>
                  <a:pt x="173906" y="228304"/>
                </a:lnTo>
                <a:lnTo>
                  <a:pt x="174687" y="228073"/>
                </a:lnTo>
                <a:lnTo>
                  <a:pt x="175449" y="227777"/>
                </a:lnTo>
                <a:lnTo>
                  <a:pt x="176192" y="227415"/>
                </a:lnTo>
                <a:lnTo>
                  <a:pt x="176915" y="226986"/>
                </a:lnTo>
                <a:lnTo>
                  <a:pt x="177621" y="226493"/>
                </a:lnTo>
                <a:lnTo>
                  <a:pt x="178308" y="225933"/>
                </a:lnTo>
                <a:lnTo>
                  <a:pt x="178948" y="225321"/>
                </a:lnTo>
                <a:lnTo>
                  <a:pt x="179512" y="224673"/>
                </a:lnTo>
                <a:lnTo>
                  <a:pt x="180002" y="223986"/>
                </a:lnTo>
                <a:lnTo>
                  <a:pt x="180415" y="223261"/>
                </a:lnTo>
                <a:lnTo>
                  <a:pt x="180754" y="222499"/>
                </a:lnTo>
                <a:lnTo>
                  <a:pt x="181017" y="221700"/>
                </a:lnTo>
                <a:lnTo>
                  <a:pt x="181206" y="220863"/>
                </a:lnTo>
                <a:lnTo>
                  <a:pt x="181318" y="219987"/>
                </a:lnTo>
                <a:lnTo>
                  <a:pt x="181356" y="219075"/>
                </a:lnTo>
                <a:lnTo>
                  <a:pt x="181318" y="218163"/>
                </a:lnTo>
                <a:lnTo>
                  <a:pt x="181206" y="217287"/>
                </a:lnTo>
                <a:lnTo>
                  <a:pt x="181017" y="216450"/>
                </a:lnTo>
                <a:lnTo>
                  <a:pt x="180754" y="215651"/>
                </a:lnTo>
                <a:lnTo>
                  <a:pt x="180415" y="214889"/>
                </a:lnTo>
                <a:lnTo>
                  <a:pt x="180002" y="214164"/>
                </a:lnTo>
                <a:lnTo>
                  <a:pt x="179512" y="213477"/>
                </a:lnTo>
                <a:lnTo>
                  <a:pt x="178948" y="212829"/>
                </a:lnTo>
                <a:lnTo>
                  <a:pt x="178308" y="212217"/>
                </a:lnTo>
                <a:lnTo>
                  <a:pt x="177621" y="211657"/>
                </a:lnTo>
                <a:lnTo>
                  <a:pt x="176915" y="211164"/>
                </a:lnTo>
                <a:lnTo>
                  <a:pt x="176192" y="210735"/>
                </a:lnTo>
                <a:lnTo>
                  <a:pt x="175449" y="210373"/>
                </a:lnTo>
                <a:lnTo>
                  <a:pt x="174687" y="210077"/>
                </a:lnTo>
                <a:lnTo>
                  <a:pt x="173906" y="209846"/>
                </a:lnTo>
                <a:lnTo>
                  <a:pt x="173105" y="209681"/>
                </a:lnTo>
                <a:lnTo>
                  <a:pt x="172287" y="209583"/>
                </a:lnTo>
                <a:lnTo>
                  <a:pt x="171450" y="209550"/>
                </a:lnTo>
                <a:lnTo>
                  <a:pt x="162306" y="209550"/>
                </a:lnTo>
                <a:lnTo>
                  <a:pt x="160476" y="209640"/>
                </a:lnTo>
                <a:lnTo>
                  <a:pt x="158712" y="209569"/>
                </a:lnTo>
                <a:lnTo>
                  <a:pt x="157014" y="209339"/>
                </a:lnTo>
                <a:lnTo>
                  <a:pt x="155382" y="208948"/>
                </a:lnTo>
                <a:lnTo>
                  <a:pt x="153815" y="208397"/>
                </a:lnTo>
                <a:lnTo>
                  <a:pt x="152315" y="207687"/>
                </a:lnTo>
                <a:lnTo>
                  <a:pt x="150881" y="206817"/>
                </a:lnTo>
                <a:lnTo>
                  <a:pt x="149512" y="205787"/>
                </a:lnTo>
                <a:lnTo>
                  <a:pt x="148209" y="204597"/>
                </a:lnTo>
                <a:lnTo>
                  <a:pt x="147010" y="203294"/>
                </a:lnTo>
                <a:lnTo>
                  <a:pt x="145952" y="201925"/>
                </a:lnTo>
                <a:lnTo>
                  <a:pt x="145034" y="200491"/>
                </a:lnTo>
                <a:lnTo>
                  <a:pt x="144258" y="198991"/>
                </a:lnTo>
                <a:lnTo>
                  <a:pt x="143623" y="197424"/>
                </a:lnTo>
                <a:lnTo>
                  <a:pt x="143129" y="195792"/>
                </a:lnTo>
                <a:lnTo>
                  <a:pt x="142776" y="194094"/>
                </a:lnTo>
                <a:lnTo>
                  <a:pt x="142564" y="192330"/>
                </a:lnTo>
                <a:lnTo>
                  <a:pt x="142494" y="190500"/>
                </a:lnTo>
                <a:lnTo>
                  <a:pt x="142494" y="160782"/>
                </a:lnTo>
                <a:lnTo>
                  <a:pt x="142664" y="159926"/>
                </a:lnTo>
                <a:lnTo>
                  <a:pt x="142833" y="159051"/>
                </a:lnTo>
                <a:lnTo>
                  <a:pt x="143002" y="158157"/>
                </a:lnTo>
                <a:lnTo>
                  <a:pt x="143171" y="157244"/>
                </a:lnTo>
                <a:lnTo>
                  <a:pt x="143341" y="156314"/>
                </a:lnTo>
                <a:lnTo>
                  <a:pt x="143510" y="155363"/>
                </a:lnTo>
                <a:lnTo>
                  <a:pt x="143679" y="154395"/>
                </a:lnTo>
                <a:lnTo>
                  <a:pt x="143848" y="153407"/>
                </a:lnTo>
                <a:lnTo>
                  <a:pt x="144018" y="152400"/>
                </a:lnTo>
                <a:close/>
                <a:moveTo>
                  <a:pt x="195072" y="76200"/>
                </a:moveTo>
                <a:lnTo>
                  <a:pt x="196404" y="76251"/>
                </a:lnTo>
                <a:lnTo>
                  <a:pt x="197688" y="76407"/>
                </a:lnTo>
                <a:lnTo>
                  <a:pt x="198924" y="76666"/>
                </a:lnTo>
                <a:lnTo>
                  <a:pt x="200115" y="77028"/>
                </a:lnTo>
                <a:lnTo>
                  <a:pt x="201258" y="77493"/>
                </a:lnTo>
                <a:lnTo>
                  <a:pt x="202353" y="78063"/>
                </a:lnTo>
                <a:lnTo>
                  <a:pt x="203403" y="78736"/>
                </a:lnTo>
                <a:lnTo>
                  <a:pt x="204405" y="79512"/>
                </a:lnTo>
                <a:lnTo>
                  <a:pt x="205359" y="80391"/>
                </a:lnTo>
                <a:lnTo>
                  <a:pt x="206238" y="81345"/>
                </a:lnTo>
                <a:lnTo>
                  <a:pt x="207014" y="82347"/>
                </a:lnTo>
                <a:lnTo>
                  <a:pt x="207687" y="83397"/>
                </a:lnTo>
                <a:lnTo>
                  <a:pt x="208257" y="84492"/>
                </a:lnTo>
                <a:lnTo>
                  <a:pt x="208722" y="85635"/>
                </a:lnTo>
                <a:lnTo>
                  <a:pt x="209084" y="86826"/>
                </a:lnTo>
                <a:lnTo>
                  <a:pt x="209343" y="88062"/>
                </a:lnTo>
                <a:lnTo>
                  <a:pt x="209499" y="89346"/>
                </a:lnTo>
                <a:lnTo>
                  <a:pt x="209550" y="90678"/>
                </a:lnTo>
                <a:lnTo>
                  <a:pt x="209390" y="94177"/>
                </a:lnTo>
                <a:lnTo>
                  <a:pt x="208910" y="97565"/>
                </a:lnTo>
                <a:lnTo>
                  <a:pt x="208111" y="100838"/>
                </a:lnTo>
                <a:lnTo>
                  <a:pt x="206992" y="103999"/>
                </a:lnTo>
                <a:lnTo>
                  <a:pt x="205551" y="107047"/>
                </a:lnTo>
                <a:lnTo>
                  <a:pt x="203793" y="109982"/>
                </a:lnTo>
                <a:lnTo>
                  <a:pt x="201714" y="112805"/>
                </a:lnTo>
                <a:lnTo>
                  <a:pt x="199314" y="115513"/>
                </a:lnTo>
                <a:lnTo>
                  <a:pt x="196596" y="118110"/>
                </a:lnTo>
                <a:lnTo>
                  <a:pt x="193040" y="120857"/>
                </a:lnTo>
                <a:lnTo>
                  <a:pt x="189146" y="123340"/>
                </a:lnTo>
                <a:lnTo>
                  <a:pt x="184912" y="125560"/>
                </a:lnTo>
                <a:lnTo>
                  <a:pt x="180340" y="127518"/>
                </a:lnTo>
                <a:lnTo>
                  <a:pt x="175430" y="129210"/>
                </a:lnTo>
                <a:lnTo>
                  <a:pt x="170180" y="130641"/>
                </a:lnTo>
                <a:lnTo>
                  <a:pt x="164592" y="131807"/>
                </a:lnTo>
                <a:lnTo>
                  <a:pt x="158666" y="132710"/>
                </a:lnTo>
                <a:lnTo>
                  <a:pt x="152400" y="133350"/>
                </a:lnTo>
                <a:lnTo>
                  <a:pt x="153087" y="132343"/>
                </a:lnTo>
                <a:lnTo>
                  <a:pt x="153793" y="131355"/>
                </a:lnTo>
                <a:lnTo>
                  <a:pt x="154516" y="130387"/>
                </a:lnTo>
                <a:lnTo>
                  <a:pt x="155259" y="129436"/>
                </a:lnTo>
                <a:lnTo>
                  <a:pt x="156021" y="128506"/>
                </a:lnTo>
                <a:lnTo>
                  <a:pt x="156802" y="127593"/>
                </a:lnTo>
                <a:lnTo>
                  <a:pt x="157603" y="126699"/>
                </a:lnTo>
                <a:lnTo>
                  <a:pt x="158421" y="125824"/>
                </a:lnTo>
                <a:lnTo>
                  <a:pt x="159258" y="124968"/>
                </a:lnTo>
                <a:lnTo>
                  <a:pt x="164216" y="120302"/>
                </a:lnTo>
                <a:lnTo>
                  <a:pt x="168929" y="115448"/>
                </a:lnTo>
                <a:lnTo>
                  <a:pt x="173397" y="110405"/>
                </a:lnTo>
                <a:lnTo>
                  <a:pt x="177621" y="105175"/>
                </a:lnTo>
                <a:lnTo>
                  <a:pt x="181601" y="99756"/>
                </a:lnTo>
                <a:lnTo>
                  <a:pt x="185336" y="94149"/>
                </a:lnTo>
                <a:lnTo>
                  <a:pt x="188826" y="88354"/>
                </a:lnTo>
                <a:lnTo>
                  <a:pt x="192071" y="82371"/>
                </a:lnTo>
                <a:lnTo>
                  <a:pt x="195072" y="76200"/>
                </a:lnTo>
                <a:close/>
                <a:moveTo>
                  <a:pt x="19050" y="90678"/>
                </a:moveTo>
                <a:lnTo>
                  <a:pt x="19101" y="89346"/>
                </a:lnTo>
                <a:lnTo>
                  <a:pt x="19257" y="88062"/>
                </a:lnTo>
                <a:lnTo>
                  <a:pt x="19516" y="86826"/>
                </a:lnTo>
                <a:lnTo>
                  <a:pt x="19878" y="85635"/>
                </a:lnTo>
                <a:lnTo>
                  <a:pt x="20343" y="84492"/>
                </a:lnTo>
                <a:lnTo>
                  <a:pt x="20913" y="83397"/>
                </a:lnTo>
                <a:lnTo>
                  <a:pt x="21586" y="82347"/>
                </a:lnTo>
                <a:lnTo>
                  <a:pt x="22362" y="81345"/>
                </a:lnTo>
                <a:lnTo>
                  <a:pt x="23241" y="80391"/>
                </a:lnTo>
                <a:lnTo>
                  <a:pt x="24195" y="79512"/>
                </a:lnTo>
                <a:lnTo>
                  <a:pt x="25197" y="78736"/>
                </a:lnTo>
                <a:lnTo>
                  <a:pt x="26247" y="78063"/>
                </a:lnTo>
                <a:lnTo>
                  <a:pt x="27342" y="77493"/>
                </a:lnTo>
                <a:lnTo>
                  <a:pt x="28485" y="77028"/>
                </a:lnTo>
                <a:lnTo>
                  <a:pt x="29676" y="76666"/>
                </a:lnTo>
                <a:lnTo>
                  <a:pt x="30912" y="76407"/>
                </a:lnTo>
                <a:lnTo>
                  <a:pt x="32196" y="76251"/>
                </a:lnTo>
                <a:lnTo>
                  <a:pt x="33528" y="76200"/>
                </a:lnTo>
                <a:lnTo>
                  <a:pt x="33528" y="76200"/>
                </a:lnTo>
                <a:lnTo>
                  <a:pt x="36529" y="82371"/>
                </a:lnTo>
                <a:lnTo>
                  <a:pt x="39774" y="88354"/>
                </a:lnTo>
                <a:lnTo>
                  <a:pt x="43264" y="94149"/>
                </a:lnTo>
                <a:lnTo>
                  <a:pt x="46999" y="99756"/>
                </a:lnTo>
                <a:lnTo>
                  <a:pt x="50979" y="105175"/>
                </a:lnTo>
                <a:lnTo>
                  <a:pt x="55203" y="110405"/>
                </a:lnTo>
                <a:lnTo>
                  <a:pt x="59671" y="115448"/>
                </a:lnTo>
                <a:lnTo>
                  <a:pt x="64384" y="120302"/>
                </a:lnTo>
                <a:lnTo>
                  <a:pt x="69342" y="124968"/>
                </a:lnTo>
                <a:lnTo>
                  <a:pt x="70179" y="125824"/>
                </a:lnTo>
                <a:lnTo>
                  <a:pt x="70997" y="126699"/>
                </a:lnTo>
                <a:lnTo>
                  <a:pt x="71798" y="127593"/>
                </a:lnTo>
                <a:lnTo>
                  <a:pt x="72579" y="128506"/>
                </a:lnTo>
                <a:lnTo>
                  <a:pt x="73341" y="129436"/>
                </a:lnTo>
                <a:lnTo>
                  <a:pt x="74084" y="130387"/>
                </a:lnTo>
                <a:lnTo>
                  <a:pt x="74807" y="131355"/>
                </a:lnTo>
                <a:lnTo>
                  <a:pt x="75513" y="132343"/>
                </a:lnTo>
                <a:lnTo>
                  <a:pt x="76200" y="133350"/>
                </a:lnTo>
                <a:lnTo>
                  <a:pt x="69934" y="132710"/>
                </a:lnTo>
                <a:lnTo>
                  <a:pt x="64008" y="131807"/>
                </a:lnTo>
                <a:lnTo>
                  <a:pt x="58420" y="130641"/>
                </a:lnTo>
                <a:lnTo>
                  <a:pt x="53170" y="129210"/>
                </a:lnTo>
                <a:lnTo>
                  <a:pt x="48260" y="127518"/>
                </a:lnTo>
                <a:lnTo>
                  <a:pt x="43688" y="125560"/>
                </a:lnTo>
                <a:lnTo>
                  <a:pt x="39454" y="123340"/>
                </a:lnTo>
                <a:lnTo>
                  <a:pt x="35560" y="120857"/>
                </a:lnTo>
                <a:lnTo>
                  <a:pt x="32004" y="118110"/>
                </a:lnTo>
                <a:lnTo>
                  <a:pt x="29286" y="115513"/>
                </a:lnTo>
                <a:lnTo>
                  <a:pt x="26886" y="112805"/>
                </a:lnTo>
                <a:lnTo>
                  <a:pt x="24807" y="109982"/>
                </a:lnTo>
                <a:lnTo>
                  <a:pt x="23049" y="107047"/>
                </a:lnTo>
                <a:lnTo>
                  <a:pt x="21608" y="103999"/>
                </a:lnTo>
                <a:lnTo>
                  <a:pt x="20489" y="100838"/>
                </a:lnTo>
                <a:lnTo>
                  <a:pt x="19690" y="97565"/>
                </a:lnTo>
                <a:lnTo>
                  <a:pt x="19210" y="94177"/>
                </a:lnTo>
                <a:lnTo>
                  <a:pt x="19050" y="90678"/>
                </a:lnTo>
                <a:close/>
                <a:moveTo>
                  <a:pt x="99822" y="209550"/>
                </a:moveTo>
                <a:lnTo>
                  <a:pt x="100941" y="207509"/>
                </a:lnTo>
                <a:lnTo>
                  <a:pt x="101929" y="205449"/>
                </a:lnTo>
                <a:lnTo>
                  <a:pt x="102785" y="203369"/>
                </a:lnTo>
                <a:lnTo>
                  <a:pt x="103510" y="201272"/>
                </a:lnTo>
                <a:lnTo>
                  <a:pt x="104103" y="199154"/>
                </a:lnTo>
                <a:lnTo>
                  <a:pt x="104564" y="197019"/>
                </a:lnTo>
                <a:lnTo>
                  <a:pt x="104892" y="194865"/>
                </a:lnTo>
                <a:lnTo>
                  <a:pt x="105090" y="192692"/>
                </a:lnTo>
                <a:lnTo>
                  <a:pt x="105156" y="190500"/>
                </a:lnTo>
                <a:lnTo>
                  <a:pt x="105156" y="161544"/>
                </a:lnTo>
                <a:lnTo>
                  <a:pt x="105081" y="158185"/>
                </a:lnTo>
                <a:lnTo>
                  <a:pt x="104855" y="154883"/>
                </a:lnTo>
                <a:lnTo>
                  <a:pt x="104479" y="151638"/>
                </a:lnTo>
                <a:lnTo>
                  <a:pt x="103952" y="148449"/>
                </a:lnTo>
                <a:lnTo>
                  <a:pt x="103275" y="145316"/>
                </a:lnTo>
                <a:lnTo>
                  <a:pt x="102447" y="142240"/>
                </a:lnTo>
                <a:lnTo>
                  <a:pt x="101468" y="139220"/>
                </a:lnTo>
                <a:lnTo>
                  <a:pt x="100339" y="136257"/>
                </a:lnTo>
                <a:lnTo>
                  <a:pt x="99060" y="133350"/>
                </a:lnTo>
                <a:lnTo>
                  <a:pt x="97640" y="130509"/>
                </a:lnTo>
                <a:lnTo>
                  <a:pt x="96087" y="127744"/>
                </a:lnTo>
                <a:lnTo>
                  <a:pt x="94403" y="125053"/>
                </a:lnTo>
                <a:lnTo>
                  <a:pt x="92588" y="122437"/>
                </a:lnTo>
                <a:lnTo>
                  <a:pt x="90640" y="119898"/>
                </a:lnTo>
                <a:lnTo>
                  <a:pt x="88562" y="117433"/>
                </a:lnTo>
                <a:lnTo>
                  <a:pt x="86351" y="115043"/>
                </a:lnTo>
                <a:lnTo>
                  <a:pt x="84009" y="112729"/>
                </a:lnTo>
                <a:lnTo>
                  <a:pt x="81534" y="110490"/>
                </a:lnTo>
                <a:lnTo>
                  <a:pt x="75166" y="104083"/>
                </a:lnTo>
                <a:lnTo>
                  <a:pt x="69267" y="97395"/>
                </a:lnTo>
                <a:lnTo>
                  <a:pt x="63838" y="90424"/>
                </a:lnTo>
                <a:lnTo>
                  <a:pt x="58881" y="83171"/>
                </a:lnTo>
                <a:lnTo>
                  <a:pt x="54393" y="75635"/>
                </a:lnTo>
                <a:lnTo>
                  <a:pt x="50377" y="67818"/>
                </a:lnTo>
                <a:lnTo>
                  <a:pt x="46830" y="59718"/>
                </a:lnTo>
                <a:lnTo>
                  <a:pt x="43754" y="51336"/>
                </a:lnTo>
                <a:lnTo>
                  <a:pt x="41148" y="42672"/>
                </a:lnTo>
                <a:lnTo>
                  <a:pt x="40738" y="40818"/>
                </a:lnTo>
                <a:lnTo>
                  <a:pt x="40527" y="38984"/>
                </a:lnTo>
                <a:lnTo>
                  <a:pt x="40513" y="37168"/>
                </a:lnTo>
                <a:lnTo>
                  <a:pt x="40697" y="35372"/>
                </a:lnTo>
                <a:lnTo>
                  <a:pt x="41078" y="33594"/>
                </a:lnTo>
                <a:lnTo>
                  <a:pt x="41656" y="31834"/>
                </a:lnTo>
                <a:lnTo>
                  <a:pt x="42432" y="30094"/>
                </a:lnTo>
                <a:lnTo>
                  <a:pt x="43405" y="28373"/>
                </a:lnTo>
                <a:lnTo>
                  <a:pt x="44577" y="26670"/>
                </a:lnTo>
                <a:lnTo>
                  <a:pt x="45890" y="25071"/>
                </a:lnTo>
                <a:lnTo>
                  <a:pt x="47286" y="23660"/>
                </a:lnTo>
                <a:lnTo>
                  <a:pt x="48768" y="22437"/>
                </a:lnTo>
                <a:lnTo>
                  <a:pt x="50334" y="21402"/>
                </a:lnTo>
                <a:lnTo>
                  <a:pt x="51986" y="20555"/>
                </a:lnTo>
                <a:lnTo>
                  <a:pt x="53721" y="19897"/>
                </a:lnTo>
                <a:lnTo>
                  <a:pt x="55541" y="19426"/>
                </a:lnTo>
                <a:lnTo>
                  <a:pt x="57446" y="19144"/>
                </a:lnTo>
                <a:lnTo>
                  <a:pt x="59436" y="19050"/>
                </a:lnTo>
                <a:lnTo>
                  <a:pt x="169164" y="19050"/>
                </a:lnTo>
                <a:lnTo>
                  <a:pt x="171154" y="19144"/>
                </a:lnTo>
                <a:lnTo>
                  <a:pt x="173059" y="19426"/>
                </a:lnTo>
                <a:lnTo>
                  <a:pt x="174879" y="19897"/>
                </a:lnTo>
                <a:lnTo>
                  <a:pt x="176614" y="20555"/>
                </a:lnTo>
                <a:lnTo>
                  <a:pt x="178266" y="21402"/>
                </a:lnTo>
                <a:lnTo>
                  <a:pt x="179832" y="22437"/>
                </a:lnTo>
                <a:lnTo>
                  <a:pt x="181314" y="23660"/>
                </a:lnTo>
                <a:lnTo>
                  <a:pt x="182710" y="25071"/>
                </a:lnTo>
                <a:lnTo>
                  <a:pt x="184023" y="26670"/>
                </a:lnTo>
                <a:lnTo>
                  <a:pt x="185195" y="28373"/>
                </a:lnTo>
                <a:lnTo>
                  <a:pt x="186168" y="30094"/>
                </a:lnTo>
                <a:lnTo>
                  <a:pt x="186944" y="31834"/>
                </a:lnTo>
                <a:lnTo>
                  <a:pt x="187522" y="33594"/>
                </a:lnTo>
                <a:lnTo>
                  <a:pt x="187903" y="35372"/>
                </a:lnTo>
                <a:lnTo>
                  <a:pt x="188087" y="37168"/>
                </a:lnTo>
                <a:lnTo>
                  <a:pt x="188073" y="38984"/>
                </a:lnTo>
                <a:lnTo>
                  <a:pt x="187862" y="40818"/>
                </a:lnTo>
                <a:lnTo>
                  <a:pt x="187452" y="42672"/>
                </a:lnTo>
                <a:lnTo>
                  <a:pt x="184846" y="51336"/>
                </a:lnTo>
                <a:lnTo>
                  <a:pt x="181770" y="59718"/>
                </a:lnTo>
                <a:lnTo>
                  <a:pt x="178223" y="67818"/>
                </a:lnTo>
                <a:lnTo>
                  <a:pt x="174207" y="75635"/>
                </a:lnTo>
                <a:lnTo>
                  <a:pt x="169719" y="83171"/>
                </a:lnTo>
                <a:lnTo>
                  <a:pt x="164762" y="90424"/>
                </a:lnTo>
                <a:lnTo>
                  <a:pt x="159333" y="97395"/>
                </a:lnTo>
                <a:lnTo>
                  <a:pt x="153434" y="104083"/>
                </a:lnTo>
                <a:lnTo>
                  <a:pt x="147066" y="110490"/>
                </a:lnTo>
                <a:lnTo>
                  <a:pt x="144591" y="112729"/>
                </a:lnTo>
                <a:lnTo>
                  <a:pt x="142249" y="115043"/>
                </a:lnTo>
                <a:lnTo>
                  <a:pt x="140038" y="117433"/>
                </a:lnTo>
                <a:lnTo>
                  <a:pt x="137960" y="119898"/>
                </a:lnTo>
                <a:lnTo>
                  <a:pt x="136012" y="122437"/>
                </a:lnTo>
                <a:lnTo>
                  <a:pt x="134197" y="125053"/>
                </a:lnTo>
                <a:lnTo>
                  <a:pt x="132513" y="127744"/>
                </a:lnTo>
                <a:lnTo>
                  <a:pt x="130960" y="130509"/>
                </a:lnTo>
                <a:lnTo>
                  <a:pt x="129540" y="133350"/>
                </a:lnTo>
                <a:lnTo>
                  <a:pt x="128261" y="136257"/>
                </a:lnTo>
                <a:lnTo>
                  <a:pt x="127132" y="139220"/>
                </a:lnTo>
                <a:lnTo>
                  <a:pt x="126153" y="142240"/>
                </a:lnTo>
                <a:lnTo>
                  <a:pt x="125325" y="145316"/>
                </a:lnTo>
                <a:lnTo>
                  <a:pt x="124648" y="148449"/>
                </a:lnTo>
                <a:lnTo>
                  <a:pt x="124121" y="151638"/>
                </a:lnTo>
                <a:lnTo>
                  <a:pt x="123745" y="154883"/>
                </a:lnTo>
                <a:lnTo>
                  <a:pt x="123519" y="158185"/>
                </a:lnTo>
                <a:lnTo>
                  <a:pt x="123444" y="161544"/>
                </a:lnTo>
                <a:lnTo>
                  <a:pt x="123444" y="190500"/>
                </a:lnTo>
                <a:lnTo>
                  <a:pt x="123510" y="192692"/>
                </a:lnTo>
                <a:lnTo>
                  <a:pt x="123708" y="194865"/>
                </a:lnTo>
                <a:lnTo>
                  <a:pt x="124036" y="197019"/>
                </a:lnTo>
                <a:lnTo>
                  <a:pt x="124497" y="199154"/>
                </a:lnTo>
                <a:lnTo>
                  <a:pt x="125090" y="201272"/>
                </a:lnTo>
                <a:lnTo>
                  <a:pt x="125815" y="203369"/>
                </a:lnTo>
                <a:lnTo>
                  <a:pt x="126671" y="205449"/>
                </a:lnTo>
                <a:lnTo>
                  <a:pt x="127659" y="207509"/>
                </a:lnTo>
                <a:lnTo>
                  <a:pt x="128778" y="209550"/>
                </a:lnTo>
                <a:close/>
              </a:path>
            </a:pathLst>
          </a:custGeom>
          <a:solidFill>
            <a:srgbClr val="C77E8C"/>
          </a:solidFill>
          <a:ln w="0">
            <a:noFill/>
          </a:ln>
        </p:spPr>
      </p:sp>
      <p:sp>
        <p:nvSpPr>
          <p:cNvPr id="43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53603E32-9FBC-4C0D-9A3A-B57D699BA854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3</a:t>
            </a:fld>
            <a:endParaRPr sz="1650" b="0">
              <a:solidFill>
                <a:srgbClr val="CF8792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31839658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6">
            <a:extLst>
              <a:ext uri="{FF2B5EF4-FFF2-40B4-BE49-F238E27FC236}">
                <a16:creationId xmlns:a16="http://schemas.microsoft.com/office/drawing/2014/main" id="{65BB05F9-417D-46C7-9C2F-2A0484EFC587}"/>
              </a:ext>
            </a:extLst>
          </p:cNvPr>
          <p:cNvSpPr>
            <a:spLocks noGrp="1"/>
          </p:cNvSpPr>
          <p:nvPr/>
        </p:nvSpPr>
        <p:spPr>
          <a:xfrm>
            <a:off x="6334125" y="2133600"/>
            <a:ext cx="32575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38" name="菱形 7">
            <a:extLst>
              <a:ext uri="{FF2B5EF4-FFF2-40B4-BE49-F238E27FC236}">
                <a16:creationId xmlns:a16="http://schemas.microsoft.com/office/drawing/2014/main" id="{2DE3D53E-7C42-4156-95B7-3A1984E10436}"/>
              </a:ext>
            </a:extLst>
          </p:cNvPr>
          <p:cNvSpPr>
            <a:spLocks noGrp="1"/>
          </p:cNvSpPr>
          <p:nvPr/>
        </p:nvSpPr>
        <p:spPr>
          <a:xfrm>
            <a:off x="7905750" y="2076450"/>
            <a:ext cx="114300" cy="114300"/>
          </a:xfrm>
          <a:prstGeom prst="diamond">
            <a:avLst/>
          </a:prstGeom>
          <a:solidFill>
            <a:srgbClr val="CF8792"/>
          </a:solidFill>
          <a:ln w="0">
            <a:noFill/>
          </a:ln>
        </p:spPr>
      </p:sp>
      <p:sp>
        <p:nvSpPr>
          <p:cNvPr id="39" name="矩形: 圓角 8">
            <a:extLst>
              <a:ext uri="{FF2B5EF4-FFF2-40B4-BE49-F238E27FC236}">
                <a16:creationId xmlns:a16="http://schemas.microsoft.com/office/drawing/2014/main" id="{819E05B9-612F-49AD-AC01-255E27EE5245}"/>
              </a:ext>
            </a:extLst>
          </p:cNvPr>
          <p:cNvSpPr>
            <a:spLocks noGrp="1"/>
          </p:cNvSpPr>
          <p:nvPr/>
        </p:nvSpPr>
        <p:spPr>
          <a:xfrm>
            <a:off x="1009650" y="2847975"/>
            <a:ext cx="4381500" cy="4724400"/>
          </a:xfrm>
          <a:prstGeom prst="roundRect">
            <a:avLst>
              <a:gd name="adj" fmla="val 3478"/>
            </a:avLst>
          </a:prstGeom>
          <a:solidFill>
            <a:srgbClr val="FCF8F5"/>
          </a:solidFill>
          <a:ln w="19050">
            <a:solidFill>
              <a:srgbClr val="CF9BA5"/>
            </a:solidFill>
          </a:ln>
        </p:spPr>
      </p:sp>
      <p:sp>
        <p:nvSpPr>
          <p:cNvPr id="40" name="橢圓 9">
            <a:extLst>
              <a:ext uri="{FF2B5EF4-FFF2-40B4-BE49-F238E27FC236}">
                <a16:creationId xmlns:a16="http://schemas.microsoft.com/office/drawing/2014/main" id="{D5ED46E2-F8DC-4650-BCE6-D4ED32124D0A}"/>
              </a:ext>
            </a:extLst>
          </p:cNvPr>
          <p:cNvSpPr>
            <a:spLocks noGrp="1"/>
          </p:cNvSpPr>
          <p:nvPr/>
        </p:nvSpPr>
        <p:spPr>
          <a:xfrm>
            <a:off x="2962275" y="2609850"/>
            <a:ext cx="476250" cy="476250"/>
          </a:xfrm>
          <a:prstGeom prst="ellipse">
            <a:avLst/>
          </a:prstGeom>
          <a:solidFill>
            <a:srgbClr val="C77E8C"/>
          </a:solidFill>
          <a:ln w="0">
            <a:noFill/>
          </a:ln>
        </p:spPr>
      </p:sp>
      <p:sp>
        <p:nvSpPr>
          <p:cNvPr id="41" name="矩形: 圓角 12">
            <a:extLst>
              <a:ext uri="{FF2B5EF4-FFF2-40B4-BE49-F238E27FC236}">
                <a16:creationId xmlns:a16="http://schemas.microsoft.com/office/drawing/2014/main" id="{517DBA0C-7E50-490B-8426-E32EA971A1C5}"/>
              </a:ext>
            </a:extLst>
          </p:cNvPr>
          <p:cNvSpPr>
            <a:spLocks noGrp="1"/>
          </p:cNvSpPr>
          <p:nvPr/>
        </p:nvSpPr>
        <p:spPr>
          <a:xfrm>
            <a:off x="1828800" y="4343400"/>
            <a:ext cx="2743200" cy="409575"/>
          </a:xfrm>
          <a:prstGeom prst="roundRect">
            <a:avLst>
              <a:gd name="adj" fmla="val 37209"/>
            </a:avLst>
          </a:prstGeom>
          <a:solidFill>
            <a:srgbClr val="F4DEA0"/>
          </a:solidFill>
          <a:ln w="0">
            <a:noFill/>
          </a:ln>
        </p:spPr>
      </p:sp>
      <p:sp>
        <p:nvSpPr>
          <p:cNvPr id="42" name="矩形 14">
            <a:extLst>
              <a:ext uri="{FF2B5EF4-FFF2-40B4-BE49-F238E27FC236}">
                <a16:creationId xmlns:a16="http://schemas.microsoft.com/office/drawing/2014/main" id="{4A1AEA92-4A24-4A9F-AE42-2B9C5DBEE958}"/>
              </a:ext>
            </a:extLst>
          </p:cNvPr>
          <p:cNvSpPr>
            <a:spLocks noGrp="1"/>
          </p:cNvSpPr>
          <p:nvPr/>
        </p:nvSpPr>
        <p:spPr>
          <a:xfrm>
            <a:off x="1390650" y="4838700"/>
            <a:ext cx="361950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43" name="矩形: 圓角 16">
            <a:extLst>
              <a:ext uri="{FF2B5EF4-FFF2-40B4-BE49-F238E27FC236}">
                <a16:creationId xmlns:a16="http://schemas.microsoft.com/office/drawing/2014/main" id="{994601F7-4CC1-4CC2-8DE3-07D326B03D8A}"/>
              </a:ext>
            </a:extLst>
          </p:cNvPr>
          <p:cNvSpPr>
            <a:spLocks noGrp="1"/>
          </p:cNvSpPr>
          <p:nvPr/>
        </p:nvSpPr>
        <p:spPr>
          <a:xfrm>
            <a:off x="5772150" y="2847975"/>
            <a:ext cx="4381500" cy="4724400"/>
          </a:xfrm>
          <a:prstGeom prst="roundRect">
            <a:avLst>
              <a:gd name="adj" fmla="val 3478"/>
            </a:avLst>
          </a:prstGeom>
          <a:solidFill>
            <a:srgbClr val="FCF8F5"/>
          </a:solidFill>
          <a:ln w="19050">
            <a:solidFill>
              <a:srgbClr val="CF9BA5"/>
            </a:solidFill>
          </a:ln>
        </p:spPr>
      </p:sp>
      <p:sp>
        <p:nvSpPr>
          <p:cNvPr id="44" name="橢圓 17">
            <a:extLst>
              <a:ext uri="{FF2B5EF4-FFF2-40B4-BE49-F238E27FC236}">
                <a16:creationId xmlns:a16="http://schemas.microsoft.com/office/drawing/2014/main" id="{B700AB86-C6A7-4985-959C-ECD875A53F63}"/>
              </a:ext>
            </a:extLst>
          </p:cNvPr>
          <p:cNvSpPr>
            <a:spLocks noGrp="1"/>
          </p:cNvSpPr>
          <p:nvPr/>
        </p:nvSpPr>
        <p:spPr>
          <a:xfrm>
            <a:off x="7724775" y="2609850"/>
            <a:ext cx="476250" cy="476250"/>
          </a:xfrm>
          <a:prstGeom prst="ellipse">
            <a:avLst/>
          </a:prstGeom>
          <a:solidFill>
            <a:srgbClr val="C77E8C"/>
          </a:solidFill>
          <a:ln w="0">
            <a:noFill/>
          </a:ln>
        </p:spPr>
      </p:sp>
      <p:sp>
        <p:nvSpPr>
          <p:cNvPr id="45" name="矩形: 圓角 20">
            <a:extLst>
              <a:ext uri="{FF2B5EF4-FFF2-40B4-BE49-F238E27FC236}">
                <a16:creationId xmlns:a16="http://schemas.microsoft.com/office/drawing/2014/main" id="{CA267C7C-B2C0-4AF9-9267-152CE99EECC1}"/>
              </a:ext>
            </a:extLst>
          </p:cNvPr>
          <p:cNvSpPr>
            <a:spLocks noGrp="1"/>
          </p:cNvSpPr>
          <p:nvPr/>
        </p:nvSpPr>
        <p:spPr>
          <a:xfrm>
            <a:off x="6591300" y="4343400"/>
            <a:ext cx="2743200" cy="409575"/>
          </a:xfrm>
          <a:prstGeom prst="roundRect">
            <a:avLst>
              <a:gd name="adj" fmla="val 37209"/>
            </a:avLst>
          </a:prstGeom>
          <a:solidFill>
            <a:srgbClr val="F4DEA0"/>
          </a:solidFill>
          <a:ln w="0">
            <a:noFill/>
          </a:ln>
        </p:spPr>
      </p:sp>
      <p:sp>
        <p:nvSpPr>
          <p:cNvPr id="46" name="矩形 22">
            <a:extLst>
              <a:ext uri="{FF2B5EF4-FFF2-40B4-BE49-F238E27FC236}">
                <a16:creationId xmlns:a16="http://schemas.microsoft.com/office/drawing/2014/main" id="{4BD4D7AB-6DCD-405D-BA7D-19930987BF27}"/>
              </a:ext>
            </a:extLst>
          </p:cNvPr>
          <p:cNvSpPr>
            <a:spLocks noGrp="1"/>
          </p:cNvSpPr>
          <p:nvPr/>
        </p:nvSpPr>
        <p:spPr>
          <a:xfrm>
            <a:off x="6153150" y="4838700"/>
            <a:ext cx="361950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47" name="矩形: 圓角 24">
            <a:extLst>
              <a:ext uri="{FF2B5EF4-FFF2-40B4-BE49-F238E27FC236}">
                <a16:creationId xmlns:a16="http://schemas.microsoft.com/office/drawing/2014/main" id="{D2B02661-AA78-447A-80AA-9BA4787F1625}"/>
              </a:ext>
            </a:extLst>
          </p:cNvPr>
          <p:cNvSpPr>
            <a:spLocks noGrp="1"/>
          </p:cNvSpPr>
          <p:nvPr/>
        </p:nvSpPr>
        <p:spPr>
          <a:xfrm>
            <a:off x="10534650" y="2847975"/>
            <a:ext cx="4381500" cy="4724400"/>
          </a:xfrm>
          <a:prstGeom prst="roundRect">
            <a:avLst>
              <a:gd name="adj" fmla="val 3478"/>
            </a:avLst>
          </a:prstGeom>
          <a:solidFill>
            <a:srgbClr val="FCF8F5"/>
          </a:solidFill>
          <a:ln w="19050">
            <a:solidFill>
              <a:srgbClr val="CF9BA5"/>
            </a:solidFill>
          </a:ln>
        </p:spPr>
      </p:sp>
      <p:sp>
        <p:nvSpPr>
          <p:cNvPr id="48" name="橢圓 25">
            <a:extLst>
              <a:ext uri="{FF2B5EF4-FFF2-40B4-BE49-F238E27FC236}">
                <a16:creationId xmlns:a16="http://schemas.microsoft.com/office/drawing/2014/main" id="{DD2C6072-BCF4-4F38-BC72-E1791AA14BB9}"/>
              </a:ext>
            </a:extLst>
          </p:cNvPr>
          <p:cNvSpPr>
            <a:spLocks noGrp="1"/>
          </p:cNvSpPr>
          <p:nvPr/>
        </p:nvSpPr>
        <p:spPr>
          <a:xfrm>
            <a:off x="12487275" y="2609850"/>
            <a:ext cx="476250" cy="476250"/>
          </a:xfrm>
          <a:prstGeom prst="ellipse">
            <a:avLst/>
          </a:prstGeom>
          <a:solidFill>
            <a:srgbClr val="C77E8C"/>
          </a:solidFill>
          <a:ln w="0">
            <a:noFill/>
          </a:ln>
        </p:spPr>
      </p:sp>
      <p:sp>
        <p:nvSpPr>
          <p:cNvPr id="49" name="矩形: 圓角 28">
            <a:extLst>
              <a:ext uri="{FF2B5EF4-FFF2-40B4-BE49-F238E27FC236}">
                <a16:creationId xmlns:a16="http://schemas.microsoft.com/office/drawing/2014/main" id="{5F03B9A5-8F50-432D-B851-1475EF5D8430}"/>
              </a:ext>
            </a:extLst>
          </p:cNvPr>
          <p:cNvSpPr>
            <a:spLocks noGrp="1"/>
          </p:cNvSpPr>
          <p:nvPr/>
        </p:nvSpPr>
        <p:spPr>
          <a:xfrm>
            <a:off x="11353800" y="4343400"/>
            <a:ext cx="2743200" cy="409575"/>
          </a:xfrm>
          <a:prstGeom prst="roundRect">
            <a:avLst>
              <a:gd name="adj" fmla="val 37209"/>
            </a:avLst>
          </a:prstGeom>
          <a:solidFill>
            <a:srgbClr val="F4DEA0"/>
          </a:solidFill>
          <a:ln w="0">
            <a:noFill/>
          </a:ln>
        </p:spPr>
      </p:sp>
      <p:sp>
        <p:nvSpPr>
          <p:cNvPr id="50" name="矩形 30">
            <a:extLst>
              <a:ext uri="{FF2B5EF4-FFF2-40B4-BE49-F238E27FC236}">
                <a16:creationId xmlns:a16="http://schemas.microsoft.com/office/drawing/2014/main" id="{2003ADD7-1FD2-4C3F-B033-572BD16ACDAD}"/>
              </a:ext>
            </a:extLst>
          </p:cNvPr>
          <p:cNvSpPr>
            <a:spLocks noGrp="1"/>
          </p:cNvSpPr>
          <p:nvPr/>
        </p:nvSpPr>
        <p:spPr>
          <a:xfrm>
            <a:off x="10915650" y="4838700"/>
            <a:ext cx="361950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5" name="標題 4">
            <a:extLst>
              <a:ext uri="{FF2B5EF4-FFF2-40B4-BE49-F238E27FC236}">
                <a16:creationId xmlns:a16="http://schemas.microsoft.com/office/drawing/2014/main" id="{F4A11F33-6FE7-43A7-A0E0-C2B1D9FEB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0" y="438150"/>
            <a:ext cx="11353800" cy="10477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2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三種 Operator 選擇模式</a:t>
            </a:r>
          </a:p>
        </p:txBody>
      </p:sp>
      <p:sp>
        <p:nvSpPr>
          <p:cNvPr id="6" name="副標題 5">
            <a:extLst>
              <a:ext uri="{FF2B5EF4-FFF2-40B4-BE49-F238E27FC236}">
                <a16:creationId xmlns:a16="http://schemas.microsoft.com/office/drawing/2014/main" id="{DC5F41B8-184C-4EA4-81E9-7441D035C9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76500" y="1533525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本次使用 </a:t>
            </a:r>
            <a:r>
              <a:rPr lang="en-US"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STATIC；S / P / C </a:t>
            </a:r>
            <a:r>
              <a:rPr lang="zh-TW" altLang="en-US"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機率固定為 </a:t>
            </a:r>
            <a:r>
              <a:rPr lang="en-US" altLang="zh-TW"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0.33 / 0.33 / 0.34</a:t>
            </a:r>
            <a:endParaRPr sz="2100" b="0">
              <a:solidFill>
                <a:srgbClr val="423C3B"/>
              </a:solidFill>
              <a:latin typeface="Source Han Serif TW"/>
              <a:ea typeface="Source Han Serif TW"/>
              <a:cs typeface="Source Han Serif TW"/>
            </a:endParaRPr>
          </a:p>
        </p:txBody>
      </p:sp>
      <p:sp>
        <p:nvSpPr>
          <p:cNvPr id="11" name="文字版面配置區 10">
            <a:extLst>
              <a:ext uri="{FF2B5EF4-FFF2-40B4-BE49-F238E27FC236}">
                <a16:creationId xmlns:a16="http://schemas.microsoft.com/office/drawing/2014/main" id="{55401F67-D3AF-47C1-8F00-E09681777894}"/>
              </a:ext>
            </a:extLst>
          </p:cNvPr>
          <p:cNvSpPr>
            <a:spLocks noGrp="1"/>
          </p:cNvSpPr>
          <p:nvPr/>
        </p:nvSpPr>
        <p:spPr>
          <a:xfrm>
            <a:off x="2990850" y="2609850"/>
            <a:ext cx="4191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rPr>
              <a:t>1</a:t>
            </a:r>
          </a:p>
        </p:txBody>
      </p:sp>
      <p:sp>
        <p:nvSpPr>
          <p:cNvPr id="12" name="文字版面配置區 11">
            <a:extLst>
              <a:ext uri="{FF2B5EF4-FFF2-40B4-BE49-F238E27FC236}">
                <a16:creationId xmlns:a16="http://schemas.microsoft.com/office/drawing/2014/main" id="{ABAEF488-C363-4F61-8949-9FBB0B5AEE3A}"/>
              </a:ext>
            </a:extLst>
          </p:cNvPr>
          <p:cNvSpPr>
            <a:spLocks noGrp="1"/>
          </p:cNvSpPr>
          <p:nvPr/>
        </p:nvSpPr>
        <p:spPr>
          <a:xfrm>
            <a:off x="1219200" y="3743325"/>
            <a:ext cx="3962400" cy="5238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3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STATIC</a:t>
            </a:r>
          </a:p>
        </p:txBody>
      </p:sp>
      <p:sp>
        <p:nvSpPr>
          <p:cNvPr id="14" name="文字版面配置區 13">
            <a:extLst>
              <a:ext uri="{FF2B5EF4-FFF2-40B4-BE49-F238E27FC236}">
                <a16:creationId xmlns:a16="http://schemas.microsoft.com/office/drawing/2014/main" id="{75AC1117-0ACC-4264-A35D-FEB17E465E7A}"/>
              </a:ext>
            </a:extLst>
          </p:cNvPr>
          <p:cNvSpPr>
            <a:spLocks noGrp="1"/>
          </p:cNvSpPr>
          <p:nvPr/>
        </p:nvSpPr>
        <p:spPr>
          <a:xfrm>
            <a:off x="1905000" y="4362450"/>
            <a:ext cx="2590800" cy="3714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固定機率</a:t>
            </a:r>
          </a:p>
        </p:txBody>
      </p:sp>
      <p:sp>
        <p:nvSpPr>
          <p:cNvPr id="16" name="文字版面配置區 15">
            <a:extLst>
              <a:ext uri="{FF2B5EF4-FFF2-40B4-BE49-F238E27FC236}">
                <a16:creationId xmlns:a16="http://schemas.microsoft.com/office/drawing/2014/main" id="{F09E7993-42EB-4C17-8067-F36468BA5891}"/>
              </a:ext>
            </a:extLst>
          </p:cNvPr>
          <p:cNvSpPr>
            <a:spLocks noGrp="1"/>
          </p:cNvSpPr>
          <p:nvPr/>
        </p:nvSpPr>
        <p:spPr>
          <a:xfrm>
            <a:off x="1390650" y="5038725"/>
            <a:ext cx="3619500" cy="21050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依設定比例選 operator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不計算 reward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整個 run 維持同一分佈</a:t>
            </a:r>
          </a:p>
        </p:txBody>
      </p:sp>
      <p:sp>
        <p:nvSpPr>
          <p:cNvPr id="19" name="文字版面配置區 18">
            <a:extLst>
              <a:ext uri="{FF2B5EF4-FFF2-40B4-BE49-F238E27FC236}">
                <a16:creationId xmlns:a16="http://schemas.microsoft.com/office/drawing/2014/main" id="{826F8B46-0434-4C4D-9011-64E588A5A46D}"/>
              </a:ext>
            </a:extLst>
          </p:cNvPr>
          <p:cNvSpPr>
            <a:spLocks noGrp="1"/>
          </p:cNvSpPr>
          <p:nvPr/>
        </p:nvSpPr>
        <p:spPr>
          <a:xfrm>
            <a:off x="7753350" y="2609850"/>
            <a:ext cx="4191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rPr>
              <a:t>2</a:t>
            </a:r>
          </a:p>
        </p:txBody>
      </p:sp>
      <p:sp>
        <p:nvSpPr>
          <p:cNvPr id="20" name="文字版面配置區 19">
            <a:extLst>
              <a:ext uri="{FF2B5EF4-FFF2-40B4-BE49-F238E27FC236}">
                <a16:creationId xmlns:a16="http://schemas.microsoft.com/office/drawing/2014/main" id="{85DBCD40-6879-4552-A08E-1AD954835E1D}"/>
              </a:ext>
            </a:extLst>
          </p:cNvPr>
          <p:cNvSpPr>
            <a:spLocks noGrp="1"/>
          </p:cNvSpPr>
          <p:nvPr/>
        </p:nvSpPr>
        <p:spPr>
          <a:xfrm>
            <a:off x="5981700" y="3743325"/>
            <a:ext cx="3962400" cy="5238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3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AOS OPPONENT</a:t>
            </a:r>
          </a:p>
        </p:txBody>
      </p:sp>
      <p:sp>
        <p:nvSpPr>
          <p:cNvPr id="22" name="文字版面配置區 21">
            <a:extLst>
              <a:ext uri="{FF2B5EF4-FFF2-40B4-BE49-F238E27FC236}">
                <a16:creationId xmlns:a16="http://schemas.microsoft.com/office/drawing/2014/main" id="{D67752AE-633E-4184-BA7D-16BE6E0FA659}"/>
              </a:ext>
            </a:extLst>
          </p:cNvPr>
          <p:cNvSpPr>
            <a:spLocks noGrp="1"/>
          </p:cNvSpPr>
          <p:nvPr/>
        </p:nvSpPr>
        <p:spPr>
          <a:xfrm>
            <a:off x="6667500" y="4362450"/>
            <a:ext cx="2590800" cy="3714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10 對手既有評估</a:t>
            </a:r>
          </a:p>
        </p:txBody>
      </p:sp>
      <p:sp>
        <p:nvSpPr>
          <p:cNvPr id="24" name="文字版面配置區 23">
            <a:extLst>
              <a:ext uri="{FF2B5EF4-FFF2-40B4-BE49-F238E27FC236}">
                <a16:creationId xmlns:a16="http://schemas.microsoft.com/office/drawing/2014/main" id="{E3F19581-314E-495B-935D-49E2AA4BACC5}"/>
              </a:ext>
            </a:extLst>
          </p:cNvPr>
          <p:cNvSpPr>
            <a:spLocks noGrp="1"/>
          </p:cNvSpPr>
          <p:nvPr/>
        </p:nvSpPr>
        <p:spPr>
          <a:xfrm>
            <a:off x="6153150" y="5038725"/>
            <a:ext cx="3619500" cy="21050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比較 child 與 evidence parent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依 W/D/L rank 改善給 reward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每代 EMA 更新機率</a:t>
            </a:r>
          </a:p>
        </p:txBody>
      </p:sp>
      <p:sp>
        <p:nvSpPr>
          <p:cNvPr id="27" name="文字版面配置區 26">
            <a:extLst>
              <a:ext uri="{FF2B5EF4-FFF2-40B4-BE49-F238E27FC236}">
                <a16:creationId xmlns:a16="http://schemas.microsoft.com/office/drawing/2014/main" id="{83C9821D-05BF-4674-B644-A903B9F4EF43}"/>
              </a:ext>
            </a:extLst>
          </p:cNvPr>
          <p:cNvSpPr>
            <a:spLocks noGrp="1"/>
          </p:cNvSpPr>
          <p:nvPr/>
        </p:nvSpPr>
        <p:spPr>
          <a:xfrm>
            <a:off x="12515850" y="2609850"/>
            <a:ext cx="4191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rPr>
              <a:t>3</a:t>
            </a:r>
          </a:p>
        </p:txBody>
      </p:sp>
      <p:sp>
        <p:nvSpPr>
          <p:cNvPr id="28" name="文字版面配置區 27">
            <a:extLst>
              <a:ext uri="{FF2B5EF4-FFF2-40B4-BE49-F238E27FC236}">
                <a16:creationId xmlns:a16="http://schemas.microsoft.com/office/drawing/2014/main" id="{2DD0CB26-C1D4-4C5B-8309-2BB7C66D77B8}"/>
              </a:ext>
            </a:extLst>
          </p:cNvPr>
          <p:cNvSpPr>
            <a:spLocks noGrp="1"/>
          </p:cNvSpPr>
          <p:nvPr/>
        </p:nvSpPr>
        <p:spPr>
          <a:xfrm>
            <a:off x="10744200" y="3743325"/>
            <a:ext cx="3962400" cy="5238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3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AOS HEAD2HEAD</a:t>
            </a:r>
          </a:p>
        </p:txBody>
      </p:sp>
      <p:sp>
        <p:nvSpPr>
          <p:cNvPr id="30" name="文字版面配置區 29">
            <a:extLst>
              <a:ext uri="{FF2B5EF4-FFF2-40B4-BE49-F238E27FC236}">
                <a16:creationId xmlns:a16="http://schemas.microsoft.com/office/drawing/2014/main" id="{1E639A77-EEF7-4B46-9657-74B88013CFC3}"/>
              </a:ext>
            </a:extLst>
          </p:cNvPr>
          <p:cNvSpPr>
            <a:spLocks noGrp="1"/>
          </p:cNvSpPr>
          <p:nvPr/>
        </p:nvSpPr>
        <p:spPr>
          <a:xfrm>
            <a:off x="11430000" y="4362450"/>
            <a:ext cx="2590800" cy="3714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額外親子對戰</a:t>
            </a:r>
          </a:p>
        </p:txBody>
      </p:sp>
      <p:sp>
        <p:nvSpPr>
          <p:cNvPr id="32" name="文字版面配置區 31">
            <a:extLst>
              <a:ext uri="{FF2B5EF4-FFF2-40B4-BE49-F238E27FC236}">
                <a16:creationId xmlns:a16="http://schemas.microsoft.com/office/drawing/2014/main" id="{E07395B5-C4DB-4B20-AF84-01E34053767D}"/>
              </a:ext>
            </a:extLst>
          </p:cNvPr>
          <p:cNvSpPr>
            <a:spLocks noGrp="1"/>
          </p:cNvSpPr>
          <p:nvPr/>
        </p:nvSpPr>
        <p:spPr>
          <a:xfrm>
            <a:off x="10915650" y="5038725"/>
            <a:ext cx="3619500" cy="21050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3 maps × 3 rounds × 2 sides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共 18 場 parent–child 對戰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再更新 operator 機率</a:t>
            </a:r>
          </a:p>
        </p:txBody>
      </p:sp>
      <p:sp>
        <p:nvSpPr>
          <p:cNvPr id="34" name="手繪多邊形: 圖案 33">
            <a:extLst>
              <a:ext uri="{FF2B5EF4-FFF2-40B4-BE49-F238E27FC236}">
                <a16:creationId xmlns:a16="http://schemas.microsoft.com/office/drawing/2014/main" id="{F715B753-D58E-43BA-B2E6-FD4ED553497D}"/>
              </a:ext>
            </a:extLst>
          </p:cNvPr>
          <p:cNvSpPr>
            <a:spLocks noGrp="1"/>
          </p:cNvSpPr>
          <p:nvPr/>
        </p:nvSpPr>
        <p:spPr>
          <a:xfrm>
            <a:off x="2905125" y="3162300"/>
            <a:ext cx="590550" cy="59055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114300" y="0"/>
                </a:moveTo>
                <a:lnTo>
                  <a:pt x="107418" y="189"/>
                </a:lnTo>
                <a:lnTo>
                  <a:pt x="100659" y="752"/>
                </a:lnTo>
                <a:lnTo>
                  <a:pt x="94022" y="1694"/>
                </a:lnTo>
                <a:lnTo>
                  <a:pt x="87508" y="3010"/>
                </a:lnTo>
                <a:lnTo>
                  <a:pt x="81115" y="4703"/>
                </a:lnTo>
                <a:lnTo>
                  <a:pt x="74846" y="6773"/>
                </a:lnTo>
                <a:lnTo>
                  <a:pt x="68697" y="9219"/>
                </a:lnTo>
                <a:lnTo>
                  <a:pt x="62673" y="12042"/>
                </a:lnTo>
                <a:lnTo>
                  <a:pt x="56769" y="15240"/>
                </a:lnTo>
                <a:lnTo>
                  <a:pt x="51064" y="18763"/>
                </a:lnTo>
                <a:lnTo>
                  <a:pt x="45630" y="22559"/>
                </a:lnTo>
                <a:lnTo>
                  <a:pt x="40471" y="26628"/>
                </a:lnTo>
                <a:lnTo>
                  <a:pt x="35583" y="30970"/>
                </a:lnTo>
                <a:lnTo>
                  <a:pt x="30970" y="35583"/>
                </a:lnTo>
                <a:lnTo>
                  <a:pt x="26628" y="40471"/>
                </a:lnTo>
                <a:lnTo>
                  <a:pt x="22559" y="45630"/>
                </a:lnTo>
                <a:lnTo>
                  <a:pt x="18763" y="51064"/>
                </a:lnTo>
                <a:lnTo>
                  <a:pt x="15240" y="56769"/>
                </a:lnTo>
                <a:lnTo>
                  <a:pt x="12042" y="62673"/>
                </a:lnTo>
                <a:lnTo>
                  <a:pt x="9219" y="68697"/>
                </a:lnTo>
                <a:lnTo>
                  <a:pt x="6773" y="74846"/>
                </a:lnTo>
                <a:lnTo>
                  <a:pt x="4703" y="81115"/>
                </a:lnTo>
                <a:lnTo>
                  <a:pt x="3010" y="87508"/>
                </a:lnTo>
                <a:lnTo>
                  <a:pt x="1694" y="94022"/>
                </a:lnTo>
                <a:lnTo>
                  <a:pt x="752" y="100659"/>
                </a:lnTo>
                <a:lnTo>
                  <a:pt x="189" y="107418"/>
                </a:lnTo>
                <a:lnTo>
                  <a:pt x="0" y="114300"/>
                </a:lnTo>
                <a:lnTo>
                  <a:pt x="189" y="121182"/>
                </a:lnTo>
                <a:lnTo>
                  <a:pt x="752" y="127941"/>
                </a:lnTo>
                <a:lnTo>
                  <a:pt x="1694" y="134578"/>
                </a:lnTo>
                <a:lnTo>
                  <a:pt x="3010" y="141092"/>
                </a:lnTo>
                <a:lnTo>
                  <a:pt x="4703" y="147485"/>
                </a:lnTo>
                <a:lnTo>
                  <a:pt x="6773" y="153754"/>
                </a:lnTo>
                <a:lnTo>
                  <a:pt x="9219" y="159903"/>
                </a:lnTo>
                <a:lnTo>
                  <a:pt x="12042" y="165927"/>
                </a:lnTo>
                <a:lnTo>
                  <a:pt x="15240" y="171831"/>
                </a:lnTo>
                <a:lnTo>
                  <a:pt x="18763" y="177536"/>
                </a:lnTo>
                <a:lnTo>
                  <a:pt x="22559" y="182970"/>
                </a:lnTo>
                <a:lnTo>
                  <a:pt x="26628" y="188129"/>
                </a:lnTo>
                <a:lnTo>
                  <a:pt x="30970" y="193017"/>
                </a:lnTo>
                <a:lnTo>
                  <a:pt x="35583" y="197630"/>
                </a:lnTo>
                <a:lnTo>
                  <a:pt x="40471" y="201972"/>
                </a:lnTo>
                <a:lnTo>
                  <a:pt x="45630" y="206041"/>
                </a:lnTo>
                <a:lnTo>
                  <a:pt x="51064" y="209837"/>
                </a:lnTo>
                <a:lnTo>
                  <a:pt x="56769" y="213360"/>
                </a:lnTo>
                <a:lnTo>
                  <a:pt x="62673" y="216558"/>
                </a:lnTo>
                <a:lnTo>
                  <a:pt x="68697" y="219381"/>
                </a:lnTo>
                <a:lnTo>
                  <a:pt x="74846" y="221827"/>
                </a:lnTo>
                <a:lnTo>
                  <a:pt x="81115" y="223897"/>
                </a:lnTo>
                <a:lnTo>
                  <a:pt x="87508" y="225590"/>
                </a:lnTo>
                <a:lnTo>
                  <a:pt x="94022" y="226906"/>
                </a:lnTo>
                <a:lnTo>
                  <a:pt x="100659" y="227848"/>
                </a:lnTo>
                <a:lnTo>
                  <a:pt x="107418" y="228411"/>
                </a:lnTo>
                <a:lnTo>
                  <a:pt x="114300" y="228600"/>
                </a:lnTo>
                <a:lnTo>
                  <a:pt x="121182" y="228411"/>
                </a:lnTo>
                <a:lnTo>
                  <a:pt x="127941" y="227848"/>
                </a:lnTo>
                <a:lnTo>
                  <a:pt x="134578" y="226906"/>
                </a:lnTo>
                <a:lnTo>
                  <a:pt x="141092" y="225590"/>
                </a:lnTo>
                <a:lnTo>
                  <a:pt x="147485" y="223897"/>
                </a:lnTo>
                <a:lnTo>
                  <a:pt x="153754" y="221827"/>
                </a:lnTo>
                <a:lnTo>
                  <a:pt x="159903" y="219381"/>
                </a:lnTo>
                <a:lnTo>
                  <a:pt x="165927" y="216558"/>
                </a:lnTo>
                <a:lnTo>
                  <a:pt x="171831" y="213360"/>
                </a:lnTo>
                <a:lnTo>
                  <a:pt x="177536" y="209837"/>
                </a:lnTo>
                <a:lnTo>
                  <a:pt x="182970" y="206041"/>
                </a:lnTo>
                <a:lnTo>
                  <a:pt x="188129" y="201972"/>
                </a:lnTo>
                <a:lnTo>
                  <a:pt x="193017" y="197630"/>
                </a:lnTo>
                <a:lnTo>
                  <a:pt x="197630" y="193017"/>
                </a:lnTo>
                <a:lnTo>
                  <a:pt x="201972" y="188129"/>
                </a:lnTo>
                <a:lnTo>
                  <a:pt x="206041" y="182970"/>
                </a:lnTo>
                <a:lnTo>
                  <a:pt x="209837" y="177536"/>
                </a:lnTo>
                <a:lnTo>
                  <a:pt x="213360" y="171831"/>
                </a:lnTo>
                <a:lnTo>
                  <a:pt x="216558" y="165927"/>
                </a:lnTo>
                <a:lnTo>
                  <a:pt x="219381" y="159903"/>
                </a:lnTo>
                <a:lnTo>
                  <a:pt x="221827" y="153754"/>
                </a:lnTo>
                <a:lnTo>
                  <a:pt x="223897" y="147485"/>
                </a:lnTo>
                <a:lnTo>
                  <a:pt x="225590" y="141092"/>
                </a:lnTo>
                <a:lnTo>
                  <a:pt x="226906" y="134578"/>
                </a:lnTo>
                <a:lnTo>
                  <a:pt x="227848" y="127941"/>
                </a:lnTo>
                <a:lnTo>
                  <a:pt x="228411" y="121182"/>
                </a:lnTo>
                <a:lnTo>
                  <a:pt x="228600" y="114300"/>
                </a:lnTo>
                <a:lnTo>
                  <a:pt x="228411" y="107418"/>
                </a:lnTo>
                <a:lnTo>
                  <a:pt x="227848" y="100659"/>
                </a:lnTo>
                <a:lnTo>
                  <a:pt x="226906" y="94022"/>
                </a:lnTo>
                <a:lnTo>
                  <a:pt x="225590" y="87508"/>
                </a:lnTo>
                <a:lnTo>
                  <a:pt x="223897" y="81115"/>
                </a:lnTo>
                <a:lnTo>
                  <a:pt x="221827" y="74846"/>
                </a:lnTo>
                <a:lnTo>
                  <a:pt x="219381" y="68697"/>
                </a:lnTo>
                <a:lnTo>
                  <a:pt x="216558" y="62673"/>
                </a:lnTo>
                <a:lnTo>
                  <a:pt x="213360" y="56769"/>
                </a:lnTo>
                <a:lnTo>
                  <a:pt x="209837" y="51064"/>
                </a:lnTo>
                <a:lnTo>
                  <a:pt x="206041" y="45630"/>
                </a:lnTo>
                <a:lnTo>
                  <a:pt x="201972" y="40471"/>
                </a:lnTo>
                <a:lnTo>
                  <a:pt x="197630" y="35583"/>
                </a:lnTo>
                <a:lnTo>
                  <a:pt x="193017" y="30970"/>
                </a:lnTo>
                <a:lnTo>
                  <a:pt x="188129" y="26628"/>
                </a:lnTo>
                <a:lnTo>
                  <a:pt x="182970" y="22559"/>
                </a:lnTo>
                <a:lnTo>
                  <a:pt x="177536" y="18763"/>
                </a:lnTo>
                <a:lnTo>
                  <a:pt x="171831" y="15240"/>
                </a:lnTo>
                <a:lnTo>
                  <a:pt x="165927" y="12042"/>
                </a:lnTo>
                <a:lnTo>
                  <a:pt x="159903" y="9219"/>
                </a:lnTo>
                <a:lnTo>
                  <a:pt x="153754" y="6773"/>
                </a:lnTo>
                <a:lnTo>
                  <a:pt x="147485" y="4703"/>
                </a:lnTo>
                <a:lnTo>
                  <a:pt x="141092" y="3010"/>
                </a:lnTo>
                <a:lnTo>
                  <a:pt x="134578" y="1694"/>
                </a:lnTo>
                <a:lnTo>
                  <a:pt x="127941" y="752"/>
                </a:lnTo>
                <a:lnTo>
                  <a:pt x="121182" y="189"/>
                </a:lnTo>
                <a:lnTo>
                  <a:pt x="114300" y="0"/>
                </a:lnTo>
                <a:close/>
                <a:moveTo>
                  <a:pt x="124206" y="208788"/>
                </a:moveTo>
                <a:lnTo>
                  <a:pt x="124206" y="190500"/>
                </a:lnTo>
                <a:lnTo>
                  <a:pt x="124168" y="189668"/>
                </a:lnTo>
                <a:lnTo>
                  <a:pt x="124056" y="188863"/>
                </a:lnTo>
                <a:lnTo>
                  <a:pt x="123867" y="188087"/>
                </a:lnTo>
                <a:lnTo>
                  <a:pt x="123604" y="187339"/>
                </a:lnTo>
                <a:lnTo>
                  <a:pt x="123265" y="186620"/>
                </a:lnTo>
                <a:lnTo>
                  <a:pt x="122852" y="185928"/>
                </a:lnTo>
                <a:lnTo>
                  <a:pt x="122362" y="185265"/>
                </a:lnTo>
                <a:lnTo>
                  <a:pt x="121798" y="184630"/>
                </a:lnTo>
                <a:lnTo>
                  <a:pt x="121158" y="184023"/>
                </a:lnTo>
                <a:lnTo>
                  <a:pt x="120471" y="183458"/>
                </a:lnTo>
                <a:lnTo>
                  <a:pt x="119765" y="182950"/>
                </a:lnTo>
                <a:lnTo>
                  <a:pt x="119042" y="182499"/>
                </a:lnTo>
                <a:lnTo>
                  <a:pt x="118299" y="182104"/>
                </a:lnTo>
                <a:lnTo>
                  <a:pt x="117537" y="181766"/>
                </a:lnTo>
                <a:lnTo>
                  <a:pt x="116756" y="181483"/>
                </a:lnTo>
                <a:lnTo>
                  <a:pt x="115955" y="181257"/>
                </a:lnTo>
                <a:lnTo>
                  <a:pt x="115137" y="181088"/>
                </a:lnTo>
                <a:lnTo>
                  <a:pt x="114300" y="180975"/>
                </a:lnTo>
                <a:lnTo>
                  <a:pt x="113463" y="180933"/>
                </a:lnTo>
                <a:lnTo>
                  <a:pt x="112645" y="180975"/>
                </a:lnTo>
                <a:lnTo>
                  <a:pt x="111844" y="181102"/>
                </a:lnTo>
                <a:lnTo>
                  <a:pt x="111063" y="181314"/>
                </a:lnTo>
                <a:lnTo>
                  <a:pt x="110301" y="181610"/>
                </a:lnTo>
                <a:lnTo>
                  <a:pt x="109558" y="181991"/>
                </a:lnTo>
                <a:lnTo>
                  <a:pt x="108835" y="182457"/>
                </a:lnTo>
                <a:lnTo>
                  <a:pt x="108129" y="183007"/>
                </a:lnTo>
                <a:lnTo>
                  <a:pt x="107442" y="183642"/>
                </a:lnTo>
                <a:lnTo>
                  <a:pt x="106802" y="184329"/>
                </a:lnTo>
                <a:lnTo>
                  <a:pt x="106238" y="185035"/>
                </a:lnTo>
                <a:lnTo>
                  <a:pt x="105748" y="185758"/>
                </a:lnTo>
                <a:lnTo>
                  <a:pt x="105335" y="186501"/>
                </a:lnTo>
                <a:lnTo>
                  <a:pt x="104996" y="187263"/>
                </a:lnTo>
                <a:lnTo>
                  <a:pt x="104733" y="188044"/>
                </a:lnTo>
                <a:lnTo>
                  <a:pt x="104544" y="188845"/>
                </a:lnTo>
                <a:lnTo>
                  <a:pt x="104432" y="189663"/>
                </a:lnTo>
                <a:lnTo>
                  <a:pt x="104394" y="190500"/>
                </a:lnTo>
                <a:lnTo>
                  <a:pt x="104394" y="208788"/>
                </a:lnTo>
                <a:lnTo>
                  <a:pt x="99526" y="208167"/>
                </a:lnTo>
                <a:lnTo>
                  <a:pt x="94742" y="207320"/>
                </a:lnTo>
                <a:lnTo>
                  <a:pt x="90043" y="206248"/>
                </a:lnTo>
                <a:lnTo>
                  <a:pt x="85429" y="204949"/>
                </a:lnTo>
                <a:lnTo>
                  <a:pt x="80899" y="203425"/>
                </a:lnTo>
                <a:lnTo>
                  <a:pt x="76454" y="201676"/>
                </a:lnTo>
                <a:lnTo>
                  <a:pt x="72094" y="199700"/>
                </a:lnTo>
                <a:lnTo>
                  <a:pt x="67818" y="197499"/>
                </a:lnTo>
                <a:lnTo>
                  <a:pt x="63627" y="195072"/>
                </a:lnTo>
                <a:lnTo>
                  <a:pt x="59567" y="192443"/>
                </a:lnTo>
                <a:lnTo>
                  <a:pt x="55687" y="189634"/>
                </a:lnTo>
                <a:lnTo>
                  <a:pt x="51986" y="186648"/>
                </a:lnTo>
                <a:lnTo>
                  <a:pt x="48462" y="183482"/>
                </a:lnTo>
                <a:lnTo>
                  <a:pt x="45118" y="180138"/>
                </a:lnTo>
                <a:lnTo>
                  <a:pt x="41952" y="176614"/>
                </a:lnTo>
                <a:lnTo>
                  <a:pt x="38966" y="172913"/>
                </a:lnTo>
                <a:lnTo>
                  <a:pt x="36157" y="169033"/>
                </a:lnTo>
                <a:lnTo>
                  <a:pt x="33528" y="164973"/>
                </a:lnTo>
                <a:lnTo>
                  <a:pt x="31101" y="160782"/>
                </a:lnTo>
                <a:lnTo>
                  <a:pt x="28900" y="156506"/>
                </a:lnTo>
                <a:lnTo>
                  <a:pt x="26924" y="152146"/>
                </a:lnTo>
                <a:lnTo>
                  <a:pt x="25175" y="147701"/>
                </a:lnTo>
                <a:lnTo>
                  <a:pt x="23651" y="143171"/>
                </a:lnTo>
                <a:lnTo>
                  <a:pt x="22352" y="138557"/>
                </a:lnTo>
                <a:lnTo>
                  <a:pt x="21280" y="133858"/>
                </a:lnTo>
                <a:lnTo>
                  <a:pt x="20433" y="129074"/>
                </a:lnTo>
                <a:lnTo>
                  <a:pt x="19812" y="124206"/>
                </a:lnTo>
                <a:lnTo>
                  <a:pt x="38100" y="124206"/>
                </a:lnTo>
                <a:lnTo>
                  <a:pt x="38937" y="124168"/>
                </a:lnTo>
                <a:lnTo>
                  <a:pt x="39755" y="124056"/>
                </a:lnTo>
                <a:lnTo>
                  <a:pt x="40556" y="123867"/>
                </a:lnTo>
                <a:lnTo>
                  <a:pt x="41337" y="123604"/>
                </a:lnTo>
                <a:lnTo>
                  <a:pt x="42099" y="123265"/>
                </a:lnTo>
                <a:lnTo>
                  <a:pt x="42842" y="122852"/>
                </a:lnTo>
                <a:lnTo>
                  <a:pt x="43565" y="122362"/>
                </a:lnTo>
                <a:lnTo>
                  <a:pt x="44271" y="121798"/>
                </a:lnTo>
                <a:lnTo>
                  <a:pt x="44958" y="121158"/>
                </a:lnTo>
                <a:lnTo>
                  <a:pt x="45598" y="120471"/>
                </a:lnTo>
                <a:lnTo>
                  <a:pt x="46162" y="119765"/>
                </a:lnTo>
                <a:lnTo>
                  <a:pt x="46652" y="119042"/>
                </a:lnTo>
                <a:lnTo>
                  <a:pt x="47065" y="118299"/>
                </a:lnTo>
                <a:lnTo>
                  <a:pt x="47404" y="117537"/>
                </a:lnTo>
                <a:lnTo>
                  <a:pt x="47667" y="116756"/>
                </a:lnTo>
                <a:lnTo>
                  <a:pt x="47856" y="115955"/>
                </a:lnTo>
                <a:lnTo>
                  <a:pt x="47968" y="115137"/>
                </a:lnTo>
                <a:lnTo>
                  <a:pt x="48006" y="114300"/>
                </a:lnTo>
                <a:lnTo>
                  <a:pt x="47968" y="113463"/>
                </a:lnTo>
                <a:lnTo>
                  <a:pt x="47856" y="112645"/>
                </a:lnTo>
                <a:lnTo>
                  <a:pt x="47667" y="111844"/>
                </a:lnTo>
                <a:lnTo>
                  <a:pt x="47404" y="111063"/>
                </a:lnTo>
                <a:lnTo>
                  <a:pt x="47065" y="110301"/>
                </a:lnTo>
                <a:lnTo>
                  <a:pt x="46652" y="109558"/>
                </a:lnTo>
                <a:lnTo>
                  <a:pt x="46162" y="108835"/>
                </a:lnTo>
                <a:lnTo>
                  <a:pt x="45598" y="108129"/>
                </a:lnTo>
                <a:lnTo>
                  <a:pt x="44958" y="107442"/>
                </a:lnTo>
                <a:lnTo>
                  <a:pt x="44271" y="106802"/>
                </a:lnTo>
                <a:lnTo>
                  <a:pt x="43565" y="106238"/>
                </a:lnTo>
                <a:lnTo>
                  <a:pt x="42842" y="105748"/>
                </a:lnTo>
                <a:lnTo>
                  <a:pt x="42099" y="105335"/>
                </a:lnTo>
                <a:lnTo>
                  <a:pt x="41337" y="104996"/>
                </a:lnTo>
                <a:lnTo>
                  <a:pt x="40556" y="104733"/>
                </a:lnTo>
                <a:lnTo>
                  <a:pt x="39755" y="104544"/>
                </a:lnTo>
                <a:lnTo>
                  <a:pt x="38937" y="104432"/>
                </a:lnTo>
                <a:lnTo>
                  <a:pt x="38100" y="104394"/>
                </a:lnTo>
                <a:lnTo>
                  <a:pt x="19812" y="104394"/>
                </a:lnTo>
                <a:lnTo>
                  <a:pt x="20433" y="99526"/>
                </a:lnTo>
                <a:lnTo>
                  <a:pt x="21280" y="94742"/>
                </a:lnTo>
                <a:lnTo>
                  <a:pt x="22352" y="90043"/>
                </a:lnTo>
                <a:lnTo>
                  <a:pt x="23651" y="85429"/>
                </a:lnTo>
                <a:lnTo>
                  <a:pt x="25175" y="80899"/>
                </a:lnTo>
                <a:lnTo>
                  <a:pt x="26924" y="76454"/>
                </a:lnTo>
                <a:lnTo>
                  <a:pt x="28900" y="72094"/>
                </a:lnTo>
                <a:lnTo>
                  <a:pt x="31101" y="67818"/>
                </a:lnTo>
                <a:lnTo>
                  <a:pt x="33528" y="63627"/>
                </a:lnTo>
                <a:lnTo>
                  <a:pt x="36157" y="59567"/>
                </a:lnTo>
                <a:lnTo>
                  <a:pt x="38966" y="55687"/>
                </a:lnTo>
                <a:lnTo>
                  <a:pt x="41952" y="51986"/>
                </a:lnTo>
                <a:lnTo>
                  <a:pt x="45118" y="48462"/>
                </a:lnTo>
                <a:lnTo>
                  <a:pt x="48462" y="45118"/>
                </a:lnTo>
                <a:lnTo>
                  <a:pt x="51986" y="41952"/>
                </a:lnTo>
                <a:lnTo>
                  <a:pt x="55687" y="38966"/>
                </a:lnTo>
                <a:lnTo>
                  <a:pt x="59567" y="36157"/>
                </a:lnTo>
                <a:lnTo>
                  <a:pt x="63627" y="33528"/>
                </a:lnTo>
                <a:lnTo>
                  <a:pt x="67818" y="31101"/>
                </a:lnTo>
                <a:lnTo>
                  <a:pt x="72094" y="28900"/>
                </a:lnTo>
                <a:lnTo>
                  <a:pt x="76454" y="26924"/>
                </a:lnTo>
                <a:lnTo>
                  <a:pt x="80899" y="25175"/>
                </a:lnTo>
                <a:lnTo>
                  <a:pt x="85429" y="23651"/>
                </a:lnTo>
                <a:lnTo>
                  <a:pt x="90043" y="22352"/>
                </a:lnTo>
                <a:lnTo>
                  <a:pt x="94742" y="21280"/>
                </a:lnTo>
                <a:lnTo>
                  <a:pt x="99526" y="20433"/>
                </a:lnTo>
                <a:lnTo>
                  <a:pt x="104394" y="19812"/>
                </a:lnTo>
                <a:lnTo>
                  <a:pt x="104394" y="38100"/>
                </a:lnTo>
                <a:lnTo>
                  <a:pt x="104432" y="38937"/>
                </a:lnTo>
                <a:lnTo>
                  <a:pt x="104544" y="39755"/>
                </a:lnTo>
                <a:lnTo>
                  <a:pt x="104733" y="40556"/>
                </a:lnTo>
                <a:lnTo>
                  <a:pt x="104996" y="41337"/>
                </a:lnTo>
                <a:lnTo>
                  <a:pt x="105335" y="42099"/>
                </a:lnTo>
                <a:lnTo>
                  <a:pt x="105748" y="42842"/>
                </a:lnTo>
                <a:lnTo>
                  <a:pt x="106238" y="43565"/>
                </a:lnTo>
                <a:lnTo>
                  <a:pt x="106802" y="44271"/>
                </a:lnTo>
                <a:lnTo>
                  <a:pt x="107442" y="44958"/>
                </a:lnTo>
                <a:lnTo>
                  <a:pt x="108129" y="45593"/>
                </a:lnTo>
                <a:lnTo>
                  <a:pt x="108835" y="46143"/>
                </a:lnTo>
                <a:lnTo>
                  <a:pt x="109558" y="46609"/>
                </a:lnTo>
                <a:lnTo>
                  <a:pt x="110301" y="46990"/>
                </a:lnTo>
                <a:lnTo>
                  <a:pt x="111063" y="47286"/>
                </a:lnTo>
                <a:lnTo>
                  <a:pt x="111844" y="47498"/>
                </a:lnTo>
                <a:lnTo>
                  <a:pt x="112645" y="47625"/>
                </a:lnTo>
                <a:lnTo>
                  <a:pt x="113463" y="47667"/>
                </a:lnTo>
                <a:lnTo>
                  <a:pt x="114300" y="47625"/>
                </a:lnTo>
                <a:lnTo>
                  <a:pt x="115137" y="47512"/>
                </a:lnTo>
                <a:lnTo>
                  <a:pt x="115955" y="47343"/>
                </a:lnTo>
                <a:lnTo>
                  <a:pt x="116756" y="47117"/>
                </a:lnTo>
                <a:lnTo>
                  <a:pt x="117537" y="46834"/>
                </a:lnTo>
                <a:lnTo>
                  <a:pt x="118299" y="46496"/>
                </a:lnTo>
                <a:lnTo>
                  <a:pt x="119042" y="46101"/>
                </a:lnTo>
                <a:lnTo>
                  <a:pt x="119765" y="45650"/>
                </a:lnTo>
                <a:lnTo>
                  <a:pt x="120471" y="45142"/>
                </a:lnTo>
                <a:lnTo>
                  <a:pt x="121158" y="44577"/>
                </a:lnTo>
                <a:lnTo>
                  <a:pt x="121798" y="43970"/>
                </a:lnTo>
                <a:lnTo>
                  <a:pt x="122362" y="43335"/>
                </a:lnTo>
                <a:lnTo>
                  <a:pt x="122852" y="42672"/>
                </a:lnTo>
                <a:lnTo>
                  <a:pt x="123265" y="41980"/>
                </a:lnTo>
                <a:lnTo>
                  <a:pt x="123604" y="41261"/>
                </a:lnTo>
                <a:lnTo>
                  <a:pt x="123867" y="40513"/>
                </a:lnTo>
                <a:lnTo>
                  <a:pt x="124056" y="39737"/>
                </a:lnTo>
                <a:lnTo>
                  <a:pt x="124168" y="38932"/>
                </a:lnTo>
                <a:lnTo>
                  <a:pt x="124206" y="38100"/>
                </a:lnTo>
                <a:lnTo>
                  <a:pt x="124206" y="19812"/>
                </a:lnTo>
                <a:lnTo>
                  <a:pt x="129074" y="20433"/>
                </a:lnTo>
                <a:lnTo>
                  <a:pt x="133858" y="21280"/>
                </a:lnTo>
                <a:lnTo>
                  <a:pt x="138557" y="22352"/>
                </a:lnTo>
                <a:lnTo>
                  <a:pt x="143171" y="23651"/>
                </a:lnTo>
                <a:lnTo>
                  <a:pt x="147701" y="25175"/>
                </a:lnTo>
                <a:lnTo>
                  <a:pt x="152146" y="26924"/>
                </a:lnTo>
                <a:lnTo>
                  <a:pt x="156506" y="28900"/>
                </a:lnTo>
                <a:lnTo>
                  <a:pt x="160782" y="31101"/>
                </a:lnTo>
                <a:lnTo>
                  <a:pt x="164973" y="33528"/>
                </a:lnTo>
                <a:lnTo>
                  <a:pt x="169033" y="36157"/>
                </a:lnTo>
                <a:lnTo>
                  <a:pt x="172913" y="38966"/>
                </a:lnTo>
                <a:lnTo>
                  <a:pt x="176614" y="41952"/>
                </a:lnTo>
                <a:lnTo>
                  <a:pt x="180138" y="45118"/>
                </a:lnTo>
                <a:lnTo>
                  <a:pt x="183482" y="48462"/>
                </a:lnTo>
                <a:lnTo>
                  <a:pt x="186648" y="51986"/>
                </a:lnTo>
                <a:lnTo>
                  <a:pt x="189634" y="55687"/>
                </a:lnTo>
                <a:lnTo>
                  <a:pt x="192443" y="59567"/>
                </a:lnTo>
                <a:lnTo>
                  <a:pt x="195072" y="63627"/>
                </a:lnTo>
                <a:lnTo>
                  <a:pt x="197499" y="67818"/>
                </a:lnTo>
                <a:lnTo>
                  <a:pt x="199700" y="72094"/>
                </a:lnTo>
                <a:lnTo>
                  <a:pt x="201676" y="76454"/>
                </a:lnTo>
                <a:lnTo>
                  <a:pt x="203425" y="80899"/>
                </a:lnTo>
                <a:lnTo>
                  <a:pt x="204949" y="85429"/>
                </a:lnTo>
                <a:lnTo>
                  <a:pt x="206248" y="90043"/>
                </a:lnTo>
                <a:lnTo>
                  <a:pt x="207320" y="94742"/>
                </a:lnTo>
                <a:lnTo>
                  <a:pt x="208167" y="99526"/>
                </a:lnTo>
                <a:lnTo>
                  <a:pt x="208788" y="104394"/>
                </a:lnTo>
                <a:lnTo>
                  <a:pt x="190500" y="104394"/>
                </a:lnTo>
                <a:lnTo>
                  <a:pt x="189663" y="104432"/>
                </a:lnTo>
                <a:lnTo>
                  <a:pt x="188845" y="104544"/>
                </a:lnTo>
                <a:lnTo>
                  <a:pt x="188044" y="104733"/>
                </a:lnTo>
                <a:lnTo>
                  <a:pt x="187263" y="104996"/>
                </a:lnTo>
                <a:lnTo>
                  <a:pt x="186501" y="105335"/>
                </a:lnTo>
                <a:lnTo>
                  <a:pt x="185758" y="105748"/>
                </a:lnTo>
                <a:lnTo>
                  <a:pt x="185035" y="106238"/>
                </a:lnTo>
                <a:lnTo>
                  <a:pt x="184329" y="106802"/>
                </a:lnTo>
                <a:lnTo>
                  <a:pt x="183642" y="107442"/>
                </a:lnTo>
                <a:lnTo>
                  <a:pt x="183002" y="108129"/>
                </a:lnTo>
                <a:lnTo>
                  <a:pt x="182438" y="108835"/>
                </a:lnTo>
                <a:lnTo>
                  <a:pt x="181948" y="109558"/>
                </a:lnTo>
                <a:lnTo>
                  <a:pt x="181535" y="110301"/>
                </a:lnTo>
                <a:lnTo>
                  <a:pt x="181196" y="111063"/>
                </a:lnTo>
                <a:lnTo>
                  <a:pt x="180933" y="111844"/>
                </a:lnTo>
                <a:lnTo>
                  <a:pt x="180744" y="112645"/>
                </a:lnTo>
                <a:lnTo>
                  <a:pt x="180632" y="113463"/>
                </a:lnTo>
                <a:lnTo>
                  <a:pt x="180594" y="114300"/>
                </a:lnTo>
                <a:lnTo>
                  <a:pt x="180632" y="115137"/>
                </a:lnTo>
                <a:lnTo>
                  <a:pt x="180744" y="115955"/>
                </a:lnTo>
                <a:lnTo>
                  <a:pt x="180933" y="116756"/>
                </a:lnTo>
                <a:lnTo>
                  <a:pt x="181196" y="117537"/>
                </a:lnTo>
                <a:lnTo>
                  <a:pt x="181535" y="118299"/>
                </a:lnTo>
                <a:lnTo>
                  <a:pt x="181948" y="119042"/>
                </a:lnTo>
                <a:lnTo>
                  <a:pt x="182438" y="119765"/>
                </a:lnTo>
                <a:lnTo>
                  <a:pt x="183002" y="120471"/>
                </a:lnTo>
                <a:lnTo>
                  <a:pt x="183642" y="121158"/>
                </a:lnTo>
                <a:lnTo>
                  <a:pt x="184329" y="121798"/>
                </a:lnTo>
                <a:lnTo>
                  <a:pt x="185035" y="122362"/>
                </a:lnTo>
                <a:lnTo>
                  <a:pt x="185758" y="122852"/>
                </a:lnTo>
                <a:lnTo>
                  <a:pt x="186501" y="123265"/>
                </a:lnTo>
                <a:lnTo>
                  <a:pt x="187263" y="123604"/>
                </a:lnTo>
                <a:lnTo>
                  <a:pt x="188044" y="123867"/>
                </a:lnTo>
                <a:lnTo>
                  <a:pt x="188845" y="124056"/>
                </a:lnTo>
                <a:lnTo>
                  <a:pt x="189663" y="124168"/>
                </a:lnTo>
                <a:lnTo>
                  <a:pt x="190500" y="124206"/>
                </a:lnTo>
                <a:lnTo>
                  <a:pt x="208788" y="124206"/>
                </a:lnTo>
                <a:lnTo>
                  <a:pt x="208167" y="129074"/>
                </a:lnTo>
                <a:lnTo>
                  <a:pt x="207320" y="133858"/>
                </a:lnTo>
                <a:lnTo>
                  <a:pt x="206248" y="138557"/>
                </a:lnTo>
                <a:lnTo>
                  <a:pt x="204949" y="143171"/>
                </a:lnTo>
                <a:lnTo>
                  <a:pt x="203425" y="147701"/>
                </a:lnTo>
                <a:lnTo>
                  <a:pt x="201676" y="152146"/>
                </a:lnTo>
                <a:lnTo>
                  <a:pt x="199700" y="156506"/>
                </a:lnTo>
                <a:lnTo>
                  <a:pt x="197499" y="160782"/>
                </a:lnTo>
                <a:lnTo>
                  <a:pt x="195072" y="164973"/>
                </a:lnTo>
                <a:lnTo>
                  <a:pt x="192443" y="169033"/>
                </a:lnTo>
                <a:lnTo>
                  <a:pt x="189634" y="172913"/>
                </a:lnTo>
                <a:lnTo>
                  <a:pt x="186648" y="176614"/>
                </a:lnTo>
                <a:lnTo>
                  <a:pt x="183482" y="180138"/>
                </a:lnTo>
                <a:lnTo>
                  <a:pt x="180138" y="183482"/>
                </a:lnTo>
                <a:lnTo>
                  <a:pt x="176614" y="186648"/>
                </a:lnTo>
                <a:lnTo>
                  <a:pt x="172913" y="189634"/>
                </a:lnTo>
                <a:lnTo>
                  <a:pt x="169033" y="192443"/>
                </a:lnTo>
                <a:lnTo>
                  <a:pt x="164973" y="195072"/>
                </a:lnTo>
                <a:lnTo>
                  <a:pt x="160772" y="197499"/>
                </a:lnTo>
                <a:lnTo>
                  <a:pt x="156469" y="199700"/>
                </a:lnTo>
                <a:lnTo>
                  <a:pt x="152061" y="201676"/>
                </a:lnTo>
                <a:lnTo>
                  <a:pt x="147551" y="203425"/>
                </a:lnTo>
                <a:lnTo>
                  <a:pt x="142936" y="204949"/>
                </a:lnTo>
                <a:lnTo>
                  <a:pt x="138218" y="206248"/>
                </a:lnTo>
                <a:lnTo>
                  <a:pt x="133397" y="207320"/>
                </a:lnTo>
                <a:lnTo>
                  <a:pt x="128472" y="208167"/>
                </a:lnTo>
                <a:lnTo>
                  <a:pt x="123444" y="208788"/>
                </a:lnTo>
                <a:close/>
                <a:moveTo>
                  <a:pt x="152400" y="114300"/>
                </a:moveTo>
                <a:lnTo>
                  <a:pt x="152367" y="115137"/>
                </a:lnTo>
                <a:lnTo>
                  <a:pt x="152269" y="115955"/>
                </a:lnTo>
                <a:lnTo>
                  <a:pt x="152104" y="116756"/>
                </a:lnTo>
                <a:lnTo>
                  <a:pt x="151873" y="117537"/>
                </a:lnTo>
                <a:lnTo>
                  <a:pt x="151577" y="118299"/>
                </a:lnTo>
                <a:lnTo>
                  <a:pt x="151215" y="119042"/>
                </a:lnTo>
                <a:lnTo>
                  <a:pt x="150786" y="119765"/>
                </a:lnTo>
                <a:lnTo>
                  <a:pt x="150293" y="120471"/>
                </a:lnTo>
                <a:lnTo>
                  <a:pt x="149733" y="121158"/>
                </a:lnTo>
                <a:lnTo>
                  <a:pt x="149126" y="121798"/>
                </a:lnTo>
                <a:lnTo>
                  <a:pt x="148491" y="122362"/>
                </a:lnTo>
                <a:lnTo>
                  <a:pt x="147828" y="122852"/>
                </a:lnTo>
                <a:lnTo>
                  <a:pt x="147136" y="123265"/>
                </a:lnTo>
                <a:lnTo>
                  <a:pt x="146417" y="123604"/>
                </a:lnTo>
                <a:lnTo>
                  <a:pt x="145669" y="123867"/>
                </a:lnTo>
                <a:lnTo>
                  <a:pt x="144893" y="124056"/>
                </a:lnTo>
                <a:lnTo>
                  <a:pt x="144088" y="124168"/>
                </a:lnTo>
                <a:lnTo>
                  <a:pt x="143256" y="124206"/>
                </a:lnTo>
                <a:lnTo>
                  <a:pt x="124206" y="124206"/>
                </a:lnTo>
                <a:lnTo>
                  <a:pt x="124206" y="142494"/>
                </a:lnTo>
                <a:lnTo>
                  <a:pt x="124168" y="143487"/>
                </a:lnTo>
                <a:lnTo>
                  <a:pt x="124056" y="144432"/>
                </a:lnTo>
                <a:lnTo>
                  <a:pt x="123867" y="145331"/>
                </a:lnTo>
                <a:lnTo>
                  <a:pt x="123604" y="146182"/>
                </a:lnTo>
                <a:lnTo>
                  <a:pt x="123265" y="146986"/>
                </a:lnTo>
                <a:lnTo>
                  <a:pt x="122852" y="147743"/>
                </a:lnTo>
                <a:lnTo>
                  <a:pt x="122362" y="148454"/>
                </a:lnTo>
                <a:lnTo>
                  <a:pt x="121798" y="149117"/>
                </a:lnTo>
                <a:lnTo>
                  <a:pt x="121158" y="149733"/>
                </a:lnTo>
                <a:lnTo>
                  <a:pt x="120471" y="150293"/>
                </a:lnTo>
                <a:lnTo>
                  <a:pt x="119765" y="150786"/>
                </a:lnTo>
                <a:lnTo>
                  <a:pt x="119042" y="151215"/>
                </a:lnTo>
                <a:lnTo>
                  <a:pt x="118299" y="151577"/>
                </a:lnTo>
                <a:lnTo>
                  <a:pt x="117537" y="151873"/>
                </a:lnTo>
                <a:lnTo>
                  <a:pt x="116756" y="152104"/>
                </a:lnTo>
                <a:lnTo>
                  <a:pt x="115955" y="152269"/>
                </a:lnTo>
                <a:lnTo>
                  <a:pt x="115137" y="152367"/>
                </a:lnTo>
                <a:lnTo>
                  <a:pt x="114300" y="152400"/>
                </a:lnTo>
                <a:lnTo>
                  <a:pt x="113463" y="152367"/>
                </a:lnTo>
                <a:lnTo>
                  <a:pt x="112645" y="152269"/>
                </a:lnTo>
                <a:lnTo>
                  <a:pt x="111844" y="152104"/>
                </a:lnTo>
                <a:lnTo>
                  <a:pt x="111063" y="151873"/>
                </a:lnTo>
                <a:lnTo>
                  <a:pt x="110301" y="151577"/>
                </a:lnTo>
                <a:lnTo>
                  <a:pt x="109558" y="151215"/>
                </a:lnTo>
                <a:lnTo>
                  <a:pt x="108835" y="150786"/>
                </a:lnTo>
                <a:lnTo>
                  <a:pt x="108129" y="150293"/>
                </a:lnTo>
                <a:lnTo>
                  <a:pt x="107442" y="149733"/>
                </a:lnTo>
                <a:lnTo>
                  <a:pt x="106802" y="149117"/>
                </a:lnTo>
                <a:lnTo>
                  <a:pt x="106238" y="148454"/>
                </a:lnTo>
                <a:lnTo>
                  <a:pt x="105748" y="147743"/>
                </a:lnTo>
                <a:lnTo>
                  <a:pt x="105335" y="146986"/>
                </a:lnTo>
                <a:lnTo>
                  <a:pt x="104996" y="146182"/>
                </a:lnTo>
                <a:lnTo>
                  <a:pt x="104733" y="145331"/>
                </a:lnTo>
                <a:lnTo>
                  <a:pt x="104544" y="144432"/>
                </a:lnTo>
                <a:lnTo>
                  <a:pt x="104432" y="143487"/>
                </a:lnTo>
                <a:lnTo>
                  <a:pt x="104394" y="142494"/>
                </a:lnTo>
                <a:lnTo>
                  <a:pt x="104394" y="123444"/>
                </a:lnTo>
                <a:lnTo>
                  <a:pt x="86106" y="123444"/>
                </a:lnTo>
                <a:lnTo>
                  <a:pt x="85113" y="123411"/>
                </a:lnTo>
                <a:lnTo>
                  <a:pt x="84168" y="123313"/>
                </a:lnTo>
                <a:lnTo>
                  <a:pt x="83269" y="123148"/>
                </a:lnTo>
                <a:lnTo>
                  <a:pt x="82418" y="122917"/>
                </a:lnTo>
                <a:lnTo>
                  <a:pt x="81614" y="122621"/>
                </a:lnTo>
                <a:lnTo>
                  <a:pt x="80857" y="122259"/>
                </a:lnTo>
                <a:lnTo>
                  <a:pt x="80146" y="121830"/>
                </a:lnTo>
                <a:lnTo>
                  <a:pt x="79483" y="121337"/>
                </a:lnTo>
                <a:lnTo>
                  <a:pt x="78867" y="120777"/>
                </a:lnTo>
                <a:lnTo>
                  <a:pt x="78307" y="120170"/>
                </a:lnTo>
                <a:lnTo>
                  <a:pt x="77814" y="119535"/>
                </a:lnTo>
                <a:lnTo>
                  <a:pt x="77385" y="118872"/>
                </a:lnTo>
                <a:lnTo>
                  <a:pt x="77023" y="118180"/>
                </a:lnTo>
                <a:lnTo>
                  <a:pt x="76727" y="117461"/>
                </a:lnTo>
                <a:lnTo>
                  <a:pt x="76496" y="116713"/>
                </a:lnTo>
                <a:lnTo>
                  <a:pt x="76331" y="115937"/>
                </a:lnTo>
                <a:lnTo>
                  <a:pt x="76233" y="115132"/>
                </a:lnTo>
                <a:lnTo>
                  <a:pt x="76200" y="114300"/>
                </a:lnTo>
                <a:lnTo>
                  <a:pt x="76233" y="113463"/>
                </a:lnTo>
                <a:lnTo>
                  <a:pt x="76331" y="112645"/>
                </a:lnTo>
                <a:lnTo>
                  <a:pt x="76496" y="111844"/>
                </a:lnTo>
                <a:lnTo>
                  <a:pt x="76727" y="111063"/>
                </a:lnTo>
                <a:lnTo>
                  <a:pt x="77023" y="110301"/>
                </a:lnTo>
                <a:lnTo>
                  <a:pt x="77385" y="109558"/>
                </a:lnTo>
                <a:lnTo>
                  <a:pt x="77814" y="108835"/>
                </a:lnTo>
                <a:lnTo>
                  <a:pt x="78307" y="108129"/>
                </a:lnTo>
                <a:lnTo>
                  <a:pt x="78867" y="107442"/>
                </a:lnTo>
                <a:lnTo>
                  <a:pt x="79483" y="106802"/>
                </a:lnTo>
                <a:lnTo>
                  <a:pt x="80146" y="106238"/>
                </a:lnTo>
                <a:lnTo>
                  <a:pt x="80857" y="105748"/>
                </a:lnTo>
                <a:lnTo>
                  <a:pt x="81614" y="105335"/>
                </a:lnTo>
                <a:lnTo>
                  <a:pt x="82418" y="104996"/>
                </a:lnTo>
                <a:lnTo>
                  <a:pt x="83269" y="104733"/>
                </a:lnTo>
                <a:lnTo>
                  <a:pt x="84168" y="104544"/>
                </a:lnTo>
                <a:lnTo>
                  <a:pt x="85113" y="104432"/>
                </a:lnTo>
                <a:lnTo>
                  <a:pt x="86106" y="104394"/>
                </a:lnTo>
                <a:lnTo>
                  <a:pt x="105156" y="104394"/>
                </a:lnTo>
                <a:lnTo>
                  <a:pt x="105156" y="85344"/>
                </a:lnTo>
                <a:lnTo>
                  <a:pt x="105189" y="84512"/>
                </a:lnTo>
                <a:lnTo>
                  <a:pt x="105287" y="83707"/>
                </a:lnTo>
                <a:lnTo>
                  <a:pt x="105452" y="82931"/>
                </a:lnTo>
                <a:lnTo>
                  <a:pt x="105683" y="82183"/>
                </a:lnTo>
                <a:lnTo>
                  <a:pt x="105979" y="81464"/>
                </a:lnTo>
                <a:lnTo>
                  <a:pt x="106341" y="80772"/>
                </a:lnTo>
                <a:lnTo>
                  <a:pt x="106770" y="80109"/>
                </a:lnTo>
                <a:lnTo>
                  <a:pt x="107263" y="79474"/>
                </a:lnTo>
                <a:lnTo>
                  <a:pt x="107823" y="78867"/>
                </a:lnTo>
                <a:lnTo>
                  <a:pt x="108430" y="78307"/>
                </a:lnTo>
                <a:lnTo>
                  <a:pt x="109065" y="77814"/>
                </a:lnTo>
                <a:lnTo>
                  <a:pt x="109728" y="77385"/>
                </a:lnTo>
                <a:lnTo>
                  <a:pt x="110420" y="77023"/>
                </a:lnTo>
                <a:lnTo>
                  <a:pt x="111139" y="76727"/>
                </a:lnTo>
                <a:lnTo>
                  <a:pt x="111887" y="76496"/>
                </a:lnTo>
                <a:lnTo>
                  <a:pt x="112663" y="76331"/>
                </a:lnTo>
                <a:lnTo>
                  <a:pt x="113468" y="76233"/>
                </a:lnTo>
                <a:lnTo>
                  <a:pt x="114300" y="76200"/>
                </a:lnTo>
                <a:lnTo>
                  <a:pt x="115137" y="76233"/>
                </a:lnTo>
                <a:lnTo>
                  <a:pt x="115955" y="76331"/>
                </a:lnTo>
                <a:lnTo>
                  <a:pt x="116756" y="76496"/>
                </a:lnTo>
                <a:lnTo>
                  <a:pt x="117537" y="76727"/>
                </a:lnTo>
                <a:lnTo>
                  <a:pt x="118299" y="77023"/>
                </a:lnTo>
                <a:lnTo>
                  <a:pt x="119042" y="77385"/>
                </a:lnTo>
                <a:lnTo>
                  <a:pt x="119765" y="77814"/>
                </a:lnTo>
                <a:lnTo>
                  <a:pt x="120471" y="78307"/>
                </a:lnTo>
                <a:lnTo>
                  <a:pt x="121158" y="78867"/>
                </a:lnTo>
                <a:lnTo>
                  <a:pt x="121798" y="79474"/>
                </a:lnTo>
                <a:lnTo>
                  <a:pt x="122362" y="80109"/>
                </a:lnTo>
                <a:lnTo>
                  <a:pt x="122852" y="80772"/>
                </a:lnTo>
                <a:lnTo>
                  <a:pt x="123265" y="81464"/>
                </a:lnTo>
                <a:lnTo>
                  <a:pt x="123604" y="82183"/>
                </a:lnTo>
                <a:lnTo>
                  <a:pt x="123867" y="82931"/>
                </a:lnTo>
                <a:lnTo>
                  <a:pt x="124056" y="83707"/>
                </a:lnTo>
                <a:lnTo>
                  <a:pt x="124168" y="84512"/>
                </a:lnTo>
                <a:lnTo>
                  <a:pt x="124206" y="85344"/>
                </a:lnTo>
                <a:lnTo>
                  <a:pt x="124206" y="104394"/>
                </a:lnTo>
                <a:lnTo>
                  <a:pt x="143256" y="104394"/>
                </a:lnTo>
                <a:lnTo>
                  <a:pt x="144088" y="104432"/>
                </a:lnTo>
                <a:lnTo>
                  <a:pt x="144893" y="104544"/>
                </a:lnTo>
                <a:lnTo>
                  <a:pt x="145669" y="104733"/>
                </a:lnTo>
                <a:lnTo>
                  <a:pt x="146417" y="104996"/>
                </a:lnTo>
                <a:lnTo>
                  <a:pt x="147136" y="105335"/>
                </a:lnTo>
                <a:lnTo>
                  <a:pt x="147828" y="105748"/>
                </a:lnTo>
                <a:lnTo>
                  <a:pt x="148491" y="106238"/>
                </a:lnTo>
                <a:lnTo>
                  <a:pt x="149126" y="106802"/>
                </a:lnTo>
                <a:lnTo>
                  <a:pt x="149733" y="107442"/>
                </a:lnTo>
                <a:lnTo>
                  <a:pt x="150293" y="108129"/>
                </a:lnTo>
                <a:lnTo>
                  <a:pt x="150786" y="108835"/>
                </a:lnTo>
                <a:lnTo>
                  <a:pt x="151215" y="109558"/>
                </a:lnTo>
                <a:lnTo>
                  <a:pt x="151577" y="110301"/>
                </a:lnTo>
                <a:lnTo>
                  <a:pt x="151873" y="111063"/>
                </a:lnTo>
                <a:lnTo>
                  <a:pt x="152104" y="111844"/>
                </a:lnTo>
                <a:lnTo>
                  <a:pt x="152269" y="112645"/>
                </a:lnTo>
                <a:lnTo>
                  <a:pt x="152367" y="113463"/>
                </a:lnTo>
                <a:lnTo>
                  <a:pt x="152400" y="114300"/>
                </a:lnTo>
                <a:close/>
              </a:path>
            </a:pathLst>
          </a:custGeom>
          <a:solidFill>
            <a:srgbClr val="C77E8C"/>
          </a:solidFill>
          <a:ln w="0">
            <a:noFill/>
          </a:ln>
        </p:spPr>
      </p:sp>
      <p:sp>
        <p:nvSpPr>
          <p:cNvPr id="35" name="手繪多邊形: 圖案 34">
            <a:extLst>
              <a:ext uri="{FF2B5EF4-FFF2-40B4-BE49-F238E27FC236}">
                <a16:creationId xmlns:a16="http://schemas.microsoft.com/office/drawing/2014/main" id="{DED0B041-9451-4717-A39E-B947EC989624}"/>
              </a:ext>
            </a:extLst>
          </p:cNvPr>
          <p:cNvSpPr>
            <a:spLocks noGrp="1"/>
          </p:cNvSpPr>
          <p:nvPr/>
        </p:nvSpPr>
        <p:spPr>
          <a:xfrm>
            <a:off x="7667625" y="3162300"/>
            <a:ext cx="590550" cy="59055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194995" y="152472"/>
                </a:moveTo>
                <a:lnTo>
                  <a:pt x="162260" y="152472"/>
                </a:lnTo>
                <a:lnTo>
                  <a:pt x="162260" y="118977"/>
                </a:lnTo>
                <a:lnTo>
                  <a:pt x="162138" y="115978"/>
                </a:lnTo>
                <a:lnTo>
                  <a:pt x="161772" y="113074"/>
                </a:lnTo>
                <a:lnTo>
                  <a:pt x="161161" y="110264"/>
                </a:lnTo>
                <a:lnTo>
                  <a:pt x="160306" y="107548"/>
                </a:lnTo>
                <a:lnTo>
                  <a:pt x="159206" y="104925"/>
                </a:lnTo>
                <a:lnTo>
                  <a:pt x="157862" y="102398"/>
                </a:lnTo>
                <a:lnTo>
                  <a:pt x="156274" y="99963"/>
                </a:lnTo>
                <a:lnTo>
                  <a:pt x="154441" y="97623"/>
                </a:lnTo>
                <a:lnTo>
                  <a:pt x="152364" y="95377"/>
                </a:lnTo>
                <a:lnTo>
                  <a:pt x="150118" y="93300"/>
                </a:lnTo>
                <a:lnTo>
                  <a:pt x="147778" y="91467"/>
                </a:lnTo>
                <a:lnTo>
                  <a:pt x="145343" y="89879"/>
                </a:lnTo>
                <a:lnTo>
                  <a:pt x="142815" y="88535"/>
                </a:lnTo>
                <a:lnTo>
                  <a:pt x="140193" y="87435"/>
                </a:lnTo>
                <a:lnTo>
                  <a:pt x="137476" y="86580"/>
                </a:lnTo>
                <a:lnTo>
                  <a:pt x="134666" y="85969"/>
                </a:lnTo>
                <a:lnTo>
                  <a:pt x="131762" y="85602"/>
                </a:lnTo>
                <a:lnTo>
                  <a:pt x="128765" y="85480"/>
                </a:lnTo>
                <a:lnTo>
                  <a:pt x="99835" y="85480"/>
                </a:lnTo>
                <a:lnTo>
                  <a:pt x="96843" y="85602"/>
                </a:lnTo>
                <a:lnTo>
                  <a:pt x="93953" y="85969"/>
                </a:lnTo>
                <a:lnTo>
                  <a:pt x="91166" y="86580"/>
                </a:lnTo>
                <a:lnTo>
                  <a:pt x="88482" y="87435"/>
                </a:lnTo>
                <a:lnTo>
                  <a:pt x="85902" y="88535"/>
                </a:lnTo>
                <a:lnTo>
                  <a:pt x="83426" y="89879"/>
                </a:lnTo>
                <a:lnTo>
                  <a:pt x="81053" y="91467"/>
                </a:lnTo>
                <a:lnTo>
                  <a:pt x="78783" y="93300"/>
                </a:lnTo>
                <a:lnTo>
                  <a:pt x="76617" y="95377"/>
                </a:lnTo>
                <a:lnTo>
                  <a:pt x="74620" y="97623"/>
                </a:lnTo>
                <a:lnTo>
                  <a:pt x="72858" y="99963"/>
                </a:lnTo>
                <a:lnTo>
                  <a:pt x="71330" y="102398"/>
                </a:lnTo>
                <a:lnTo>
                  <a:pt x="70038" y="104925"/>
                </a:lnTo>
                <a:lnTo>
                  <a:pt x="68981" y="107548"/>
                </a:lnTo>
                <a:lnTo>
                  <a:pt x="68158" y="110264"/>
                </a:lnTo>
                <a:lnTo>
                  <a:pt x="67571" y="113074"/>
                </a:lnTo>
                <a:lnTo>
                  <a:pt x="67219" y="115978"/>
                </a:lnTo>
                <a:lnTo>
                  <a:pt x="67101" y="118977"/>
                </a:lnTo>
                <a:lnTo>
                  <a:pt x="67101" y="123544"/>
                </a:lnTo>
                <a:lnTo>
                  <a:pt x="33605" y="123544"/>
                </a:lnTo>
                <a:lnTo>
                  <a:pt x="30607" y="123666"/>
                </a:lnTo>
                <a:lnTo>
                  <a:pt x="27703" y="124033"/>
                </a:lnTo>
                <a:lnTo>
                  <a:pt x="24893" y="124643"/>
                </a:lnTo>
                <a:lnTo>
                  <a:pt x="22176" y="125499"/>
                </a:lnTo>
                <a:lnTo>
                  <a:pt x="19554" y="126599"/>
                </a:lnTo>
                <a:lnTo>
                  <a:pt x="17026" y="127943"/>
                </a:lnTo>
                <a:lnTo>
                  <a:pt x="14591" y="129530"/>
                </a:lnTo>
                <a:lnTo>
                  <a:pt x="12252" y="131364"/>
                </a:lnTo>
                <a:lnTo>
                  <a:pt x="10005" y="133440"/>
                </a:lnTo>
                <a:lnTo>
                  <a:pt x="7929" y="135686"/>
                </a:lnTo>
                <a:lnTo>
                  <a:pt x="6096" y="138027"/>
                </a:lnTo>
                <a:lnTo>
                  <a:pt x="4507" y="140461"/>
                </a:lnTo>
                <a:lnTo>
                  <a:pt x="3163" y="142989"/>
                </a:lnTo>
                <a:lnTo>
                  <a:pt x="2064" y="145612"/>
                </a:lnTo>
                <a:lnTo>
                  <a:pt x="1209" y="148328"/>
                </a:lnTo>
                <a:lnTo>
                  <a:pt x="597" y="151138"/>
                </a:lnTo>
                <a:lnTo>
                  <a:pt x="231" y="154042"/>
                </a:lnTo>
                <a:lnTo>
                  <a:pt x="109" y="157041"/>
                </a:lnTo>
                <a:lnTo>
                  <a:pt x="109" y="195103"/>
                </a:lnTo>
                <a:lnTo>
                  <a:pt x="231" y="198102"/>
                </a:lnTo>
                <a:lnTo>
                  <a:pt x="597" y="201006"/>
                </a:lnTo>
                <a:lnTo>
                  <a:pt x="1209" y="203816"/>
                </a:lnTo>
                <a:lnTo>
                  <a:pt x="2064" y="206532"/>
                </a:lnTo>
                <a:lnTo>
                  <a:pt x="3163" y="209155"/>
                </a:lnTo>
                <a:lnTo>
                  <a:pt x="4507" y="211683"/>
                </a:lnTo>
                <a:lnTo>
                  <a:pt x="6096" y="214117"/>
                </a:lnTo>
                <a:lnTo>
                  <a:pt x="7929" y="216458"/>
                </a:lnTo>
                <a:lnTo>
                  <a:pt x="10005" y="218704"/>
                </a:lnTo>
                <a:lnTo>
                  <a:pt x="12252" y="220781"/>
                </a:lnTo>
                <a:lnTo>
                  <a:pt x="14591" y="222614"/>
                </a:lnTo>
                <a:lnTo>
                  <a:pt x="17026" y="224201"/>
                </a:lnTo>
                <a:lnTo>
                  <a:pt x="19554" y="225545"/>
                </a:lnTo>
                <a:lnTo>
                  <a:pt x="22176" y="226645"/>
                </a:lnTo>
                <a:lnTo>
                  <a:pt x="24893" y="227501"/>
                </a:lnTo>
                <a:lnTo>
                  <a:pt x="27703" y="228111"/>
                </a:lnTo>
                <a:lnTo>
                  <a:pt x="30607" y="228478"/>
                </a:lnTo>
                <a:lnTo>
                  <a:pt x="33605" y="228600"/>
                </a:lnTo>
                <a:lnTo>
                  <a:pt x="194995" y="228600"/>
                </a:lnTo>
                <a:lnTo>
                  <a:pt x="197993" y="228478"/>
                </a:lnTo>
                <a:lnTo>
                  <a:pt x="200897" y="228111"/>
                </a:lnTo>
                <a:lnTo>
                  <a:pt x="203707" y="227501"/>
                </a:lnTo>
                <a:lnTo>
                  <a:pt x="206424" y="226645"/>
                </a:lnTo>
                <a:lnTo>
                  <a:pt x="209046" y="225545"/>
                </a:lnTo>
                <a:lnTo>
                  <a:pt x="211574" y="224201"/>
                </a:lnTo>
                <a:lnTo>
                  <a:pt x="214009" y="222614"/>
                </a:lnTo>
                <a:lnTo>
                  <a:pt x="216348" y="220781"/>
                </a:lnTo>
                <a:lnTo>
                  <a:pt x="218595" y="218704"/>
                </a:lnTo>
                <a:lnTo>
                  <a:pt x="220671" y="216458"/>
                </a:lnTo>
                <a:lnTo>
                  <a:pt x="222504" y="214117"/>
                </a:lnTo>
                <a:lnTo>
                  <a:pt x="224093" y="211683"/>
                </a:lnTo>
                <a:lnTo>
                  <a:pt x="225437" y="209155"/>
                </a:lnTo>
                <a:lnTo>
                  <a:pt x="226536" y="206532"/>
                </a:lnTo>
                <a:lnTo>
                  <a:pt x="227391" y="203816"/>
                </a:lnTo>
                <a:lnTo>
                  <a:pt x="228003" y="201006"/>
                </a:lnTo>
                <a:lnTo>
                  <a:pt x="228369" y="198102"/>
                </a:lnTo>
                <a:lnTo>
                  <a:pt x="228491" y="195103"/>
                </a:lnTo>
                <a:lnTo>
                  <a:pt x="228491" y="185969"/>
                </a:lnTo>
                <a:lnTo>
                  <a:pt x="228369" y="182970"/>
                </a:lnTo>
                <a:lnTo>
                  <a:pt x="228003" y="180066"/>
                </a:lnTo>
                <a:lnTo>
                  <a:pt x="227391" y="177256"/>
                </a:lnTo>
                <a:lnTo>
                  <a:pt x="226536" y="174540"/>
                </a:lnTo>
                <a:lnTo>
                  <a:pt x="225437" y="171918"/>
                </a:lnTo>
                <a:lnTo>
                  <a:pt x="224093" y="169390"/>
                </a:lnTo>
                <a:lnTo>
                  <a:pt x="222504" y="166955"/>
                </a:lnTo>
                <a:lnTo>
                  <a:pt x="220671" y="164615"/>
                </a:lnTo>
                <a:lnTo>
                  <a:pt x="218595" y="162369"/>
                </a:lnTo>
                <a:lnTo>
                  <a:pt x="216348" y="160292"/>
                </a:lnTo>
                <a:lnTo>
                  <a:pt x="214009" y="158459"/>
                </a:lnTo>
                <a:lnTo>
                  <a:pt x="211574" y="156871"/>
                </a:lnTo>
                <a:lnTo>
                  <a:pt x="209046" y="155527"/>
                </a:lnTo>
                <a:lnTo>
                  <a:pt x="206424" y="154427"/>
                </a:lnTo>
                <a:lnTo>
                  <a:pt x="203707" y="153573"/>
                </a:lnTo>
                <a:lnTo>
                  <a:pt x="200897" y="152961"/>
                </a:lnTo>
                <a:lnTo>
                  <a:pt x="197993" y="152594"/>
                </a:lnTo>
                <a:lnTo>
                  <a:pt x="194995" y="152472"/>
                </a:lnTo>
                <a:close/>
                <a:moveTo>
                  <a:pt x="86133" y="118977"/>
                </a:moveTo>
                <a:lnTo>
                  <a:pt x="86179" y="117651"/>
                </a:lnTo>
                <a:lnTo>
                  <a:pt x="86321" y="116382"/>
                </a:lnTo>
                <a:lnTo>
                  <a:pt x="86556" y="115170"/>
                </a:lnTo>
                <a:lnTo>
                  <a:pt x="86885" y="114014"/>
                </a:lnTo>
                <a:lnTo>
                  <a:pt x="87308" y="112914"/>
                </a:lnTo>
                <a:lnTo>
                  <a:pt x="87824" y="111871"/>
                </a:lnTo>
                <a:lnTo>
                  <a:pt x="88436" y="110884"/>
                </a:lnTo>
                <a:lnTo>
                  <a:pt x="89141" y="109954"/>
                </a:lnTo>
                <a:lnTo>
                  <a:pt x="89939" y="109080"/>
                </a:lnTo>
                <a:lnTo>
                  <a:pt x="90813" y="108281"/>
                </a:lnTo>
                <a:lnTo>
                  <a:pt x="91744" y="107576"/>
                </a:lnTo>
                <a:lnTo>
                  <a:pt x="92731" y="106965"/>
                </a:lnTo>
                <a:lnTo>
                  <a:pt x="93774" y="106449"/>
                </a:lnTo>
                <a:lnTo>
                  <a:pt x="94874" y="106026"/>
                </a:lnTo>
                <a:lnTo>
                  <a:pt x="96029" y="105696"/>
                </a:lnTo>
                <a:lnTo>
                  <a:pt x="97242" y="105462"/>
                </a:lnTo>
                <a:lnTo>
                  <a:pt x="98510" y="105321"/>
                </a:lnTo>
                <a:lnTo>
                  <a:pt x="99835" y="105273"/>
                </a:lnTo>
                <a:lnTo>
                  <a:pt x="128765" y="105273"/>
                </a:lnTo>
                <a:lnTo>
                  <a:pt x="130094" y="105166"/>
                </a:lnTo>
                <a:lnTo>
                  <a:pt x="131377" y="105180"/>
                </a:lnTo>
                <a:lnTo>
                  <a:pt x="132613" y="105316"/>
                </a:lnTo>
                <a:lnTo>
                  <a:pt x="133801" y="105574"/>
                </a:lnTo>
                <a:lnTo>
                  <a:pt x="134944" y="105955"/>
                </a:lnTo>
                <a:lnTo>
                  <a:pt x="136039" y="106458"/>
                </a:lnTo>
                <a:lnTo>
                  <a:pt x="137087" y="107083"/>
                </a:lnTo>
                <a:lnTo>
                  <a:pt x="138088" y="107830"/>
                </a:lnTo>
                <a:lnTo>
                  <a:pt x="139041" y="108699"/>
                </a:lnTo>
                <a:lnTo>
                  <a:pt x="139911" y="109653"/>
                </a:lnTo>
                <a:lnTo>
                  <a:pt x="140658" y="110654"/>
                </a:lnTo>
                <a:lnTo>
                  <a:pt x="141283" y="111702"/>
                </a:lnTo>
                <a:lnTo>
                  <a:pt x="141785" y="112797"/>
                </a:lnTo>
                <a:lnTo>
                  <a:pt x="142166" y="113939"/>
                </a:lnTo>
                <a:lnTo>
                  <a:pt x="142424" y="115128"/>
                </a:lnTo>
                <a:lnTo>
                  <a:pt x="142562" y="116364"/>
                </a:lnTo>
                <a:lnTo>
                  <a:pt x="142575" y="117646"/>
                </a:lnTo>
                <a:lnTo>
                  <a:pt x="142467" y="118977"/>
                </a:lnTo>
                <a:lnTo>
                  <a:pt x="142467" y="209568"/>
                </a:lnTo>
                <a:lnTo>
                  <a:pt x="86133" y="209568"/>
                </a:lnTo>
                <a:close/>
                <a:moveTo>
                  <a:pt x="19140" y="195103"/>
                </a:moveTo>
                <a:lnTo>
                  <a:pt x="19140" y="157041"/>
                </a:lnTo>
                <a:lnTo>
                  <a:pt x="19192" y="155715"/>
                </a:lnTo>
                <a:lnTo>
                  <a:pt x="19347" y="154446"/>
                </a:lnTo>
                <a:lnTo>
                  <a:pt x="19606" y="153233"/>
                </a:lnTo>
                <a:lnTo>
                  <a:pt x="19967" y="152078"/>
                </a:lnTo>
                <a:lnTo>
                  <a:pt x="20433" y="150978"/>
                </a:lnTo>
                <a:lnTo>
                  <a:pt x="21002" y="149935"/>
                </a:lnTo>
                <a:lnTo>
                  <a:pt x="21673" y="148948"/>
                </a:lnTo>
                <a:lnTo>
                  <a:pt x="22449" y="148018"/>
                </a:lnTo>
                <a:lnTo>
                  <a:pt x="23328" y="147143"/>
                </a:lnTo>
                <a:lnTo>
                  <a:pt x="24281" y="146345"/>
                </a:lnTo>
                <a:lnTo>
                  <a:pt x="25282" y="145640"/>
                </a:lnTo>
                <a:lnTo>
                  <a:pt x="26331" y="145029"/>
                </a:lnTo>
                <a:lnTo>
                  <a:pt x="27425" y="144512"/>
                </a:lnTo>
                <a:lnTo>
                  <a:pt x="28567" y="144089"/>
                </a:lnTo>
                <a:lnTo>
                  <a:pt x="29756" y="143760"/>
                </a:lnTo>
                <a:lnTo>
                  <a:pt x="30992" y="143526"/>
                </a:lnTo>
                <a:lnTo>
                  <a:pt x="32275" y="143385"/>
                </a:lnTo>
                <a:lnTo>
                  <a:pt x="33605" y="143337"/>
                </a:lnTo>
                <a:lnTo>
                  <a:pt x="67101" y="143337"/>
                </a:lnTo>
                <a:lnTo>
                  <a:pt x="67101" y="209568"/>
                </a:lnTo>
                <a:lnTo>
                  <a:pt x="33605" y="209568"/>
                </a:lnTo>
                <a:lnTo>
                  <a:pt x="32275" y="209517"/>
                </a:lnTo>
                <a:lnTo>
                  <a:pt x="30992" y="209361"/>
                </a:lnTo>
                <a:lnTo>
                  <a:pt x="29756" y="209103"/>
                </a:lnTo>
                <a:lnTo>
                  <a:pt x="28567" y="208741"/>
                </a:lnTo>
                <a:lnTo>
                  <a:pt x="27425" y="208276"/>
                </a:lnTo>
                <a:lnTo>
                  <a:pt x="26331" y="207707"/>
                </a:lnTo>
                <a:lnTo>
                  <a:pt x="25282" y="207035"/>
                </a:lnTo>
                <a:lnTo>
                  <a:pt x="24281" y="206260"/>
                </a:lnTo>
                <a:lnTo>
                  <a:pt x="23328" y="205381"/>
                </a:lnTo>
                <a:lnTo>
                  <a:pt x="22449" y="204427"/>
                </a:lnTo>
                <a:lnTo>
                  <a:pt x="21673" y="203426"/>
                </a:lnTo>
                <a:lnTo>
                  <a:pt x="21002" y="202379"/>
                </a:lnTo>
                <a:lnTo>
                  <a:pt x="20433" y="201283"/>
                </a:lnTo>
                <a:lnTo>
                  <a:pt x="19967" y="200141"/>
                </a:lnTo>
                <a:lnTo>
                  <a:pt x="19606" y="198952"/>
                </a:lnTo>
                <a:lnTo>
                  <a:pt x="19347" y="197717"/>
                </a:lnTo>
                <a:lnTo>
                  <a:pt x="19192" y="196434"/>
                </a:lnTo>
                <a:lnTo>
                  <a:pt x="19140" y="195103"/>
                </a:lnTo>
                <a:close/>
                <a:moveTo>
                  <a:pt x="209460" y="195103"/>
                </a:moveTo>
                <a:lnTo>
                  <a:pt x="209408" y="196434"/>
                </a:lnTo>
                <a:lnTo>
                  <a:pt x="209253" y="197717"/>
                </a:lnTo>
                <a:lnTo>
                  <a:pt x="208994" y="198952"/>
                </a:lnTo>
                <a:lnTo>
                  <a:pt x="208633" y="200141"/>
                </a:lnTo>
                <a:lnTo>
                  <a:pt x="208167" y="201283"/>
                </a:lnTo>
                <a:lnTo>
                  <a:pt x="207598" y="202379"/>
                </a:lnTo>
                <a:lnTo>
                  <a:pt x="206927" y="203426"/>
                </a:lnTo>
                <a:lnTo>
                  <a:pt x="206151" y="204427"/>
                </a:lnTo>
                <a:lnTo>
                  <a:pt x="205272" y="205381"/>
                </a:lnTo>
                <a:lnTo>
                  <a:pt x="204319" y="206260"/>
                </a:lnTo>
                <a:lnTo>
                  <a:pt x="203318" y="207035"/>
                </a:lnTo>
                <a:lnTo>
                  <a:pt x="202269" y="207707"/>
                </a:lnTo>
                <a:lnTo>
                  <a:pt x="201175" y="208276"/>
                </a:lnTo>
                <a:lnTo>
                  <a:pt x="200033" y="208741"/>
                </a:lnTo>
                <a:lnTo>
                  <a:pt x="198844" y="209103"/>
                </a:lnTo>
                <a:lnTo>
                  <a:pt x="197608" y="209361"/>
                </a:lnTo>
                <a:lnTo>
                  <a:pt x="196325" y="209517"/>
                </a:lnTo>
                <a:lnTo>
                  <a:pt x="194995" y="209568"/>
                </a:lnTo>
                <a:lnTo>
                  <a:pt x="162260" y="209568"/>
                </a:lnTo>
                <a:lnTo>
                  <a:pt x="162260" y="171504"/>
                </a:lnTo>
                <a:lnTo>
                  <a:pt x="194995" y="171504"/>
                </a:lnTo>
                <a:lnTo>
                  <a:pt x="196325" y="171556"/>
                </a:lnTo>
                <a:lnTo>
                  <a:pt x="197608" y="171711"/>
                </a:lnTo>
                <a:lnTo>
                  <a:pt x="198844" y="171970"/>
                </a:lnTo>
                <a:lnTo>
                  <a:pt x="200033" y="172331"/>
                </a:lnTo>
                <a:lnTo>
                  <a:pt x="201175" y="172797"/>
                </a:lnTo>
                <a:lnTo>
                  <a:pt x="202269" y="173365"/>
                </a:lnTo>
                <a:lnTo>
                  <a:pt x="203318" y="174037"/>
                </a:lnTo>
                <a:lnTo>
                  <a:pt x="204319" y="174812"/>
                </a:lnTo>
                <a:lnTo>
                  <a:pt x="205272" y="175691"/>
                </a:lnTo>
                <a:lnTo>
                  <a:pt x="206151" y="176645"/>
                </a:lnTo>
                <a:lnTo>
                  <a:pt x="206927" y="177646"/>
                </a:lnTo>
                <a:lnTo>
                  <a:pt x="207598" y="178694"/>
                </a:lnTo>
                <a:lnTo>
                  <a:pt x="208167" y="179789"/>
                </a:lnTo>
                <a:lnTo>
                  <a:pt x="208633" y="180931"/>
                </a:lnTo>
                <a:lnTo>
                  <a:pt x="208994" y="182120"/>
                </a:lnTo>
                <a:lnTo>
                  <a:pt x="209253" y="183356"/>
                </a:lnTo>
                <a:lnTo>
                  <a:pt x="209408" y="184638"/>
                </a:lnTo>
                <a:lnTo>
                  <a:pt x="209460" y="185969"/>
                </a:lnTo>
                <a:close/>
                <a:moveTo>
                  <a:pt x="209460" y="109841"/>
                </a:moveTo>
                <a:lnTo>
                  <a:pt x="209440" y="109348"/>
                </a:lnTo>
                <a:lnTo>
                  <a:pt x="209384" y="108882"/>
                </a:lnTo>
                <a:lnTo>
                  <a:pt x="209290" y="108445"/>
                </a:lnTo>
                <a:lnTo>
                  <a:pt x="209159" y="108036"/>
                </a:lnTo>
                <a:lnTo>
                  <a:pt x="208989" y="107656"/>
                </a:lnTo>
                <a:lnTo>
                  <a:pt x="208782" y="107304"/>
                </a:lnTo>
                <a:lnTo>
                  <a:pt x="208538" y="106979"/>
                </a:lnTo>
                <a:lnTo>
                  <a:pt x="208257" y="106683"/>
                </a:lnTo>
                <a:lnTo>
                  <a:pt x="207936" y="106415"/>
                </a:lnTo>
                <a:lnTo>
                  <a:pt x="207598" y="106167"/>
                </a:lnTo>
                <a:lnTo>
                  <a:pt x="207260" y="105927"/>
                </a:lnTo>
                <a:lnTo>
                  <a:pt x="206922" y="105696"/>
                </a:lnTo>
                <a:lnTo>
                  <a:pt x="206584" y="105475"/>
                </a:lnTo>
                <a:lnTo>
                  <a:pt x="206245" y="105264"/>
                </a:lnTo>
                <a:lnTo>
                  <a:pt x="205907" y="105062"/>
                </a:lnTo>
                <a:lnTo>
                  <a:pt x="205569" y="104869"/>
                </a:lnTo>
                <a:lnTo>
                  <a:pt x="205230" y="104686"/>
                </a:lnTo>
                <a:lnTo>
                  <a:pt x="204891" y="104512"/>
                </a:lnTo>
                <a:lnTo>
                  <a:pt x="200324" y="104512"/>
                </a:lnTo>
                <a:lnTo>
                  <a:pt x="199333" y="104480"/>
                </a:lnTo>
                <a:lnTo>
                  <a:pt x="198388" y="104381"/>
                </a:lnTo>
                <a:lnTo>
                  <a:pt x="197490" y="104216"/>
                </a:lnTo>
                <a:lnTo>
                  <a:pt x="196640" y="103986"/>
                </a:lnTo>
                <a:lnTo>
                  <a:pt x="195836" y="103690"/>
                </a:lnTo>
                <a:lnTo>
                  <a:pt x="195080" y="103328"/>
                </a:lnTo>
                <a:lnTo>
                  <a:pt x="194370" y="102900"/>
                </a:lnTo>
                <a:lnTo>
                  <a:pt x="193708" y="102407"/>
                </a:lnTo>
                <a:lnTo>
                  <a:pt x="193092" y="101848"/>
                </a:lnTo>
                <a:lnTo>
                  <a:pt x="192533" y="101241"/>
                </a:lnTo>
                <a:lnTo>
                  <a:pt x="192039" y="100607"/>
                </a:lnTo>
                <a:lnTo>
                  <a:pt x="191612" y="99945"/>
                </a:lnTo>
                <a:lnTo>
                  <a:pt x="191250" y="99253"/>
                </a:lnTo>
                <a:lnTo>
                  <a:pt x="190953" y="98535"/>
                </a:lnTo>
                <a:lnTo>
                  <a:pt x="190724" y="97787"/>
                </a:lnTo>
                <a:lnTo>
                  <a:pt x="190559" y="97012"/>
                </a:lnTo>
                <a:lnTo>
                  <a:pt x="190460" y="96208"/>
                </a:lnTo>
                <a:lnTo>
                  <a:pt x="190428" y="95377"/>
                </a:lnTo>
                <a:lnTo>
                  <a:pt x="190460" y="94540"/>
                </a:lnTo>
                <a:lnTo>
                  <a:pt x="190559" y="93723"/>
                </a:lnTo>
                <a:lnTo>
                  <a:pt x="190724" y="92924"/>
                </a:lnTo>
                <a:lnTo>
                  <a:pt x="190953" y="92144"/>
                </a:lnTo>
                <a:lnTo>
                  <a:pt x="191250" y="91383"/>
                </a:lnTo>
                <a:lnTo>
                  <a:pt x="191612" y="90640"/>
                </a:lnTo>
                <a:lnTo>
                  <a:pt x="192039" y="89916"/>
                </a:lnTo>
                <a:lnTo>
                  <a:pt x="192533" y="89211"/>
                </a:lnTo>
                <a:lnTo>
                  <a:pt x="193092" y="88525"/>
                </a:lnTo>
                <a:lnTo>
                  <a:pt x="193708" y="87886"/>
                </a:lnTo>
                <a:lnTo>
                  <a:pt x="194370" y="87322"/>
                </a:lnTo>
                <a:lnTo>
                  <a:pt x="195080" y="86834"/>
                </a:lnTo>
                <a:lnTo>
                  <a:pt x="195836" y="86420"/>
                </a:lnTo>
                <a:lnTo>
                  <a:pt x="196640" y="86082"/>
                </a:lnTo>
                <a:lnTo>
                  <a:pt x="197490" y="85818"/>
                </a:lnTo>
                <a:lnTo>
                  <a:pt x="198388" y="85631"/>
                </a:lnTo>
                <a:lnTo>
                  <a:pt x="199333" y="85518"/>
                </a:lnTo>
                <a:lnTo>
                  <a:pt x="200324" y="85480"/>
                </a:lnTo>
                <a:lnTo>
                  <a:pt x="200662" y="85621"/>
                </a:lnTo>
                <a:lnTo>
                  <a:pt x="201000" y="85706"/>
                </a:lnTo>
                <a:lnTo>
                  <a:pt x="201339" y="85735"/>
                </a:lnTo>
                <a:lnTo>
                  <a:pt x="201678" y="85706"/>
                </a:lnTo>
                <a:lnTo>
                  <a:pt x="202016" y="85621"/>
                </a:lnTo>
                <a:lnTo>
                  <a:pt x="202354" y="85480"/>
                </a:lnTo>
                <a:lnTo>
                  <a:pt x="202693" y="85283"/>
                </a:lnTo>
                <a:lnTo>
                  <a:pt x="203031" y="85029"/>
                </a:lnTo>
                <a:lnTo>
                  <a:pt x="203369" y="84719"/>
                </a:lnTo>
                <a:lnTo>
                  <a:pt x="203688" y="84376"/>
                </a:lnTo>
                <a:lnTo>
                  <a:pt x="203970" y="84024"/>
                </a:lnTo>
                <a:lnTo>
                  <a:pt x="204215" y="83662"/>
                </a:lnTo>
                <a:lnTo>
                  <a:pt x="204422" y="83290"/>
                </a:lnTo>
                <a:lnTo>
                  <a:pt x="204591" y="82909"/>
                </a:lnTo>
                <a:lnTo>
                  <a:pt x="204723" y="82520"/>
                </a:lnTo>
                <a:lnTo>
                  <a:pt x="204816" y="82121"/>
                </a:lnTo>
                <a:lnTo>
                  <a:pt x="204873" y="81711"/>
                </a:lnTo>
                <a:lnTo>
                  <a:pt x="204891" y="81293"/>
                </a:lnTo>
                <a:lnTo>
                  <a:pt x="204873" y="80875"/>
                </a:lnTo>
                <a:lnTo>
                  <a:pt x="204816" y="80466"/>
                </a:lnTo>
                <a:lnTo>
                  <a:pt x="204723" y="80067"/>
                </a:lnTo>
                <a:lnTo>
                  <a:pt x="204591" y="79677"/>
                </a:lnTo>
                <a:lnTo>
                  <a:pt x="204422" y="79297"/>
                </a:lnTo>
                <a:lnTo>
                  <a:pt x="204215" y="78925"/>
                </a:lnTo>
                <a:lnTo>
                  <a:pt x="203970" y="78563"/>
                </a:lnTo>
                <a:lnTo>
                  <a:pt x="203688" y="78211"/>
                </a:lnTo>
                <a:lnTo>
                  <a:pt x="203369" y="77868"/>
                </a:lnTo>
                <a:lnTo>
                  <a:pt x="203031" y="77548"/>
                </a:lnTo>
                <a:lnTo>
                  <a:pt x="202693" y="77266"/>
                </a:lnTo>
                <a:lnTo>
                  <a:pt x="202354" y="77022"/>
                </a:lnTo>
                <a:lnTo>
                  <a:pt x="202016" y="76815"/>
                </a:lnTo>
                <a:lnTo>
                  <a:pt x="201678" y="76646"/>
                </a:lnTo>
                <a:lnTo>
                  <a:pt x="201339" y="76514"/>
                </a:lnTo>
                <a:lnTo>
                  <a:pt x="201000" y="76420"/>
                </a:lnTo>
                <a:lnTo>
                  <a:pt x="200662" y="76364"/>
                </a:lnTo>
                <a:lnTo>
                  <a:pt x="200324" y="76345"/>
                </a:lnTo>
                <a:lnTo>
                  <a:pt x="181292" y="76345"/>
                </a:lnTo>
                <a:lnTo>
                  <a:pt x="180301" y="76312"/>
                </a:lnTo>
                <a:lnTo>
                  <a:pt x="179356" y="76213"/>
                </a:lnTo>
                <a:lnTo>
                  <a:pt x="178458" y="76049"/>
                </a:lnTo>
                <a:lnTo>
                  <a:pt x="177608" y="75819"/>
                </a:lnTo>
                <a:lnTo>
                  <a:pt x="176804" y="75523"/>
                </a:lnTo>
                <a:lnTo>
                  <a:pt x="176048" y="75161"/>
                </a:lnTo>
                <a:lnTo>
                  <a:pt x="175338" y="74733"/>
                </a:lnTo>
                <a:lnTo>
                  <a:pt x="174676" y="74240"/>
                </a:lnTo>
                <a:lnTo>
                  <a:pt x="174060" y="73681"/>
                </a:lnTo>
                <a:lnTo>
                  <a:pt x="173501" y="73070"/>
                </a:lnTo>
                <a:lnTo>
                  <a:pt x="173007" y="72421"/>
                </a:lnTo>
                <a:lnTo>
                  <a:pt x="172580" y="71735"/>
                </a:lnTo>
                <a:lnTo>
                  <a:pt x="172218" y="71012"/>
                </a:lnTo>
                <a:lnTo>
                  <a:pt x="171921" y="70250"/>
                </a:lnTo>
                <a:lnTo>
                  <a:pt x="171692" y="69452"/>
                </a:lnTo>
                <a:lnTo>
                  <a:pt x="171527" y="68615"/>
                </a:lnTo>
                <a:lnTo>
                  <a:pt x="171428" y="67741"/>
                </a:lnTo>
                <a:lnTo>
                  <a:pt x="171396" y="66829"/>
                </a:lnTo>
                <a:lnTo>
                  <a:pt x="171428" y="65918"/>
                </a:lnTo>
                <a:lnTo>
                  <a:pt x="171527" y="65043"/>
                </a:lnTo>
                <a:lnTo>
                  <a:pt x="171692" y="64207"/>
                </a:lnTo>
                <a:lnTo>
                  <a:pt x="171921" y="63408"/>
                </a:lnTo>
                <a:lnTo>
                  <a:pt x="172218" y="62647"/>
                </a:lnTo>
                <a:lnTo>
                  <a:pt x="172580" y="61923"/>
                </a:lnTo>
                <a:lnTo>
                  <a:pt x="173007" y="61237"/>
                </a:lnTo>
                <a:lnTo>
                  <a:pt x="173501" y="60589"/>
                </a:lnTo>
                <a:lnTo>
                  <a:pt x="174060" y="59978"/>
                </a:lnTo>
                <a:lnTo>
                  <a:pt x="174676" y="59419"/>
                </a:lnTo>
                <a:lnTo>
                  <a:pt x="175338" y="58925"/>
                </a:lnTo>
                <a:lnTo>
                  <a:pt x="176048" y="58498"/>
                </a:lnTo>
                <a:lnTo>
                  <a:pt x="176804" y="58136"/>
                </a:lnTo>
                <a:lnTo>
                  <a:pt x="177608" y="57840"/>
                </a:lnTo>
                <a:lnTo>
                  <a:pt x="178458" y="57609"/>
                </a:lnTo>
                <a:lnTo>
                  <a:pt x="179356" y="57444"/>
                </a:lnTo>
                <a:lnTo>
                  <a:pt x="180301" y="57346"/>
                </a:lnTo>
                <a:lnTo>
                  <a:pt x="181292" y="57313"/>
                </a:lnTo>
                <a:lnTo>
                  <a:pt x="200324" y="57313"/>
                </a:lnTo>
                <a:lnTo>
                  <a:pt x="202331" y="57398"/>
                </a:lnTo>
                <a:lnTo>
                  <a:pt x="204290" y="57651"/>
                </a:lnTo>
                <a:lnTo>
                  <a:pt x="206203" y="58075"/>
                </a:lnTo>
                <a:lnTo>
                  <a:pt x="208069" y="58666"/>
                </a:lnTo>
                <a:lnTo>
                  <a:pt x="209887" y="59427"/>
                </a:lnTo>
                <a:lnTo>
                  <a:pt x="211659" y="60358"/>
                </a:lnTo>
                <a:lnTo>
                  <a:pt x="213383" y="61458"/>
                </a:lnTo>
                <a:lnTo>
                  <a:pt x="215061" y="62727"/>
                </a:lnTo>
                <a:lnTo>
                  <a:pt x="216692" y="64164"/>
                </a:lnTo>
                <a:lnTo>
                  <a:pt x="218209" y="65724"/>
                </a:lnTo>
                <a:lnTo>
                  <a:pt x="219548" y="67360"/>
                </a:lnTo>
                <a:lnTo>
                  <a:pt x="220709" y="69071"/>
                </a:lnTo>
                <a:lnTo>
                  <a:pt x="221692" y="70856"/>
                </a:lnTo>
                <a:lnTo>
                  <a:pt x="222495" y="72718"/>
                </a:lnTo>
                <a:lnTo>
                  <a:pt x="223120" y="74653"/>
                </a:lnTo>
                <a:lnTo>
                  <a:pt x="223566" y="76665"/>
                </a:lnTo>
                <a:lnTo>
                  <a:pt x="223835" y="78751"/>
                </a:lnTo>
                <a:lnTo>
                  <a:pt x="223923" y="80913"/>
                </a:lnTo>
                <a:lnTo>
                  <a:pt x="223886" y="82257"/>
                </a:lnTo>
                <a:lnTo>
                  <a:pt x="223774" y="83582"/>
                </a:lnTo>
                <a:lnTo>
                  <a:pt x="223585" y="84888"/>
                </a:lnTo>
                <a:lnTo>
                  <a:pt x="223322" y="86176"/>
                </a:lnTo>
                <a:lnTo>
                  <a:pt x="222984" y="87444"/>
                </a:lnTo>
                <a:lnTo>
                  <a:pt x="222571" y="88695"/>
                </a:lnTo>
                <a:lnTo>
                  <a:pt x="222081" y="89926"/>
                </a:lnTo>
                <a:lnTo>
                  <a:pt x="221517" y="91138"/>
                </a:lnTo>
                <a:lnTo>
                  <a:pt x="220878" y="92332"/>
                </a:lnTo>
                <a:lnTo>
                  <a:pt x="222476" y="93896"/>
                </a:lnTo>
                <a:lnTo>
                  <a:pt x="223886" y="95546"/>
                </a:lnTo>
                <a:lnTo>
                  <a:pt x="225108" y="97280"/>
                </a:lnTo>
                <a:lnTo>
                  <a:pt x="226142" y="99099"/>
                </a:lnTo>
                <a:lnTo>
                  <a:pt x="226987" y="101002"/>
                </a:lnTo>
                <a:lnTo>
                  <a:pt x="227646" y="102990"/>
                </a:lnTo>
                <a:lnTo>
                  <a:pt x="228115" y="105062"/>
                </a:lnTo>
                <a:lnTo>
                  <a:pt x="228397" y="107219"/>
                </a:lnTo>
                <a:lnTo>
                  <a:pt x="228491" y="109460"/>
                </a:lnTo>
                <a:lnTo>
                  <a:pt x="228407" y="111702"/>
                </a:lnTo>
                <a:lnTo>
                  <a:pt x="228153" y="113859"/>
                </a:lnTo>
                <a:lnTo>
                  <a:pt x="227730" y="115932"/>
                </a:lnTo>
                <a:lnTo>
                  <a:pt x="227138" y="117920"/>
                </a:lnTo>
                <a:lnTo>
                  <a:pt x="226377" y="119823"/>
                </a:lnTo>
                <a:lnTo>
                  <a:pt x="225446" y="121641"/>
                </a:lnTo>
                <a:lnTo>
                  <a:pt x="224346" y="123374"/>
                </a:lnTo>
                <a:lnTo>
                  <a:pt x="223077" y="125024"/>
                </a:lnTo>
                <a:lnTo>
                  <a:pt x="221640" y="126589"/>
                </a:lnTo>
                <a:lnTo>
                  <a:pt x="220080" y="128027"/>
                </a:lnTo>
                <a:lnTo>
                  <a:pt x="218444" y="129296"/>
                </a:lnTo>
                <a:lnTo>
                  <a:pt x="216734" y="130395"/>
                </a:lnTo>
                <a:lnTo>
                  <a:pt x="214948" y="131326"/>
                </a:lnTo>
                <a:lnTo>
                  <a:pt x="213088" y="132087"/>
                </a:lnTo>
                <a:lnTo>
                  <a:pt x="211151" y="132679"/>
                </a:lnTo>
                <a:lnTo>
                  <a:pt x="209139" y="133102"/>
                </a:lnTo>
                <a:lnTo>
                  <a:pt x="207053" y="133356"/>
                </a:lnTo>
                <a:lnTo>
                  <a:pt x="204891" y="133440"/>
                </a:lnTo>
                <a:lnTo>
                  <a:pt x="181292" y="133440"/>
                </a:lnTo>
                <a:lnTo>
                  <a:pt x="180301" y="133408"/>
                </a:lnTo>
                <a:lnTo>
                  <a:pt x="179356" y="133309"/>
                </a:lnTo>
                <a:lnTo>
                  <a:pt x="178458" y="133144"/>
                </a:lnTo>
                <a:lnTo>
                  <a:pt x="177608" y="132915"/>
                </a:lnTo>
                <a:lnTo>
                  <a:pt x="176804" y="132618"/>
                </a:lnTo>
                <a:lnTo>
                  <a:pt x="176048" y="132257"/>
                </a:lnTo>
                <a:lnTo>
                  <a:pt x="175338" y="131829"/>
                </a:lnTo>
                <a:lnTo>
                  <a:pt x="174676" y="131335"/>
                </a:lnTo>
                <a:lnTo>
                  <a:pt x="174060" y="130776"/>
                </a:lnTo>
                <a:lnTo>
                  <a:pt x="173501" y="130165"/>
                </a:lnTo>
                <a:lnTo>
                  <a:pt x="173007" y="129517"/>
                </a:lnTo>
                <a:lnTo>
                  <a:pt x="172580" y="128830"/>
                </a:lnTo>
                <a:lnTo>
                  <a:pt x="172218" y="128107"/>
                </a:lnTo>
                <a:lnTo>
                  <a:pt x="171921" y="127345"/>
                </a:lnTo>
                <a:lnTo>
                  <a:pt x="171692" y="126547"/>
                </a:lnTo>
                <a:lnTo>
                  <a:pt x="171527" y="125710"/>
                </a:lnTo>
                <a:lnTo>
                  <a:pt x="171428" y="124837"/>
                </a:lnTo>
                <a:lnTo>
                  <a:pt x="171396" y="123925"/>
                </a:lnTo>
                <a:lnTo>
                  <a:pt x="171428" y="123013"/>
                </a:lnTo>
                <a:lnTo>
                  <a:pt x="171527" y="122139"/>
                </a:lnTo>
                <a:lnTo>
                  <a:pt x="171692" y="121303"/>
                </a:lnTo>
                <a:lnTo>
                  <a:pt x="171921" y="120504"/>
                </a:lnTo>
                <a:lnTo>
                  <a:pt x="172218" y="119743"/>
                </a:lnTo>
                <a:lnTo>
                  <a:pt x="172580" y="119019"/>
                </a:lnTo>
                <a:lnTo>
                  <a:pt x="173007" y="118333"/>
                </a:lnTo>
                <a:lnTo>
                  <a:pt x="173501" y="117684"/>
                </a:lnTo>
                <a:lnTo>
                  <a:pt x="174060" y="117074"/>
                </a:lnTo>
                <a:lnTo>
                  <a:pt x="174676" y="116514"/>
                </a:lnTo>
                <a:lnTo>
                  <a:pt x="175338" y="116020"/>
                </a:lnTo>
                <a:lnTo>
                  <a:pt x="176048" y="115593"/>
                </a:lnTo>
                <a:lnTo>
                  <a:pt x="176804" y="115232"/>
                </a:lnTo>
                <a:lnTo>
                  <a:pt x="177608" y="114935"/>
                </a:lnTo>
                <a:lnTo>
                  <a:pt x="178458" y="114705"/>
                </a:lnTo>
                <a:lnTo>
                  <a:pt x="179356" y="114540"/>
                </a:lnTo>
                <a:lnTo>
                  <a:pt x="180301" y="114442"/>
                </a:lnTo>
                <a:lnTo>
                  <a:pt x="181292" y="114409"/>
                </a:lnTo>
                <a:lnTo>
                  <a:pt x="204891" y="114409"/>
                </a:lnTo>
                <a:lnTo>
                  <a:pt x="205230" y="114390"/>
                </a:lnTo>
                <a:lnTo>
                  <a:pt x="205569" y="114333"/>
                </a:lnTo>
                <a:lnTo>
                  <a:pt x="205907" y="114240"/>
                </a:lnTo>
                <a:lnTo>
                  <a:pt x="206245" y="114108"/>
                </a:lnTo>
                <a:lnTo>
                  <a:pt x="206584" y="113939"/>
                </a:lnTo>
                <a:lnTo>
                  <a:pt x="206922" y="113732"/>
                </a:lnTo>
                <a:lnTo>
                  <a:pt x="207260" y="113488"/>
                </a:lnTo>
                <a:lnTo>
                  <a:pt x="207598" y="113206"/>
                </a:lnTo>
                <a:lnTo>
                  <a:pt x="207936" y="112886"/>
                </a:lnTo>
                <a:lnTo>
                  <a:pt x="208257" y="112547"/>
                </a:lnTo>
                <a:lnTo>
                  <a:pt x="208538" y="112209"/>
                </a:lnTo>
                <a:lnTo>
                  <a:pt x="208782" y="111871"/>
                </a:lnTo>
                <a:lnTo>
                  <a:pt x="208989" y="111533"/>
                </a:lnTo>
                <a:lnTo>
                  <a:pt x="209159" y="111195"/>
                </a:lnTo>
                <a:lnTo>
                  <a:pt x="209290" y="110856"/>
                </a:lnTo>
                <a:lnTo>
                  <a:pt x="209384" y="110518"/>
                </a:lnTo>
                <a:lnTo>
                  <a:pt x="209440" y="110179"/>
                </a:lnTo>
                <a:lnTo>
                  <a:pt x="209460" y="109841"/>
                </a:lnTo>
                <a:close/>
                <a:moveTo>
                  <a:pt x="38172" y="57313"/>
                </a:moveTo>
                <a:lnTo>
                  <a:pt x="38140" y="56481"/>
                </a:lnTo>
                <a:lnTo>
                  <a:pt x="38041" y="55677"/>
                </a:lnTo>
                <a:lnTo>
                  <a:pt x="37876" y="54902"/>
                </a:lnTo>
                <a:lnTo>
                  <a:pt x="37647" y="54155"/>
                </a:lnTo>
                <a:lnTo>
                  <a:pt x="37350" y="53436"/>
                </a:lnTo>
                <a:lnTo>
                  <a:pt x="36988" y="52746"/>
                </a:lnTo>
                <a:lnTo>
                  <a:pt x="36561" y="52083"/>
                </a:lnTo>
                <a:lnTo>
                  <a:pt x="36067" y="51448"/>
                </a:lnTo>
                <a:lnTo>
                  <a:pt x="35508" y="50843"/>
                </a:lnTo>
                <a:lnTo>
                  <a:pt x="34897" y="50279"/>
                </a:lnTo>
                <a:lnTo>
                  <a:pt x="34249" y="49771"/>
                </a:lnTo>
                <a:lnTo>
                  <a:pt x="33562" y="49319"/>
                </a:lnTo>
                <a:lnTo>
                  <a:pt x="32839" y="48925"/>
                </a:lnTo>
                <a:lnTo>
                  <a:pt x="32077" y="48587"/>
                </a:lnTo>
                <a:lnTo>
                  <a:pt x="31279" y="48305"/>
                </a:lnTo>
                <a:lnTo>
                  <a:pt x="30442" y="48079"/>
                </a:lnTo>
                <a:lnTo>
                  <a:pt x="29568" y="47910"/>
                </a:lnTo>
                <a:lnTo>
                  <a:pt x="28657" y="47797"/>
                </a:lnTo>
                <a:lnTo>
                  <a:pt x="27745" y="47755"/>
                </a:lnTo>
                <a:lnTo>
                  <a:pt x="26871" y="47797"/>
                </a:lnTo>
                <a:lnTo>
                  <a:pt x="26035" y="47924"/>
                </a:lnTo>
                <a:lnTo>
                  <a:pt x="25236" y="48136"/>
                </a:lnTo>
                <a:lnTo>
                  <a:pt x="24474" y="48432"/>
                </a:lnTo>
                <a:lnTo>
                  <a:pt x="23751" y="48812"/>
                </a:lnTo>
                <a:lnTo>
                  <a:pt x="23065" y="49278"/>
                </a:lnTo>
                <a:lnTo>
                  <a:pt x="22416" y="49827"/>
                </a:lnTo>
                <a:lnTo>
                  <a:pt x="21805" y="50462"/>
                </a:lnTo>
                <a:lnTo>
                  <a:pt x="21246" y="51147"/>
                </a:lnTo>
                <a:lnTo>
                  <a:pt x="20752" y="51852"/>
                </a:lnTo>
                <a:lnTo>
                  <a:pt x="20324" y="52576"/>
                </a:lnTo>
                <a:lnTo>
                  <a:pt x="19963" y="53319"/>
                </a:lnTo>
                <a:lnTo>
                  <a:pt x="19667" y="54080"/>
                </a:lnTo>
                <a:lnTo>
                  <a:pt x="19437" y="54860"/>
                </a:lnTo>
                <a:lnTo>
                  <a:pt x="19272" y="55659"/>
                </a:lnTo>
                <a:lnTo>
                  <a:pt x="19174" y="56477"/>
                </a:lnTo>
                <a:lnTo>
                  <a:pt x="19140" y="57313"/>
                </a:lnTo>
                <a:lnTo>
                  <a:pt x="19108" y="58145"/>
                </a:lnTo>
                <a:lnTo>
                  <a:pt x="19009" y="58948"/>
                </a:lnTo>
                <a:lnTo>
                  <a:pt x="18844" y="59724"/>
                </a:lnTo>
                <a:lnTo>
                  <a:pt x="18615" y="60471"/>
                </a:lnTo>
                <a:lnTo>
                  <a:pt x="18318" y="61190"/>
                </a:lnTo>
                <a:lnTo>
                  <a:pt x="17957" y="61881"/>
                </a:lnTo>
                <a:lnTo>
                  <a:pt x="17529" y="62543"/>
                </a:lnTo>
                <a:lnTo>
                  <a:pt x="17035" y="63177"/>
                </a:lnTo>
                <a:lnTo>
                  <a:pt x="16476" y="63784"/>
                </a:lnTo>
                <a:lnTo>
                  <a:pt x="15865" y="64343"/>
                </a:lnTo>
                <a:lnTo>
                  <a:pt x="15217" y="64837"/>
                </a:lnTo>
                <a:lnTo>
                  <a:pt x="14530" y="65264"/>
                </a:lnTo>
                <a:lnTo>
                  <a:pt x="13807" y="65626"/>
                </a:lnTo>
                <a:lnTo>
                  <a:pt x="13045" y="65923"/>
                </a:lnTo>
                <a:lnTo>
                  <a:pt x="12247" y="66152"/>
                </a:lnTo>
                <a:lnTo>
                  <a:pt x="11410" y="66317"/>
                </a:lnTo>
                <a:lnTo>
                  <a:pt x="10537" y="66416"/>
                </a:lnTo>
                <a:lnTo>
                  <a:pt x="9625" y="66448"/>
                </a:lnTo>
                <a:lnTo>
                  <a:pt x="8713" y="66416"/>
                </a:lnTo>
                <a:lnTo>
                  <a:pt x="7839" y="66317"/>
                </a:lnTo>
                <a:lnTo>
                  <a:pt x="7003" y="66152"/>
                </a:lnTo>
                <a:lnTo>
                  <a:pt x="6204" y="65923"/>
                </a:lnTo>
                <a:lnTo>
                  <a:pt x="5443" y="65626"/>
                </a:lnTo>
                <a:lnTo>
                  <a:pt x="4719" y="65264"/>
                </a:lnTo>
                <a:lnTo>
                  <a:pt x="4033" y="64837"/>
                </a:lnTo>
                <a:lnTo>
                  <a:pt x="3384" y="64343"/>
                </a:lnTo>
                <a:lnTo>
                  <a:pt x="2774" y="63784"/>
                </a:lnTo>
                <a:lnTo>
                  <a:pt x="2214" y="63177"/>
                </a:lnTo>
                <a:lnTo>
                  <a:pt x="1720" y="62543"/>
                </a:lnTo>
                <a:lnTo>
                  <a:pt x="1293" y="61881"/>
                </a:lnTo>
                <a:lnTo>
                  <a:pt x="932" y="61190"/>
                </a:lnTo>
                <a:lnTo>
                  <a:pt x="635" y="60471"/>
                </a:lnTo>
                <a:lnTo>
                  <a:pt x="405" y="59724"/>
                </a:lnTo>
                <a:lnTo>
                  <a:pt x="240" y="58948"/>
                </a:lnTo>
                <a:lnTo>
                  <a:pt x="142" y="58145"/>
                </a:lnTo>
                <a:lnTo>
                  <a:pt x="109" y="57313"/>
                </a:lnTo>
                <a:lnTo>
                  <a:pt x="212" y="54653"/>
                </a:lnTo>
                <a:lnTo>
                  <a:pt x="522" y="52087"/>
                </a:lnTo>
                <a:lnTo>
                  <a:pt x="1039" y="49616"/>
                </a:lnTo>
                <a:lnTo>
                  <a:pt x="1763" y="47238"/>
                </a:lnTo>
                <a:lnTo>
                  <a:pt x="2694" y="44954"/>
                </a:lnTo>
                <a:lnTo>
                  <a:pt x="3831" y="42764"/>
                </a:lnTo>
                <a:lnTo>
                  <a:pt x="5175" y="40669"/>
                </a:lnTo>
                <a:lnTo>
                  <a:pt x="6726" y="38667"/>
                </a:lnTo>
                <a:lnTo>
                  <a:pt x="8483" y="36759"/>
                </a:lnTo>
                <a:lnTo>
                  <a:pt x="10386" y="35002"/>
                </a:lnTo>
                <a:lnTo>
                  <a:pt x="12374" y="33451"/>
                </a:lnTo>
                <a:lnTo>
                  <a:pt x="14447" y="32107"/>
                </a:lnTo>
                <a:lnTo>
                  <a:pt x="16603" y="30970"/>
                </a:lnTo>
                <a:lnTo>
                  <a:pt x="18844" y="30039"/>
                </a:lnTo>
                <a:lnTo>
                  <a:pt x="21170" y="29315"/>
                </a:lnTo>
                <a:lnTo>
                  <a:pt x="23581" y="28798"/>
                </a:lnTo>
                <a:lnTo>
                  <a:pt x="26077" y="28488"/>
                </a:lnTo>
                <a:lnTo>
                  <a:pt x="28657" y="28385"/>
                </a:lnTo>
                <a:lnTo>
                  <a:pt x="31236" y="28488"/>
                </a:lnTo>
                <a:lnTo>
                  <a:pt x="33732" y="28798"/>
                </a:lnTo>
                <a:lnTo>
                  <a:pt x="36143" y="29315"/>
                </a:lnTo>
                <a:lnTo>
                  <a:pt x="38469" y="30039"/>
                </a:lnTo>
                <a:lnTo>
                  <a:pt x="40710" y="30970"/>
                </a:lnTo>
                <a:lnTo>
                  <a:pt x="42867" y="32107"/>
                </a:lnTo>
                <a:lnTo>
                  <a:pt x="44939" y="33451"/>
                </a:lnTo>
                <a:lnTo>
                  <a:pt x="46927" y="35002"/>
                </a:lnTo>
                <a:lnTo>
                  <a:pt x="48830" y="36759"/>
                </a:lnTo>
                <a:lnTo>
                  <a:pt x="50588" y="38667"/>
                </a:lnTo>
                <a:lnTo>
                  <a:pt x="52139" y="40669"/>
                </a:lnTo>
                <a:lnTo>
                  <a:pt x="53483" y="42764"/>
                </a:lnTo>
                <a:lnTo>
                  <a:pt x="54620" y="44954"/>
                </a:lnTo>
                <a:lnTo>
                  <a:pt x="55550" y="47238"/>
                </a:lnTo>
                <a:lnTo>
                  <a:pt x="56274" y="49616"/>
                </a:lnTo>
                <a:lnTo>
                  <a:pt x="56791" y="52087"/>
                </a:lnTo>
                <a:lnTo>
                  <a:pt x="57101" y="54653"/>
                </a:lnTo>
                <a:lnTo>
                  <a:pt x="57204" y="57313"/>
                </a:lnTo>
                <a:lnTo>
                  <a:pt x="57110" y="59325"/>
                </a:lnTo>
                <a:lnTo>
                  <a:pt x="56828" y="61298"/>
                </a:lnTo>
                <a:lnTo>
                  <a:pt x="56358" y="63235"/>
                </a:lnTo>
                <a:lnTo>
                  <a:pt x="55700" y="65133"/>
                </a:lnTo>
                <a:lnTo>
                  <a:pt x="54854" y="66993"/>
                </a:lnTo>
                <a:lnTo>
                  <a:pt x="53821" y="68817"/>
                </a:lnTo>
                <a:lnTo>
                  <a:pt x="52599" y="70602"/>
                </a:lnTo>
                <a:lnTo>
                  <a:pt x="51189" y="72351"/>
                </a:lnTo>
                <a:lnTo>
                  <a:pt x="49592" y="74062"/>
                </a:lnTo>
                <a:lnTo>
                  <a:pt x="48333" y="75255"/>
                </a:lnTo>
                <a:lnTo>
                  <a:pt x="46922" y="76468"/>
                </a:lnTo>
                <a:lnTo>
                  <a:pt x="45362" y="77698"/>
                </a:lnTo>
                <a:lnTo>
                  <a:pt x="43652" y="78948"/>
                </a:lnTo>
                <a:lnTo>
                  <a:pt x="41791" y="80218"/>
                </a:lnTo>
                <a:lnTo>
                  <a:pt x="39779" y="81504"/>
                </a:lnTo>
                <a:lnTo>
                  <a:pt x="37618" y="82811"/>
                </a:lnTo>
                <a:lnTo>
                  <a:pt x="35306" y="84136"/>
                </a:lnTo>
                <a:lnTo>
                  <a:pt x="32843" y="85480"/>
                </a:lnTo>
                <a:lnTo>
                  <a:pt x="48069" y="85480"/>
                </a:lnTo>
                <a:lnTo>
                  <a:pt x="48900" y="85518"/>
                </a:lnTo>
                <a:lnTo>
                  <a:pt x="49704" y="85631"/>
                </a:lnTo>
                <a:lnTo>
                  <a:pt x="50480" y="85818"/>
                </a:lnTo>
                <a:lnTo>
                  <a:pt x="51227" y="86082"/>
                </a:lnTo>
                <a:lnTo>
                  <a:pt x="51946" y="86420"/>
                </a:lnTo>
                <a:lnTo>
                  <a:pt x="52637" y="86834"/>
                </a:lnTo>
                <a:lnTo>
                  <a:pt x="53299" y="87322"/>
                </a:lnTo>
                <a:lnTo>
                  <a:pt x="53933" y="87886"/>
                </a:lnTo>
                <a:lnTo>
                  <a:pt x="54540" y="88525"/>
                </a:lnTo>
                <a:lnTo>
                  <a:pt x="55099" y="89211"/>
                </a:lnTo>
                <a:lnTo>
                  <a:pt x="55593" y="89916"/>
                </a:lnTo>
                <a:lnTo>
                  <a:pt x="56020" y="90640"/>
                </a:lnTo>
                <a:lnTo>
                  <a:pt x="56382" y="91383"/>
                </a:lnTo>
                <a:lnTo>
                  <a:pt x="56679" y="92144"/>
                </a:lnTo>
                <a:lnTo>
                  <a:pt x="56908" y="92924"/>
                </a:lnTo>
                <a:lnTo>
                  <a:pt x="57073" y="93723"/>
                </a:lnTo>
                <a:lnTo>
                  <a:pt x="57172" y="94540"/>
                </a:lnTo>
                <a:lnTo>
                  <a:pt x="57204" y="95377"/>
                </a:lnTo>
                <a:lnTo>
                  <a:pt x="57172" y="96213"/>
                </a:lnTo>
                <a:lnTo>
                  <a:pt x="57073" y="97031"/>
                </a:lnTo>
                <a:lnTo>
                  <a:pt x="56908" y="97830"/>
                </a:lnTo>
                <a:lnTo>
                  <a:pt x="56679" y="98610"/>
                </a:lnTo>
                <a:lnTo>
                  <a:pt x="56382" y="99371"/>
                </a:lnTo>
                <a:lnTo>
                  <a:pt x="56020" y="100113"/>
                </a:lnTo>
                <a:lnTo>
                  <a:pt x="55593" y="100837"/>
                </a:lnTo>
                <a:lnTo>
                  <a:pt x="55099" y="101542"/>
                </a:lnTo>
                <a:lnTo>
                  <a:pt x="54540" y="102228"/>
                </a:lnTo>
                <a:lnTo>
                  <a:pt x="53933" y="102867"/>
                </a:lnTo>
                <a:lnTo>
                  <a:pt x="53299" y="103431"/>
                </a:lnTo>
                <a:lnTo>
                  <a:pt x="52637" y="103920"/>
                </a:lnTo>
                <a:lnTo>
                  <a:pt x="51946" y="104334"/>
                </a:lnTo>
                <a:lnTo>
                  <a:pt x="51227" y="104672"/>
                </a:lnTo>
                <a:lnTo>
                  <a:pt x="50480" y="104935"/>
                </a:lnTo>
                <a:lnTo>
                  <a:pt x="49704" y="105123"/>
                </a:lnTo>
                <a:lnTo>
                  <a:pt x="48900" y="105236"/>
                </a:lnTo>
                <a:lnTo>
                  <a:pt x="48069" y="105273"/>
                </a:lnTo>
                <a:lnTo>
                  <a:pt x="15334" y="105273"/>
                </a:lnTo>
                <a:lnTo>
                  <a:pt x="14164" y="105081"/>
                </a:lnTo>
                <a:lnTo>
                  <a:pt x="13023" y="104841"/>
                </a:lnTo>
                <a:lnTo>
                  <a:pt x="11908" y="104554"/>
                </a:lnTo>
                <a:lnTo>
                  <a:pt x="10823" y="104221"/>
                </a:lnTo>
                <a:lnTo>
                  <a:pt x="9766" y="103841"/>
                </a:lnTo>
                <a:lnTo>
                  <a:pt x="8736" y="103413"/>
                </a:lnTo>
                <a:lnTo>
                  <a:pt x="7735" y="102938"/>
                </a:lnTo>
                <a:lnTo>
                  <a:pt x="6763" y="102417"/>
                </a:lnTo>
                <a:lnTo>
                  <a:pt x="5818" y="101848"/>
                </a:lnTo>
                <a:lnTo>
                  <a:pt x="4925" y="101232"/>
                </a:lnTo>
                <a:lnTo>
                  <a:pt x="4108" y="100570"/>
                </a:lnTo>
                <a:lnTo>
                  <a:pt x="3365" y="99860"/>
                </a:lnTo>
                <a:lnTo>
                  <a:pt x="2698" y="99104"/>
                </a:lnTo>
                <a:lnTo>
                  <a:pt x="2106" y="98300"/>
                </a:lnTo>
                <a:lnTo>
                  <a:pt x="1589" y="97449"/>
                </a:lnTo>
                <a:lnTo>
                  <a:pt x="1147" y="96552"/>
                </a:lnTo>
                <a:lnTo>
                  <a:pt x="781" y="95607"/>
                </a:lnTo>
                <a:lnTo>
                  <a:pt x="490" y="94616"/>
                </a:lnTo>
                <a:lnTo>
                  <a:pt x="278" y="93600"/>
                </a:lnTo>
                <a:lnTo>
                  <a:pt x="151" y="92586"/>
                </a:lnTo>
                <a:lnTo>
                  <a:pt x="109" y="91570"/>
                </a:lnTo>
                <a:lnTo>
                  <a:pt x="151" y="90555"/>
                </a:lnTo>
                <a:lnTo>
                  <a:pt x="278" y="89541"/>
                </a:lnTo>
                <a:lnTo>
                  <a:pt x="490" y="88525"/>
                </a:lnTo>
                <a:lnTo>
                  <a:pt x="786" y="87510"/>
                </a:lnTo>
                <a:lnTo>
                  <a:pt x="1166" y="86496"/>
                </a:lnTo>
                <a:lnTo>
                  <a:pt x="1632" y="85480"/>
                </a:lnTo>
                <a:lnTo>
                  <a:pt x="2167" y="84484"/>
                </a:lnTo>
                <a:lnTo>
                  <a:pt x="2759" y="83526"/>
                </a:lnTo>
                <a:lnTo>
                  <a:pt x="3408" y="82605"/>
                </a:lnTo>
                <a:lnTo>
                  <a:pt x="4113" y="81721"/>
                </a:lnTo>
                <a:lnTo>
                  <a:pt x="4874" y="80875"/>
                </a:lnTo>
                <a:lnTo>
                  <a:pt x="5691" y="80067"/>
                </a:lnTo>
                <a:lnTo>
                  <a:pt x="6566" y="79297"/>
                </a:lnTo>
                <a:lnTo>
                  <a:pt x="7496" y="78563"/>
                </a:lnTo>
                <a:lnTo>
                  <a:pt x="8483" y="77868"/>
                </a:lnTo>
                <a:lnTo>
                  <a:pt x="16856" y="73300"/>
                </a:lnTo>
                <a:lnTo>
                  <a:pt x="21330" y="70847"/>
                </a:lnTo>
                <a:lnTo>
                  <a:pt x="25277" y="68563"/>
                </a:lnTo>
                <a:lnTo>
                  <a:pt x="28699" y="66448"/>
                </a:lnTo>
                <a:lnTo>
                  <a:pt x="31593" y="64503"/>
                </a:lnTo>
                <a:lnTo>
                  <a:pt x="33962" y="62727"/>
                </a:lnTo>
                <a:lnTo>
                  <a:pt x="35804" y="61119"/>
                </a:lnTo>
                <a:lnTo>
                  <a:pt x="37120" y="59682"/>
                </a:lnTo>
                <a:lnTo>
                  <a:pt x="37910" y="58413"/>
                </a:lnTo>
                <a:lnTo>
                  <a:pt x="38172" y="57313"/>
                </a:lnTo>
                <a:close/>
                <a:moveTo>
                  <a:pt x="88417" y="29146"/>
                </a:moveTo>
                <a:lnTo>
                  <a:pt x="87778" y="28615"/>
                </a:lnTo>
                <a:lnTo>
                  <a:pt x="87214" y="28037"/>
                </a:lnTo>
                <a:lnTo>
                  <a:pt x="86725" y="27412"/>
                </a:lnTo>
                <a:lnTo>
                  <a:pt x="86312" y="26740"/>
                </a:lnTo>
                <a:lnTo>
                  <a:pt x="85973" y="26021"/>
                </a:lnTo>
                <a:lnTo>
                  <a:pt x="85710" y="25255"/>
                </a:lnTo>
                <a:lnTo>
                  <a:pt x="85522" y="24442"/>
                </a:lnTo>
                <a:lnTo>
                  <a:pt x="85409" y="23582"/>
                </a:lnTo>
                <a:lnTo>
                  <a:pt x="85372" y="22675"/>
                </a:lnTo>
                <a:lnTo>
                  <a:pt x="85409" y="21768"/>
                </a:lnTo>
                <a:lnTo>
                  <a:pt x="85522" y="20908"/>
                </a:lnTo>
                <a:lnTo>
                  <a:pt x="85710" y="20095"/>
                </a:lnTo>
                <a:lnTo>
                  <a:pt x="85973" y="19329"/>
                </a:lnTo>
                <a:lnTo>
                  <a:pt x="86312" y="18610"/>
                </a:lnTo>
                <a:lnTo>
                  <a:pt x="86725" y="17938"/>
                </a:lnTo>
                <a:lnTo>
                  <a:pt x="87214" y="17314"/>
                </a:lnTo>
                <a:lnTo>
                  <a:pt x="87778" y="16735"/>
                </a:lnTo>
                <a:lnTo>
                  <a:pt x="88417" y="16204"/>
                </a:lnTo>
                <a:lnTo>
                  <a:pt x="100597" y="4024"/>
                </a:lnTo>
                <a:lnTo>
                  <a:pt x="101283" y="3376"/>
                </a:lnTo>
                <a:lnTo>
                  <a:pt x="101988" y="2783"/>
                </a:lnTo>
                <a:lnTo>
                  <a:pt x="102712" y="2248"/>
                </a:lnTo>
                <a:lnTo>
                  <a:pt x="103454" y="1768"/>
                </a:lnTo>
                <a:lnTo>
                  <a:pt x="104216" y="1345"/>
                </a:lnTo>
                <a:lnTo>
                  <a:pt x="104996" y="979"/>
                </a:lnTo>
                <a:lnTo>
                  <a:pt x="105794" y="669"/>
                </a:lnTo>
                <a:lnTo>
                  <a:pt x="106612" y="415"/>
                </a:lnTo>
                <a:lnTo>
                  <a:pt x="107449" y="217"/>
                </a:lnTo>
                <a:lnTo>
                  <a:pt x="108294" y="81"/>
                </a:lnTo>
                <a:lnTo>
                  <a:pt x="109140" y="10"/>
                </a:lnTo>
                <a:lnTo>
                  <a:pt x="109986" y="6"/>
                </a:lnTo>
                <a:lnTo>
                  <a:pt x="110832" y="67"/>
                </a:lnTo>
                <a:lnTo>
                  <a:pt x="111678" y="194"/>
                </a:lnTo>
                <a:lnTo>
                  <a:pt x="112524" y="387"/>
                </a:lnTo>
                <a:lnTo>
                  <a:pt x="113369" y="645"/>
                </a:lnTo>
                <a:lnTo>
                  <a:pt x="114215" y="970"/>
                </a:lnTo>
                <a:lnTo>
                  <a:pt x="115061" y="1359"/>
                </a:lnTo>
                <a:lnTo>
                  <a:pt x="115893" y="1801"/>
                </a:lnTo>
                <a:lnTo>
                  <a:pt x="116696" y="2280"/>
                </a:lnTo>
                <a:lnTo>
                  <a:pt x="117472" y="2797"/>
                </a:lnTo>
                <a:lnTo>
                  <a:pt x="118220" y="3352"/>
                </a:lnTo>
                <a:lnTo>
                  <a:pt x="118938" y="3944"/>
                </a:lnTo>
                <a:lnTo>
                  <a:pt x="119629" y="4574"/>
                </a:lnTo>
                <a:lnTo>
                  <a:pt x="120291" y="5241"/>
                </a:lnTo>
                <a:lnTo>
                  <a:pt x="120926" y="5946"/>
                </a:lnTo>
                <a:lnTo>
                  <a:pt x="121532" y="6688"/>
                </a:lnTo>
                <a:lnTo>
                  <a:pt x="122091" y="7454"/>
                </a:lnTo>
                <a:lnTo>
                  <a:pt x="122585" y="8230"/>
                </a:lnTo>
                <a:lnTo>
                  <a:pt x="123013" y="9014"/>
                </a:lnTo>
                <a:lnTo>
                  <a:pt x="123374" y="9809"/>
                </a:lnTo>
                <a:lnTo>
                  <a:pt x="123671" y="10612"/>
                </a:lnTo>
                <a:lnTo>
                  <a:pt x="123900" y="11425"/>
                </a:lnTo>
                <a:lnTo>
                  <a:pt x="124065" y="12247"/>
                </a:lnTo>
                <a:lnTo>
                  <a:pt x="124164" y="13080"/>
                </a:lnTo>
                <a:lnTo>
                  <a:pt x="124196" y="13921"/>
                </a:lnTo>
                <a:lnTo>
                  <a:pt x="124196" y="67209"/>
                </a:lnTo>
                <a:lnTo>
                  <a:pt x="124159" y="68042"/>
                </a:lnTo>
                <a:lnTo>
                  <a:pt x="124046" y="68845"/>
                </a:lnTo>
                <a:lnTo>
                  <a:pt x="123858" y="69620"/>
                </a:lnTo>
                <a:lnTo>
                  <a:pt x="123595" y="70368"/>
                </a:lnTo>
                <a:lnTo>
                  <a:pt x="123256" y="71087"/>
                </a:lnTo>
                <a:lnTo>
                  <a:pt x="122843" y="71778"/>
                </a:lnTo>
                <a:lnTo>
                  <a:pt x="122354" y="72440"/>
                </a:lnTo>
                <a:lnTo>
                  <a:pt x="121790" y="73074"/>
                </a:lnTo>
                <a:lnTo>
                  <a:pt x="121151" y="73681"/>
                </a:lnTo>
                <a:lnTo>
                  <a:pt x="120466" y="74240"/>
                </a:lnTo>
                <a:lnTo>
                  <a:pt x="119761" y="74733"/>
                </a:lnTo>
                <a:lnTo>
                  <a:pt x="119037" y="75161"/>
                </a:lnTo>
                <a:lnTo>
                  <a:pt x="118295" y="75523"/>
                </a:lnTo>
                <a:lnTo>
                  <a:pt x="117533" y="75819"/>
                </a:lnTo>
                <a:lnTo>
                  <a:pt x="116753" y="76049"/>
                </a:lnTo>
                <a:lnTo>
                  <a:pt x="115954" y="76213"/>
                </a:lnTo>
                <a:lnTo>
                  <a:pt x="115136" y="76312"/>
                </a:lnTo>
                <a:lnTo>
                  <a:pt x="114300" y="76345"/>
                </a:lnTo>
                <a:lnTo>
                  <a:pt x="113468" y="76312"/>
                </a:lnTo>
                <a:lnTo>
                  <a:pt x="112665" y="76213"/>
                </a:lnTo>
                <a:lnTo>
                  <a:pt x="111889" y="76049"/>
                </a:lnTo>
                <a:lnTo>
                  <a:pt x="111142" y="75819"/>
                </a:lnTo>
                <a:lnTo>
                  <a:pt x="110423" y="75523"/>
                </a:lnTo>
                <a:lnTo>
                  <a:pt x="109733" y="75161"/>
                </a:lnTo>
                <a:lnTo>
                  <a:pt x="109070" y="74733"/>
                </a:lnTo>
                <a:lnTo>
                  <a:pt x="108435" y="74240"/>
                </a:lnTo>
                <a:lnTo>
                  <a:pt x="107829" y="73681"/>
                </a:lnTo>
                <a:lnTo>
                  <a:pt x="107270" y="73074"/>
                </a:lnTo>
                <a:lnTo>
                  <a:pt x="106776" y="72440"/>
                </a:lnTo>
                <a:lnTo>
                  <a:pt x="106349" y="71778"/>
                </a:lnTo>
                <a:lnTo>
                  <a:pt x="105988" y="71087"/>
                </a:lnTo>
                <a:lnTo>
                  <a:pt x="105691" y="70368"/>
                </a:lnTo>
                <a:lnTo>
                  <a:pt x="105461" y="69620"/>
                </a:lnTo>
                <a:lnTo>
                  <a:pt x="105296" y="68845"/>
                </a:lnTo>
                <a:lnTo>
                  <a:pt x="105198" y="68042"/>
                </a:lnTo>
                <a:lnTo>
                  <a:pt x="105165" y="67209"/>
                </a:lnTo>
                <a:lnTo>
                  <a:pt x="105165" y="26862"/>
                </a:lnTo>
                <a:lnTo>
                  <a:pt x="102119" y="29146"/>
                </a:lnTo>
                <a:lnTo>
                  <a:pt x="101434" y="29785"/>
                </a:lnTo>
                <a:lnTo>
                  <a:pt x="100729" y="30349"/>
                </a:lnTo>
                <a:lnTo>
                  <a:pt x="100005" y="30838"/>
                </a:lnTo>
                <a:lnTo>
                  <a:pt x="99263" y="31252"/>
                </a:lnTo>
                <a:lnTo>
                  <a:pt x="98501" y="31590"/>
                </a:lnTo>
                <a:lnTo>
                  <a:pt x="97721" y="31853"/>
                </a:lnTo>
                <a:lnTo>
                  <a:pt x="96923" y="32041"/>
                </a:lnTo>
                <a:lnTo>
                  <a:pt x="96104" y="32154"/>
                </a:lnTo>
                <a:lnTo>
                  <a:pt x="95268" y="32191"/>
                </a:lnTo>
                <a:lnTo>
                  <a:pt x="94432" y="32163"/>
                </a:lnTo>
                <a:lnTo>
                  <a:pt x="93614" y="32078"/>
                </a:lnTo>
                <a:lnTo>
                  <a:pt x="92815" y="31937"/>
                </a:lnTo>
                <a:lnTo>
                  <a:pt x="92035" y="31740"/>
                </a:lnTo>
                <a:lnTo>
                  <a:pt x="91273" y="31486"/>
                </a:lnTo>
                <a:lnTo>
                  <a:pt x="90531" y="31176"/>
                </a:lnTo>
                <a:lnTo>
                  <a:pt x="89807" y="30810"/>
                </a:lnTo>
                <a:lnTo>
                  <a:pt x="89103" y="30387"/>
                </a:lnTo>
                <a:lnTo>
                  <a:pt x="88417" y="29908"/>
                </a:lnTo>
                <a:close/>
              </a:path>
            </a:pathLst>
          </a:custGeom>
          <a:solidFill>
            <a:srgbClr val="C77E8C"/>
          </a:solidFill>
          <a:ln w="0">
            <a:noFill/>
          </a:ln>
        </p:spPr>
      </p:sp>
      <p:sp>
        <p:nvSpPr>
          <p:cNvPr id="36" name="手繪多邊形: 圖案 35">
            <a:extLst>
              <a:ext uri="{FF2B5EF4-FFF2-40B4-BE49-F238E27FC236}">
                <a16:creationId xmlns:a16="http://schemas.microsoft.com/office/drawing/2014/main" id="{F56053FB-4CD7-4E6D-BF9B-443353D29BC9}"/>
              </a:ext>
            </a:extLst>
          </p:cNvPr>
          <p:cNvSpPr>
            <a:spLocks noGrp="1"/>
          </p:cNvSpPr>
          <p:nvPr/>
        </p:nvSpPr>
        <p:spPr>
          <a:xfrm>
            <a:off x="12430125" y="3162300"/>
            <a:ext cx="590550" cy="59055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228600" y="46863"/>
                </a:moveTo>
                <a:lnTo>
                  <a:pt x="228464" y="43524"/>
                </a:lnTo>
                <a:lnTo>
                  <a:pt x="228054" y="40277"/>
                </a:lnTo>
                <a:lnTo>
                  <a:pt x="227372" y="37127"/>
                </a:lnTo>
                <a:lnTo>
                  <a:pt x="226418" y="34069"/>
                </a:lnTo>
                <a:lnTo>
                  <a:pt x="225190" y="31106"/>
                </a:lnTo>
                <a:lnTo>
                  <a:pt x="223689" y="28236"/>
                </a:lnTo>
                <a:lnTo>
                  <a:pt x="221916" y="25461"/>
                </a:lnTo>
                <a:lnTo>
                  <a:pt x="219870" y="22780"/>
                </a:lnTo>
                <a:lnTo>
                  <a:pt x="217551" y="20193"/>
                </a:lnTo>
                <a:lnTo>
                  <a:pt x="215034" y="17794"/>
                </a:lnTo>
                <a:lnTo>
                  <a:pt x="212396" y="15677"/>
                </a:lnTo>
                <a:lnTo>
                  <a:pt x="209635" y="13843"/>
                </a:lnTo>
                <a:lnTo>
                  <a:pt x="206752" y="12291"/>
                </a:lnTo>
                <a:lnTo>
                  <a:pt x="203745" y="11020"/>
                </a:lnTo>
                <a:lnTo>
                  <a:pt x="200617" y="10033"/>
                </a:lnTo>
                <a:lnTo>
                  <a:pt x="197368" y="9328"/>
                </a:lnTo>
                <a:lnTo>
                  <a:pt x="193995" y="8904"/>
                </a:lnTo>
                <a:lnTo>
                  <a:pt x="190500" y="8763"/>
                </a:lnTo>
                <a:lnTo>
                  <a:pt x="187005" y="8904"/>
                </a:lnTo>
                <a:lnTo>
                  <a:pt x="183632" y="9328"/>
                </a:lnTo>
                <a:lnTo>
                  <a:pt x="180383" y="10033"/>
                </a:lnTo>
                <a:lnTo>
                  <a:pt x="177255" y="11020"/>
                </a:lnTo>
                <a:lnTo>
                  <a:pt x="174248" y="12291"/>
                </a:lnTo>
                <a:lnTo>
                  <a:pt x="171365" y="13843"/>
                </a:lnTo>
                <a:lnTo>
                  <a:pt x="168604" y="15677"/>
                </a:lnTo>
                <a:lnTo>
                  <a:pt x="165966" y="17794"/>
                </a:lnTo>
                <a:lnTo>
                  <a:pt x="163449" y="20193"/>
                </a:lnTo>
                <a:lnTo>
                  <a:pt x="161130" y="22780"/>
                </a:lnTo>
                <a:lnTo>
                  <a:pt x="159084" y="25461"/>
                </a:lnTo>
                <a:lnTo>
                  <a:pt x="157311" y="28236"/>
                </a:lnTo>
                <a:lnTo>
                  <a:pt x="155810" y="31106"/>
                </a:lnTo>
                <a:lnTo>
                  <a:pt x="154582" y="34069"/>
                </a:lnTo>
                <a:lnTo>
                  <a:pt x="153628" y="37127"/>
                </a:lnTo>
                <a:lnTo>
                  <a:pt x="152946" y="40277"/>
                </a:lnTo>
                <a:lnTo>
                  <a:pt x="152536" y="43524"/>
                </a:lnTo>
                <a:lnTo>
                  <a:pt x="152400" y="46863"/>
                </a:lnTo>
                <a:lnTo>
                  <a:pt x="152499" y="49869"/>
                </a:lnTo>
                <a:lnTo>
                  <a:pt x="152795" y="52789"/>
                </a:lnTo>
                <a:lnTo>
                  <a:pt x="153289" y="55626"/>
                </a:lnTo>
                <a:lnTo>
                  <a:pt x="153980" y="58378"/>
                </a:lnTo>
                <a:lnTo>
                  <a:pt x="154870" y="61045"/>
                </a:lnTo>
                <a:lnTo>
                  <a:pt x="155956" y="63627"/>
                </a:lnTo>
                <a:lnTo>
                  <a:pt x="157240" y="66124"/>
                </a:lnTo>
                <a:lnTo>
                  <a:pt x="158722" y="68538"/>
                </a:lnTo>
                <a:lnTo>
                  <a:pt x="160401" y="70866"/>
                </a:lnTo>
                <a:lnTo>
                  <a:pt x="162231" y="73062"/>
                </a:lnTo>
                <a:lnTo>
                  <a:pt x="164164" y="75081"/>
                </a:lnTo>
                <a:lnTo>
                  <a:pt x="166201" y="76920"/>
                </a:lnTo>
                <a:lnTo>
                  <a:pt x="168341" y="78580"/>
                </a:lnTo>
                <a:lnTo>
                  <a:pt x="170584" y="80061"/>
                </a:lnTo>
                <a:lnTo>
                  <a:pt x="172932" y="81364"/>
                </a:lnTo>
                <a:lnTo>
                  <a:pt x="175382" y="82488"/>
                </a:lnTo>
                <a:lnTo>
                  <a:pt x="177937" y="83434"/>
                </a:lnTo>
                <a:lnTo>
                  <a:pt x="180594" y="84201"/>
                </a:lnTo>
                <a:lnTo>
                  <a:pt x="180594" y="142113"/>
                </a:lnTo>
                <a:lnTo>
                  <a:pt x="180650" y="144775"/>
                </a:lnTo>
                <a:lnTo>
                  <a:pt x="180481" y="147343"/>
                </a:lnTo>
                <a:lnTo>
                  <a:pt x="180086" y="149818"/>
                </a:lnTo>
                <a:lnTo>
                  <a:pt x="179465" y="152198"/>
                </a:lnTo>
                <a:lnTo>
                  <a:pt x="178619" y="154484"/>
                </a:lnTo>
                <a:lnTo>
                  <a:pt x="177546" y="156676"/>
                </a:lnTo>
                <a:lnTo>
                  <a:pt x="176248" y="158773"/>
                </a:lnTo>
                <a:lnTo>
                  <a:pt x="174724" y="160777"/>
                </a:lnTo>
                <a:lnTo>
                  <a:pt x="172974" y="162687"/>
                </a:lnTo>
                <a:lnTo>
                  <a:pt x="171064" y="164446"/>
                </a:lnTo>
                <a:lnTo>
                  <a:pt x="169060" y="165999"/>
                </a:lnTo>
                <a:lnTo>
                  <a:pt x="166963" y="167344"/>
                </a:lnTo>
                <a:lnTo>
                  <a:pt x="164771" y="168482"/>
                </a:lnTo>
                <a:lnTo>
                  <a:pt x="162485" y="169414"/>
                </a:lnTo>
                <a:lnTo>
                  <a:pt x="160105" y="170137"/>
                </a:lnTo>
                <a:lnTo>
                  <a:pt x="157630" y="170655"/>
                </a:lnTo>
                <a:lnTo>
                  <a:pt x="155062" y="170965"/>
                </a:lnTo>
                <a:lnTo>
                  <a:pt x="152400" y="171069"/>
                </a:lnTo>
                <a:lnTo>
                  <a:pt x="120396" y="171069"/>
                </a:lnTo>
                <a:lnTo>
                  <a:pt x="140970" y="149733"/>
                </a:lnTo>
                <a:lnTo>
                  <a:pt x="141610" y="149202"/>
                </a:lnTo>
                <a:lnTo>
                  <a:pt x="142174" y="148623"/>
                </a:lnTo>
                <a:lnTo>
                  <a:pt x="142664" y="147998"/>
                </a:lnTo>
                <a:lnTo>
                  <a:pt x="143077" y="147325"/>
                </a:lnTo>
                <a:lnTo>
                  <a:pt x="143416" y="146605"/>
                </a:lnTo>
                <a:lnTo>
                  <a:pt x="143679" y="145838"/>
                </a:lnTo>
                <a:lnTo>
                  <a:pt x="143868" y="145025"/>
                </a:lnTo>
                <a:lnTo>
                  <a:pt x="143980" y="144164"/>
                </a:lnTo>
                <a:lnTo>
                  <a:pt x="144018" y="143256"/>
                </a:lnTo>
                <a:lnTo>
                  <a:pt x="143985" y="142344"/>
                </a:lnTo>
                <a:lnTo>
                  <a:pt x="143887" y="141468"/>
                </a:lnTo>
                <a:lnTo>
                  <a:pt x="143722" y="140631"/>
                </a:lnTo>
                <a:lnTo>
                  <a:pt x="143491" y="139832"/>
                </a:lnTo>
                <a:lnTo>
                  <a:pt x="143195" y="139070"/>
                </a:lnTo>
                <a:lnTo>
                  <a:pt x="142833" y="138345"/>
                </a:lnTo>
                <a:lnTo>
                  <a:pt x="142404" y="137658"/>
                </a:lnTo>
                <a:lnTo>
                  <a:pt x="141911" y="137010"/>
                </a:lnTo>
                <a:lnTo>
                  <a:pt x="141351" y="136398"/>
                </a:lnTo>
                <a:lnTo>
                  <a:pt x="140739" y="135838"/>
                </a:lnTo>
                <a:lnTo>
                  <a:pt x="140091" y="135345"/>
                </a:lnTo>
                <a:lnTo>
                  <a:pt x="139404" y="134916"/>
                </a:lnTo>
                <a:lnTo>
                  <a:pt x="138679" y="134554"/>
                </a:lnTo>
                <a:lnTo>
                  <a:pt x="137917" y="134258"/>
                </a:lnTo>
                <a:lnTo>
                  <a:pt x="137118" y="134027"/>
                </a:lnTo>
                <a:lnTo>
                  <a:pt x="136281" y="133862"/>
                </a:lnTo>
                <a:lnTo>
                  <a:pt x="135405" y="133764"/>
                </a:lnTo>
                <a:lnTo>
                  <a:pt x="134493" y="133731"/>
                </a:lnTo>
                <a:lnTo>
                  <a:pt x="133585" y="133769"/>
                </a:lnTo>
                <a:lnTo>
                  <a:pt x="132724" y="133881"/>
                </a:lnTo>
                <a:lnTo>
                  <a:pt x="131911" y="134070"/>
                </a:lnTo>
                <a:lnTo>
                  <a:pt x="131144" y="134333"/>
                </a:lnTo>
                <a:lnTo>
                  <a:pt x="130424" y="134672"/>
                </a:lnTo>
                <a:lnTo>
                  <a:pt x="129751" y="135085"/>
                </a:lnTo>
                <a:lnTo>
                  <a:pt x="129126" y="135575"/>
                </a:lnTo>
                <a:lnTo>
                  <a:pt x="128547" y="136139"/>
                </a:lnTo>
                <a:lnTo>
                  <a:pt x="128016" y="136779"/>
                </a:lnTo>
                <a:lnTo>
                  <a:pt x="103632" y="161163"/>
                </a:lnTo>
                <a:lnTo>
                  <a:pt x="102649" y="162019"/>
                </a:lnTo>
                <a:lnTo>
                  <a:pt x="101732" y="162894"/>
                </a:lnTo>
                <a:lnTo>
                  <a:pt x="100880" y="163788"/>
                </a:lnTo>
                <a:lnTo>
                  <a:pt x="100094" y="164701"/>
                </a:lnTo>
                <a:lnTo>
                  <a:pt x="99375" y="165631"/>
                </a:lnTo>
                <a:lnTo>
                  <a:pt x="98721" y="166582"/>
                </a:lnTo>
                <a:lnTo>
                  <a:pt x="98133" y="167550"/>
                </a:lnTo>
                <a:lnTo>
                  <a:pt x="97611" y="168538"/>
                </a:lnTo>
                <a:lnTo>
                  <a:pt x="97155" y="169545"/>
                </a:lnTo>
                <a:lnTo>
                  <a:pt x="96755" y="170589"/>
                </a:lnTo>
                <a:lnTo>
                  <a:pt x="96403" y="171690"/>
                </a:lnTo>
                <a:lnTo>
                  <a:pt x="96097" y="172847"/>
                </a:lnTo>
                <a:lnTo>
                  <a:pt x="95838" y="174061"/>
                </a:lnTo>
                <a:lnTo>
                  <a:pt x="95626" y="175330"/>
                </a:lnTo>
                <a:lnTo>
                  <a:pt x="95461" y="176657"/>
                </a:lnTo>
                <a:lnTo>
                  <a:pt x="95344" y="178040"/>
                </a:lnTo>
                <a:lnTo>
                  <a:pt x="95274" y="179480"/>
                </a:lnTo>
                <a:lnTo>
                  <a:pt x="95250" y="180975"/>
                </a:lnTo>
                <a:lnTo>
                  <a:pt x="95274" y="182470"/>
                </a:lnTo>
                <a:lnTo>
                  <a:pt x="95344" y="183910"/>
                </a:lnTo>
                <a:lnTo>
                  <a:pt x="95461" y="185293"/>
                </a:lnTo>
                <a:lnTo>
                  <a:pt x="95626" y="186620"/>
                </a:lnTo>
                <a:lnTo>
                  <a:pt x="95838" y="187889"/>
                </a:lnTo>
                <a:lnTo>
                  <a:pt x="96097" y="189103"/>
                </a:lnTo>
                <a:lnTo>
                  <a:pt x="96403" y="190260"/>
                </a:lnTo>
                <a:lnTo>
                  <a:pt x="96755" y="191361"/>
                </a:lnTo>
                <a:lnTo>
                  <a:pt x="97155" y="192405"/>
                </a:lnTo>
                <a:lnTo>
                  <a:pt x="97611" y="193421"/>
                </a:lnTo>
                <a:lnTo>
                  <a:pt x="98133" y="194437"/>
                </a:lnTo>
                <a:lnTo>
                  <a:pt x="98721" y="195453"/>
                </a:lnTo>
                <a:lnTo>
                  <a:pt x="99375" y="196469"/>
                </a:lnTo>
                <a:lnTo>
                  <a:pt x="100094" y="197485"/>
                </a:lnTo>
                <a:lnTo>
                  <a:pt x="100880" y="198501"/>
                </a:lnTo>
                <a:lnTo>
                  <a:pt x="101732" y="199517"/>
                </a:lnTo>
                <a:lnTo>
                  <a:pt x="102649" y="200533"/>
                </a:lnTo>
                <a:lnTo>
                  <a:pt x="103632" y="201549"/>
                </a:lnTo>
                <a:lnTo>
                  <a:pt x="128016" y="225171"/>
                </a:lnTo>
                <a:lnTo>
                  <a:pt x="128547" y="225811"/>
                </a:lnTo>
                <a:lnTo>
                  <a:pt x="129126" y="226375"/>
                </a:lnTo>
                <a:lnTo>
                  <a:pt x="129751" y="226865"/>
                </a:lnTo>
                <a:lnTo>
                  <a:pt x="130424" y="227278"/>
                </a:lnTo>
                <a:lnTo>
                  <a:pt x="131144" y="227617"/>
                </a:lnTo>
                <a:lnTo>
                  <a:pt x="131911" y="227880"/>
                </a:lnTo>
                <a:lnTo>
                  <a:pt x="132724" y="228069"/>
                </a:lnTo>
                <a:lnTo>
                  <a:pt x="133585" y="228181"/>
                </a:lnTo>
                <a:lnTo>
                  <a:pt x="134493" y="228219"/>
                </a:lnTo>
                <a:lnTo>
                  <a:pt x="135405" y="228186"/>
                </a:lnTo>
                <a:lnTo>
                  <a:pt x="136281" y="228088"/>
                </a:lnTo>
                <a:lnTo>
                  <a:pt x="137118" y="227923"/>
                </a:lnTo>
                <a:lnTo>
                  <a:pt x="137917" y="227692"/>
                </a:lnTo>
                <a:lnTo>
                  <a:pt x="138679" y="227396"/>
                </a:lnTo>
                <a:lnTo>
                  <a:pt x="139404" y="227034"/>
                </a:lnTo>
                <a:lnTo>
                  <a:pt x="140091" y="226605"/>
                </a:lnTo>
                <a:lnTo>
                  <a:pt x="140739" y="226112"/>
                </a:lnTo>
                <a:lnTo>
                  <a:pt x="141351" y="225552"/>
                </a:lnTo>
                <a:lnTo>
                  <a:pt x="141911" y="224940"/>
                </a:lnTo>
                <a:lnTo>
                  <a:pt x="142404" y="224292"/>
                </a:lnTo>
                <a:lnTo>
                  <a:pt x="142833" y="223605"/>
                </a:lnTo>
                <a:lnTo>
                  <a:pt x="143195" y="222880"/>
                </a:lnTo>
                <a:lnTo>
                  <a:pt x="143491" y="222118"/>
                </a:lnTo>
                <a:lnTo>
                  <a:pt x="143722" y="221319"/>
                </a:lnTo>
                <a:lnTo>
                  <a:pt x="143887" y="220482"/>
                </a:lnTo>
                <a:lnTo>
                  <a:pt x="143985" y="219606"/>
                </a:lnTo>
                <a:lnTo>
                  <a:pt x="144018" y="218694"/>
                </a:lnTo>
                <a:lnTo>
                  <a:pt x="143980" y="217786"/>
                </a:lnTo>
                <a:lnTo>
                  <a:pt x="143868" y="216925"/>
                </a:lnTo>
                <a:lnTo>
                  <a:pt x="143679" y="216112"/>
                </a:lnTo>
                <a:lnTo>
                  <a:pt x="143416" y="215345"/>
                </a:lnTo>
                <a:lnTo>
                  <a:pt x="143077" y="214625"/>
                </a:lnTo>
                <a:lnTo>
                  <a:pt x="142664" y="213952"/>
                </a:lnTo>
                <a:lnTo>
                  <a:pt x="142174" y="213327"/>
                </a:lnTo>
                <a:lnTo>
                  <a:pt x="141610" y="212748"/>
                </a:lnTo>
                <a:lnTo>
                  <a:pt x="140970" y="212217"/>
                </a:lnTo>
                <a:lnTo>
                  <a:pt x="119634" y="190119"/>
                </a:lnTo>
                <a:lnTo>
                  <a:pt x="152400" y="190119"/>
                </a:lnTo>
                <a:lnTo>
                  <a:pt x="155256" y="190039"/>
                </a:lnTo>
                <a:lnTo>
                  <a:pt x="158064" y="189799"/>
                </a:lnTo>
                <a:lnTo>
                  <a:pt x="160824" y="189399"/>
                </a:lnTo>
                <a:lnTo>
                  <a:pt x="163539" y="188840"/>
                </a:lnTo>
                <a:lnTo>
                  <a:pt x="166206" y="188120"/>
                </a:lnTo>
                <a:lnTo>
                  <a:pt x="168825" y="187241"/>
                </a:lnTo>
                <a:lnTo>
                  <a:pt x="171399" y="186200"/>
                </a:lnTo>
                <a:lnTo>
                  <a:pt x="173925" y="185001"/>
                </a:lnTo>
                <a:lnTo>
                  <a:pt x="176403" y="183642"/>
                </a:lnTo>
                <a:lnTo>
                  <a:pt x="178802" y="182147"/>
                </a:lnTo>
                <a:lnTo>
                  <a:pt x="181088" y="180538"/>
                </a:lnTo>
                <a:lnTo>
                  <a:pt x="183261" y="178816"/>
                </a:lnTo>
                <a:lnTo>
                  <a:pt x="185321" y="176981"/>
                </a:lnTo>
                <a:lnTo>
                  <a:pt x="187268" y="175034"/>
                </a:lnTo>
                <a:lnTo>
                  <a:pt x="189103" y="172974"/>
                </a:lnTo>
                <a:lnTo>
                  <a:pt x="190825" y="170801"/>
                </a:lnTo>
                <a:lnTo>
                  <a:pt x="192434" y="168515"/>
                </a:lnTo>
                <a:lnTo>
                  <a:pt x="193929" y="166116"/>
                </a:lnTo>
                <a:lnTo>
                  <a:pt x="195288" y="163646"/>
                </a:lnTo>
                <a:lnTo>
                  <a:pt x="196487" y="161149"/>
                </a:lnTo>
                <a:lnTo>
                  <a:pt x="197528" y="158623"/>
                </a:lnTo>
                <a:lnTo>
                  <a:pt x="198407" y="156069"/>
                </a:lnTo>
                <a:lnTo>
                  <a:pt x="199127" y="153487"/>
                </a:lnTo>
                <a:lnTo>
                  <a:pt x="199686" y="150876"/>
                </a:lnTo>
                <a:lnTo>
                  <a:pt x="200086" y="148238"/>
                </a:lnTo>
                <a:lnTo>
                  <a:pt x="200326" y="145571"/>
                </a:lnTo>
                <a:lnTo>
                  <a:pt x="200406" y="142875"/>
                </a:lnTo>
                <a:lnTo>
                  <a:pt x="200406" y="84201"/>
                </a:lnTo>
                <a:lnTo>
                  <a:pt x="203063" y="83434"/>
                </a:lnTo>
                <a:lnTo>
                  <a:pt x="205618" y="82488"/>
                </a:lnTo>
                <a:lnTo>
                  <a:pt x="208068" y="81364"/>
                </a:lnTo>
                <a:lnTo>
                  <a:pt x="210416" y="80061"/>
                </a:lnTo>
                <a:lnTo>
                  <a:pt x="212659" y="78580"/>
                </a:lnTo>
                <a:lnTo>
                  <a:pt x="214799" y="76920"/>
                </a:lnTo>
                <a:lnTo>
                  <a:pt x="216836" y="75081"/>
                </a:lnTo>
                <a:lnTo>
                  <a:pt x="218769" y="73062"/>
                </a:lnTo>
                <a:lnTo>
                  <a:pt x="220599" y="70866"/>
                </a:lnTo>
                <a:lnTo>
                  <a:pt x="222278" y="68547"/>
                </a:lnTo>
                <a:lnTo>
                  <a:pt x="223760" y="66163"/>
                </a:lnTo>
                <a:lnTo>
                  <a:pt x="225044" y="63712"/>
                </a:lnTo>
                <a:lnTo>
                  <a:pt x="226130" y="61195"/>
                </a:lnTo>
                <a:lnTo>
                  <a:pt x="227020" y="58613"/>
                </a:lnTo>
                <a:lnTo>
                  <a:pt x="227711" y="55965"/>
                </a:lnTo>
                <a:lnTo>
                  <a:pt x="228205" y="53250"/>
                </a:lnTo>
                <a:lnTo>
                  <a:pt x="228501" y="50471"/>
                </a:lnTo>
                <a:lnTo>
                  <a:pt x="228600" y="47625"/>
                </a:lnTo>
                <a:close/>
                <a:moveTo>
                  <a:pt x="190500" y="65913"/>
                </a:moveTo>
                <a:lnTo>
                  <a:pt x="188830" y="66003"/>
                </a:lnTo>
                <a:lnTo>
                  <a:pt x="187207" y="65932"/>
                </a:lnTo>
                <a:lnTo>
                  <a:pt x="185632" y="65702"/>
                </a:lnTo>
                <a:lnTo>
                  <a:pt x="184103" y="65311"/>
                </a:lnTo>
                <a:lnTo>
                  <a:pt x="182621" y="64760"/>
                </a:lnTo>
                <a:lnTo>
                  <a:pt x="181186" y="64050"/>
                </a:lnTo>
                <a:lnTo>
                  <a:pt x="179799" y="63180"/>
                </a:lnTo>
                <a:lnTo>
                  <a:pt x="178458" y="62150"/>
                </a:lnTo>
                <a:lnTo>
                  <a:pt x="177165" y="60960"/>
                </a:lnTo>
                <a:lnTo>
                  <a:pt x="175966" y="59662"/>
                </a:lnTo>
                <a:lnTo>
                  <a:pt x="174908" y="58307"/>
                </a:lnTo>
                <a:lnTo>
                  <a:pt x="173990" y="56896"/>
                </a:lnTo>
                <a:lnTo>
                  <a:pt x="173214" y="55429"/>
                </a:lnTo>
                <a:lnTo>
                  <a:pt x="172579" y="53905"/>
                </a:lnTo>
                <a:lnTo>
                  <a:pt x="172085" y="52324"/>
                </a:lnTo>
                <a:lnTo>
                  <a:pt x="171732" y="50687"/>
                </a:lnTo>
                <a:lnTo>
                  <a:pt x="171520" y="48994"/>
                </a:lnTo>
                <a:lnTo>
                  <a:pt x="171450" y="47244"/>
                </a:lnTo>
                <a:lnTo>
                  <a:pt x="171520" y="45494"/>
                </a:lnTo>
                <a:lnTo>
                  <a:pt x="171732" y="43801"/>
                </a:lnTo>
                <a:lnTo>
                  <a:pt x="172085" y="42164"/>
                </a:lnTo>
                <a:lnTo>
                  <a:pt x="172579" y="40583"/>
                </a:lnTo>
                <a:lnTo>
                  <a:pt x="173214" y="39059"/>
                </a:lnTo>
                <a:lnTo>
                  <a:pt x="173990" y="37592"/>
                </a:lnTo>
                <a:lnTo>
                  <a:pt x="174908" y="36181"/>
                </a:lnTo>
                <a:lnTo>
                  <a:pt x="175966" y="34826"/>
                </a:lnTo>
                <a:lnTo>
                  <a:pt x="177165" y="33528"/>
                </a:lnTo>
                <a:lnTo>
                  <a:pt x="178458" y="32329"/>
                </a:lnTo>
                <a:lnTo>
                  <a:pt x="179799" y="31271"/>
                </a:lnTo>
                <a:lnTo>
                  <a:pt x="181186" y="30353"/>
                </a:lnTo>
                <a:lnTo>
                  <a:pt x="182621" y="29577"/>
                </a:lnTo>
                <a:lnTo>
                  <a:pt x="184103" y="28942"/>
                </a:lnTo>
                <a:lnTo>
                  <a:pt x="185632" y="28448"/>
                </a:lnTo>
                <a:lnTo>
                  <a:pt x="187207" y="28095"/>
                </a:lnTo>
                <a:lnTo>
                  <a:pt x="188830" y="27883"/>
                </a:lnTo>
                <a:lnTo>
                  <a:pt x="190500" y="27813"/>
                </a:lnTo>
                <a:lnTo>
                  <a:pt x="192170" y="27883"/>
                </a:lnTo>
                <a:lnTo>
                  <a:pt x="193793" y="28095"/>
                </a:lnTo>
                <a:lnTo>
                  <a:pt x="195368" y="28448"/>
                </a:lnTo>
                <a:lnTo>
                  <a:pt x="196897" y="28942"/>
                </a:lnTo>
                <a:lnTo>
                  <a:pt x="198379" y="29577"/>
                </a:lnTo>
                <a:lnTo>
                  <a:pt x="199814" y="30353"/>
                </a:lnTo>
                <a:lnTo>
                  <a:pt x="201201" y="31271"/>
                </a:lnTo>
                <a:lnTo>
                  <a:pt x="202542" y="32329"/>
                </a:lnTo>
                <a:lnTo>
                  <a:pt x="203835" y="33528"/>
                </a:lnTo>
                <a:lnTo>
                  <a:pt x="205034" y="34826"/>
                </a:lnTo>
                <a:lnTo>
                  <a:pt x="206092" y="36181"/>
                </a:lnTo>
                <a:lnTo>
                  <a:pt x="207010" y="37592"/>
                </a:lnTo>
                <a:lnTo>
                  <a:pt x="207786" y="39059"/>
                </a:lnTo>
                <a:lnTo>
                  <a:pt x="208421" y="40583"/>
                </a:lnTo>
                <a:lnTo>
                  <a:pt x="208915" y="42164"/>
                </a:lnTo>
                <a:lnTo>
                  <a:pt x="209268" y="43801"/>
                </a:lnTo>
                <a:lnTo>
                  <a:pt x="209480" y="45494"/>
                </a:lnTo>
                <a:lnTo>
                  <a:pt x="209550" y="47244"/>
                </a:lnTo>
                <a:lnTo>
                  <a:pt x="209480" y="48994"/>
                </a:lnTo>
                <a:lnTo>
                  <a:pt x="209268" y="50687"/>
                </a:lnTo>
                <a:lnTo>
                  <a:pt x="208915" y="52324"/>
                </a:lnTo>
                <a:lnTo>
                  <a:pt x="208421" y="53905"/>
                </a:lnTo>
                <a:lnTo>
                  <a:pt x="207786" y="55429"/>
                </a:lnTo>
                <a:lnTo>
                  <a:pt x="207010" y="56896"/>
                </a:lnTo>
                <a:lnTo>
                  <a:pt x="206092" y="58307"/>
                </a:lnTo>
                <a:lnTo>
                  <a:pt x="205034" y="59662"/>
                </a:lnTo>
                <a:lnTo>
                  <a:pt x="203835" y="60960"/>
                </a:lnTo>
                <a:lnTo>
                  <a:pt x="202542" y="62159"/>
                </a:lnTo>
                <a:lnTo>
                  <a:pt x="201201" y="63217"/>
                </a:lnTo>
                <a:lnTo>
                  <a:pt x="199814" y="64135"/>
                </a:lnTo>
                <a:lnTo>
                  <a:pt x="198379" y="64911"/>
                </a:lnTo>
                <a:lnTo>
                  <a:pt x="196897" y="65546"/>
                </a:lnTo>
                <a:lnTo>
                  <a:pt x="195368" y="66040"/>
                </a:lnTo>
                <a:lnTo>
                  <a:pt x="193793" y="66393"/>
                </a:lnTo>
                <a:lnTo>
                  <a:pt x="192170" y="66605"/>
                </a:lnTo>
                <a:lnTo>
                  <a:pt x="190500" y="66675"/>
                </a:lnTo>
                <a:close/>
                <a:moveTo>
                  <a:pt x="125730" y="67437"/>
                </a:moveTo>
                <a:lnTo>
                  <a:pt x="127489" y="65532"/>
                </a:lnTo>
                <a:lnTo>
                  <a:pt x="129042" y="63542"/>
                </a:lnTo>
                <a:lnTo>
                  <a:pt x="130387" y="61468"/>
                </a:lnTo>
                <a:lnTo>
                  <a:pt x="131525" y="59309"/>
                </a:lnTo>
                <a:lnTo>
                  <a:pt x="132457" y="57065"/>
                </a:lnTo>
                <a:lnTo>
                  <a:pt x="133180" y="54737"/>
                </a:lnTo>
                <a:lnTo>
                  <a:pt x="133698" y="52324"/>
                </a:lnTo>
                <a:lnTo>
                  <a:pt x="134008" y="49826"/>
                </a:lnTo>
                <a:lnTo>
                  <a:pt x="134112" y="47244"/>
                </a:lnTo>
                <a:lnTo>
                  <a:pt x="134008" y="44662"/>
                </a:lnTo>
                <a:lnTo>
                  <a:pt x="133698" y="42164"/>
                </a:lnTo>
                <a:lnTo>
                  <a:pt x="133180" y="39751"/>
                </a:lnTo>
                <a:lnTo>
                  <a:pt x="132457" y="37423"/>
                </a:lnTo>
                <a:lnTo>
                  <a:pt x="131525" y="35179"/>
                </a:lnTo>
                <a:lnTo>
                  <a:pt x="130387" y="33020"/>
                </a:lnTo>
                <a:lnTo>
                  <a:pt x="129042" y="30946"/>
                </a:lnTo>
                <a:lnTo>
                  <a:pt x="127489" y="28956"/>
                </a:lnTo>
                <a:lnTo>
                  <a:pt x="125730" y="27051"/>
                </a:lnTo>
                <a:lnTo>
                  <a:pt x="101346" y="2667"/>
                </a:lnTo>
                <a:lnTo>
                  <a:pt x="100815" y="2187"/>
                </a:lnTo>
                <a:lnTo>
                  <a:pt x="100236" y="1764"/>
                </a:lnTo>
                <a:lnTo>
                  <a:pt x="99611" y="1397"/>
                </a:lnTo>
                <a:lnTo>
                  <a:pt x="98938" y="1087"/>
                </a:lnTo>
                <a:lnTo>
                  <a:pt x="98218" y="832"/>
                </a:lnTo>
                <a:lnTo>
                  <a:pt x="97451" y="635"/>
                </a:lnTo>
                <a:lnTo>
                  <a:pt x="96638" y="494"/>
                </a:lnTo>
                <a:lnTo>
                  <a:pt x="95777" y="410"/>
                </a:lnTo>
                <a:lnTo>
                  <a:pt x="94869" y="381"/>
                </a:lnTo>
                <a:lnTo>
                  <a:pt x="93957" y="414"/>
                </a:lnTo>
                <a:lnTo>
                  <a:pt x="93081" y="512"/>
                </a:lnTo>
                <a:lnTo>
                  <a:pt x="92244" y="677"/>
                </a:lnTo>
                <a:lnTo>
                  <a:pt x="91445" y="908"/>
                </a:lnTo>
                <a:lnTo>
                  <a:pt x="90683" y="1204"/>
                </a:lnTo>
                <a:lnTo>
                  <a:pt x="89958" y="1566"/>
                </a:lnTo>
                <a:lnTo>
                  <a:pt x="89271" y="1995"/>
                </a:lnTo>
                <a:lnTo>
                  <a:pt x="88623" y="2488"/>
                </a:lnTo>
                <a:lnTo>
                  <a:pt x="88011" y="3048"/>
                </a:lnTo>
                <a:lnTo>
                  <a:pt x="87451" y="3655"/>
                </a:lnTo>
                <a:lnTo>
                  <a:pt x="86958" y="4290"/>
                </a:lnTo>
                <a:lnTo>
                  <a:pt x="86529" y="4953"/>
                </a:lnTo>
                <a:lnTo>
                  <a:pt x="86167" y="5645"/>
                </a:lnTo>
                <a:lnTo>
                  <a:pt x="85871" y="6364"/>
                </a:lnTo>
                <a:lnTo>
                  <a:pt x="85640" y="7112"/>
                </a:lnTo>
                <a:lnTo>
                  <a:pt x="85475" y="7888"/>
                </a:lnTo>
                <a:lnTo>
                  <a:pt x="85377" y="8693"/>
                </a:lnTo>
                <a:lnTo>
                  <a:pt x="85344" y="9525"/>
                </a:lnTo>
                <a:lnTo>
                  <a:pt x="85382" y="10362"/>
                </a:lnTo>
                <a:lnTo>
                  <a:pt x="85494" y="11180"/>
                </a:lnTo>
                <a:lnTo>
                  <a:pt x="85683" y="11981"/>
                </a:lnTo>
                <a:lnTo>
                  <a:pt x="85946" y="12762"/>
                </a:lnTo>
                <a:lnTo>
                  <a:pt x="86285" y="13524"/>
                </a:lnTo>
                <a:lnTo>
                  <a:pt x="86698" y="14267"/>
                </a:lnTo>
                <a:lnTo>
                  <a:pt x="87188" y="14990"/>
                </a:lnTo>
                <a:lnTo>
                  <a:pt x="87752" y="15696"/>
                </a:lnTo>
                <a:lnTo>
                  <a:pt x="88392" y="16383"/>
                </a:lnTo>
                <a:lnTo>
                  <a:pt x="109728" y="37719"/>
                </a:lnTo>
                <a:lnTo>
                  <a:pt x="76200" y="37719"/>
                </a:lnTo>
                <a:lnTo>
                  <a:pt x="73344" y="37799"/>
                </a:lnTo>
                <a:lnTo>
                  <a:pt x="70536" y="38039"/>
                </a:lnTo>
                <a:lnTo>
                  <a:pt x="67776" y="38439"/>
                </a:lnTo>
                <a:lnTo>
                  <a:pt x="65061" y="38998"/>
                </a:lnTo>
                <a:lnTo>
                  <a:pt x="62394" y="39718"/>
                </a:lnTo>
                <a:lnTo>
                  <a:pt x="59775" y="40597"/>
                </a:lnTo>
                <a:lnTo>
                  <a:pt x="57201" y="41638"/>
                </a:lnTo>
                <a:lnTo>
                  <a:pt x="54675" y="42837"/>
                </a:lnTo>
                <a:lnTo>
                  <a:pt x="52197" y="44196"/>
                </a:lnTo>
                <a:lnTo>
                  <a:pt x="49802" y="45691"/>
                </a:lnTo>
                <a:lnTo>
                  <a:pt x="47531" y="47300"/>
                </a:lnTo>
                <a:lnTo>
                  <a:pt x="45381" y="49022"/>
                </a:lnTo>
                <a:lnTo>
                  <a:pt x="43354" y="50857"/>
                </a:lnTo>
                <a:lnTo>
                  <a:pt x="41449" y="52804"/>
                </a:lnTo>
                <a:lnTo>
                  <a:pt x="39666" y="54864"/>
                </a:lnTo>
                <a:lnTo>
                  <a:pt x="38006" y="57037"/>
                </a:lnTo>
                <a:lnTo>
                  <a:pt x="36467" y="59323"/>
                </a:lnTo>
                <a:lnTo>
                  <a:pt x="35052" y="61722"/>
                </a:lnTo>
                <a:lnTo>
                  <a:pt x="33773" y="64200"/>
                </a:lnTo>
                <a:lnTo>
                  <a:pt x="32644" y="66726"/>
                </a:lnTo>
                <a:lnTo>
                  <a:pt x="31665" y="69300"/>
                </a:lnTo>
                <a:lnTo>
                  <a:pt x="30837" y="71919"/>
                </a:lnTo>
                <a:lnTo>
                  <a:pt x="30160" y="74586"/>
                </a:lnTo>
                <a:lnTo>
                  <a:pt x="29633" y="77301"/>
                </a:lnTo>
                <a:lnTo>
                  <a:pt x="29257" y="80061"/>
                </a:lnTo>
                <a:lnTo>
                  <a:pt x="29031" y="82869"/>
                </a:lnTo>
                <a:lnTo>
                  <a:pt x="28956" y="85725"/>
                </a:lnTo>
                <a:lnTo>
                  <a:pt x="28956" y="143637"/>
                </a:lnTo>
                <a:lnTo>
                  <a:pt x="26139" y="144404"/>
                </a:lnTo>
                <a:lnTo>
                  <a:pt x="23443" y="145350"/>
                </a:lnTo>
                <a:lnTo>
                  <a:pt x="20870" y="146474"/>
                </a:lnTo>
                <a:lnTo>
                  <a:pt x="18419" y="147777"/>
                </a:lnTo>
                <a:lnTo>
                  <a:pt x="16092" y="149258"/>
                </a:lnTo>
                <a:lnTo>
                  <a:pt x="13886" y="150918"/>
                </a:lnTo>
                <a:lnTo>
                  <a:pt x="11801" y="152757"/>
                </a:lnTo>
                <a:lnTo>
                  <a:pt x="9840" y="154776"/>
                </a:lnTo>
                <a:lnTo>
                  <a:pt x="8001" y="156972"/>
                </a:lnTo>
                <a:lnTo>
                  <a:pt x="6322" y="159291"/>
                </a:lnTo>
                <a:lnTo>
                  <a:pt x="4840" y="161675"/>
                </a:lnTo>
                <a:lnTo>
                  <a:pt x="3556" y="164126"/>
                </a:lnTo>
                <a:lnTo>
                  <a:pt x="2470" y="166643"/>
                </a:lnTo>
                <a:lnTo>
                  <a:pt x="1580" y="169225"/>
                </a:lnTo>
                <a:lnTo>
                  <a:pt x="889" y="171873"/>
                </a:lnTo>
                <a:lnTo>
                  <a:pt x="395" y="174588"/>
                </a:lnTo>
                <a:lnTo>
                  <a:pt x="99" y="177367"/>
                </a:lnTo>
                <a:lnTo>
                  <a:pt x="0" y="180213"/>
                </a:lnTo>
                <a:lnTo>
                  <a:pt x="136" y="183708"/>
                </a:lnTo>
                <a:lnTo>
                  <a:pt x="546" y="187081"/>
                </a:lnTo>
                <a:lnTo>
                  <a:pt x="1228" y="190330"/>
                </a:lnTo>
                <a:lnTo>
                  <a:pt x="2182" y="193458"/>
                </a:lnTo>
                <a:lnTo>
                  <a:pt x="3410" y="196465"/>
                </a:lnTo>
                <a:lnTo>
                  <a:pt x="4911" y="199348"/>
                </a:lnTo>
                <a:lnTo>
                  <a:pt x="6684" y="202109"/>
                </a:lnTo>
                <a:lnTo>
                  <a:pt x="8730" y="204747"/>
                </a:lnTo>
                <a:lnTo>
                  <a:pt x="11049" y="207264"/>
                </a:lnTo>
                <a:lnTo>
                  <a:pt x="13566" y="209588"/>
                </a:lnTo>
                <a:lnTo>
                  <a:pt x="16204" y="211647"/>
                </a:lnTo>
                <a:lnTo>
                  <a:pt x="18965" y="213445"/>
                </a:lnTo>
                <a:lnTo>
                  <a:pt x="21848" y="214978"/>
                </a:lnTo>
                <a:lnTo>
                  <a:pt x="24855" y="216248"/>
                </a:lnTo>
                <a:lnTo>
                  <a:pt x="27983" y="217255"/>
                </a:lnTo>
                <a:lnTo>
                  <a:pt x="31232" y="217998"/>
                </a:lnTo>
                <a:lnTo>
                  <a:pt x="34605" y="218478"/>
                </a:lnTo>
                <a:lnTo>
                  <a:pt x="38100" y="218694"/>
                </a:lnTo>
                <a:lnTo>
                  <a:pt x="41595" y="218633"/>
                </a:lnTo>
                <a:lnTo>
                  <a:pt x="44968" y="218280"/>
                </a:lnTo>
                <a:lnTo>
                  <a:pt x="48217" y="217636"/>
                </a:lnTo>
                <a:lnTo>
                  <a:pt x="51345" y="216699"/>
                </a:lnTo>
                <a:lnTo>
                  <a:pt x="54352" y="215472"/>
                </a:lnTo>
                <a:lnTo>
                  <a:pt x="57235" y="213952"/>
                </a:lnTo>
                <a:lnTo>
                  <a:pt x="59996" y="212142"/>
                </a:lnTo>
                <a:lnTo>
                  <a:pt x="62634" y="210040"/>
                </a:lnTo>
                <a:lnTo>
                  <a:pt x="65151" y="207645"/>
                </a:lnTo>
                <a:lnTo>
                  <a:pt x="67470" y="205058"/>
                </a:lnTo>
                <a:lnTo>
                  <a:pt x="69516" y="202377"/>
                </a:lnTo>
                <a:lnTo>
                  <a:pt x="71289" y="199602"/>
                </a:lnTo>
                <a:lnTo>
                  <a:pt x="72790" y="196732"/>
                </a:lnTo>
                <a:lnTo>
                  <a:pt x="74018" y="193769"/>
                </a:lnTo>
                <a:lnTo>
                  <a:pt x="74972" y="190711"/>
                </a:lnTo>
                <a:lnTo>
                  <a:pt x="75654" y="187561"/>
                </a:lnTo>
                <a:lnTo>
                  <a:pt x="76064" y="184314"/>
                </a:lnTo>
                <a:lnTo>
                  <a:pt x="76200" y="180975"/>
                </a:lnTo>
                <a:lnTo>
                  <a:pt x="76101" y="177969"/>
                </a:lnTo>
                <a:lnTo>
                  <a:pt x="75805" y="175049"/>
                </a:lnTo>
                <a:lnTo>
                  <a:pt x="75311" y="172212"/>
                </a:lnTo>
                <a:lnTo>
                  <a:pt x="74620" y="169460"/>
                </a:lnTo>
                <a:lnTo>
                  <a:pt x="73730" y="166793"/>
                </a:lnTo>
                <a:lnTo>
                  <a:pt x="72644" y="164211"/>
                </a:lnTo>
                <a:lnTo>
                  <a:pt x="71360" y="161714"/>
                </a:lnTo>
                <a:lnTo>
                  <a:pt x="69878" y="159300"/>
                </a:lnTo>
                <a:lnTo>
                  <a:pt x="68199" y="156972"/>
                </a:lnTo>
                <a:lnTo>
                  <a:pt x="66360" y="154776"/>
                </a:lnTo>
                <a:lnTo>
                  <a:pt x="64399" y="152757"/>
                </a:lnTo>
                <a:lnTo>
                  <a:pt x="62314" y="150918"/>
                </a:lnTo>
                <a:lnTo>
                  <a:pt x="60108" y="149258"/>
                </a:lnTo>
                <a:lnTo>
                  <a:pt x="57781" y="147777"/>
                </a:lnTo>
                <a:lnTo>
                  <a:pt x="55330" y="146474"/>
                </a:lnTo>
                <a:lnTo>
                  <a:pt x="52757" y="145350"/>
                </a:lnTo>
                <a:lnTo>
                  <a:pt x="50061" y="144404"/>
                </a:lnTo>
                <a:lnTo>
                  <a:pt x="47244" y="143637"/>
                </a:lnTo>
                <a:lnTo>
                  <a:pt x="47244" y="84963"/>
                </a:lnTo>
                <a:lnTo>
                  <a:pt x="47348" y="82461"/>
                </a:lnTo>
                <a:lnTo>
                  <a:pt x="47658" y="80034"/>
                </a:lnTo>
                <a:lnTo>
                  <a:pt x="48176" y="77682"/>
                </a:lnTo>
                <a:lnTo>
                  <a:pt x="48899" y="75405"/>
                </a:lnTo>
                <a:lnTo>
                  <a:pt x="49831" y="73203"/>
                </a:lnTo>
                <a:lnTo>
                  <a:pt x="50969" y="71077"/>
                </a:lnTo>
                <a:lnTo>
                  <a:pt x="52314" y="69027"/>
                </a:lnTo>
                <a:lnTo>
                  <a:pt x="53867" y="67051"/>
                </a:lnTo>
                <a:lnTo>
                  <a:pt x="55626" y="65151"/>
                </a:lnTo>
                <a:lnTo>
                  <a:pt x="57536" y="63392"/>
                </a:lnTo>
                <a:lnTo>
                  <a:pt x="59540" y="61839"/>
                </a:lnTo>
                <a:lnTo>
                  <a:pt x="61637" y="60494"/>
                </a:lnTo>
                <a:lnTo>
                  <a:pt x="63829" y="59356"/>
                </a:lnTo>
                <a:lnTo>
                  <a:pt x="66115" y="58424"/>
                </a:lnTo>
                <a:lnTo>
                  <a:pt x="68495" y="57701"/>
                </a:lnTo>
                <a:lnTo>
                  <a:pt x="70970" y="57183"/>
                </a:lnTo>
                <a:lnTo>
                  <a:pt x="73538" y="56873"/>
                </a:lnTo>
                <a:lnTo>
                  <a:pt x="76200" y="56769"/>
                </a:lnTo>
                <a:lnTo>
                  <a:pt x="109728" y="56769"/>
                </a:lnTo>
                <a:lnTo>
                  <a:pt x="88392" y="78105"/>
                </a:lnTo>
                <a:lnTo>
                  <a:pt x="87752" y="78792"/>
                </a:lnTo>
                <a:lnTo>
                  <a:pt x="87188" y="79498"/>
                </a:lnTo>
                <a:lnTo>
                  <a:pt x="86698" y="80221"/>
                </a:lnTo>
                <a:lnTo>
                  <a:pt x="86285" y="80964"/>
                </a:lnTo>
                <a:lnTo>
                  <a:pt x="85946" y="81726"/>
                </a:lnTo>
                <a:lnTo>
                  <a:pt x="85683" y="82507"/>
                </a:lnTo>
                <a:lnTo>
                  <a:pt x="85494" y="83308"/>
                </a:lnTo>
                <a:lnTo>
                  <a:pt x="85382" y="84126"/>
                </a:lnTo>
                <a:lnTo>
                  <a:pt x="85344" y="84963"/>
                </a:lnTo>
                <a:lnTo>
                  <a:pt x="85377" y="85795"/>
                </a:lnTo>
                <a:lnTo>
                  <a:pt x="85475" y="86600"/>
                </a:lnTo>
                <a:lnTo>
                  <a:pt x="85640" y="87376"/>
                </a:lnTo>
                <a:lnTo>
                  <a:pt x="85871" y="88124"/>
                </a:lnTo>
                <a:lnTo>
                  <a:pt x="86167" y="88843"/>
                </a:lnTo>
                <a:lnTo>
                  <a:pt x="86529" y="89535"/>
                </a:lnTo>
                <a:lnTo>
                  <a:pt x="86958" y="90198"/>
                </a:lnTo>
                <a:lnTo>
                  <a:pt x="87451" y="90833"/>
                </a:lnTo>
                <a:lnTo>
                  <a:pt x="88011" y="91440"/>
                </a:lnTo>
                <a:lnTo>
                  <a:pt x="88623" y="92000"/>
                </a:lnTo>
                <a:lnTo>
                  <a:pt x="89271" y="92493"/>
                </a:lnTo>
                <a:lnTo>
                  <a:pt x="89958" y="92922"/>
                </a:lnTo>
                <a:lnTo>
                  <a:pt x="90683" y="93284"/>
                </a:lnTo>
                <a:lnTo>
                  <a:pt x="91445" y="93580"/>
                </a:lnTo>
                <a:lnTo>
                  <a:pt x="92244" y="93811"/>
                </a:lnTo>
                <a:lnTo>
                  <a:pt x="93081" y="93976"/>
                </a:lnTo>
                <a:lnTo>
                  <a:pt x="93957" y="94074"/>
                </a:lnTo>
                <a:lnTo>
                  <a:pt x="94869" y="94107"/>
                </a:lnTo>
                <a:lnTo>
                  <a:pt x="95777" y="94078"/>
                </a:lnTo>
                <a:lnTo>
                  <a:pt x="96638" y="93994"/>
                </a:lnTo>
                <a:lnTo>
                  <a:pt x="97451" y="93853"/>
                </a:lnTo>
                <a:lnTo>
                  <a:pt x="98218" y="93656"/>
                </a:lnTo>
                <a:lnTo>
                  <a:pt x="98938" y="93401"/>
                </a:lnTo>
                <a:lnTo>
                  <a:pt x="99611" y="93091"/>
                </a:lnTo>
                <a:lnTo>
                  <a:pt x="100236" y="92724"/>
                </a:lnTo>
                <a:lnTo>
                  <a:pt x="100815" y="92301"/>
                </a:lnTo>
                <a:lnTo>
                  <a:pt x="101346" y="91821"/>
                </a:lnTo>
                <a:close/>
                <a:moveTo>
                  <a:pt x="57150" y="180213"/>
                </a:moveTo>
                <a:lnTo>
                  <a:pt x="57080" y="182038"/>
                </a:lnTo>
                <a:lnTo>
                  <a:pt x="56868" y="183788"/>
                </a:lnTo>
                <a:lnTo>
                  <a:pt x="56515" y="185462"/>
                </a:lnTo>
                <a:lnTo>
                  <a:pt x="56021" y="187061"/>
                </a:lnTo>
                <a:lnTo>
                  <a:pt x="55386" y="188585"/>
                </a:lnTo>
                <a:lnTo>
                  <a:pt x="54610" y="190034"/>
                </a:lnTo>
                <a:lnTo>
                  <a:pt x="53692" y="191408"/>
                </a:lnTo>
                <a:lnTo>
                  <a:pt x="52634" y="192706"/>
                </a:lnTo>
                <a:lnTo>
                  <a:pt x="51435" y="193929"/>
                </a:lnTo>
                <a:lnTo>
                  <a:pt x="50142" y="195048"/>
                </a:lnTo>
                <a:lnTo>
                  <a:pt x="48801" y="196036"/>
                </a:lnTo>
                <a:lnTo>
                  <a:pt x="47414" y="196892"/>
                </a:lnTo>
                <a:lnTo>
                  <a:pt x="45979" y="197617"/>
                </a:lnTo>
                <a:lnTo>
                  <a:pt x="44497" y="198210"/>
                </a:lnTo>
                <a:lnTo>
                  <a:pt x="42968" y="198671"/>
                </a:lnTo>
                <a:lnTo>
                  <a:pt x="41393" y="198999"/>
                </a:lnTo>
                <a:lnTo>
                  <a:pt x="39770" y="199197"/>
                </a:lnTo>
                <a:lnTo>
                  <a:pt x="38100" y="199263"/>
                </a:lnTo>
                <a:lnTo>
                  <a:pt x="36430" y="199197"/>
                </a:lnTo>
                <a:lnTo>
                  <a:pt x="34807" y="198999"/>
                </a:lnTo>
                <a:lnTo>
                  <a:pt x="33232" y="198671"/>
                </a:lnTo>
                <a:lnTo>
                  <a:pt x="31703" y="198210"/>
                </a:lnTo>
                <a:lnTo>
                  <a:pt x="30221" y="197617"/>
                </a:lnTo>
                <a:lnTo>
                  <a:pt x="28786" y="196892"/>
                </a:lnTo>
                <a:lnTo>
                  <a:pt x="27399" y="196036"/>
                </a:lnTo>
                <a:lnTo>
                  <a:pt x="26058" y="195048"/>
                </a:lnTo>
                <a:lnTo>
                  <a:pt x="24765" y="193929"/>
                </a:lnTo>
                <a:lnTo>
                  <a:pt x="23566" y="192711"/>
                </a:lnTo>
                <a:lnTo>
                  <a:pt x="22508" y="191427"/>
                </a:lnTo>
                <a:lnTo>
                  <a:pt x="21590" y="190077"/>
                </a:lnTo>
                <a:lnTo>
                  <a:pt x="20814" y="188661"/>
                </a:lnTo>
                <a:lnTo>
                  <a:pt x="20179" y="187180"/>
                </a:lnTo>
                <a:lnTo>
                  <a:pt x="19685" y="185632"/>
                </a:lnTo>
                <a:lnTo>
                  <a:pt x="19332" y="184018"/>
                </a:lnTo>
                <a:lnTo>
                  <a:pt x="19120" y="182339"/>
                </a:lnTo>
                <a:lnTo>
                  <a:pt x="19050" y="180594"/>
                </a:lnTo>
                <a:lnTo>
                  <a:pt x="19120" y="178849"/>
                </a:lnTo>
                <a:lnTo>
                  <a:pt x="19332" y="177170"/>
                </a:lnTo>
                <a:lnTo>
                  <a:pt x="19685" y="175556"/>
                </a:lnTo>
                <a:lnTo>
                  <a:pt x="20179" y="174008"/>
                </a:lnTo>
                <a:lnTo>
                  <a:pt x="20814" y="172527"/>
                </a:lnTo>
                <a:lnTo>
                  <a:pt x="21590" y="171111"/>
                </a:lnTo>
                <a:lnTo>
                  <a:pt x="22508" y="169761"/>
                </a:lnTo>
                <a:lnTo>
                  <a:pt x="23566" y="168477"/>
                </a:lnTo>
                <a:lnTo>
                  <a:pt x="24765" y="167259"/>
                </a:lnTo>
                <a:lnTo>
                  <a:pt x="26058" y="166135"/>
                </a:lnTo>
                <a:lnTo>
                  <a:pt x="27399" y="165133"/>
                </a:lnTo>
                <a:lnTo>
                  <a:pt x="28786" y="164253"/>
                </a:lnTo>
                <a:lnTo>
                  <a:pt x="30221" y="163496"/>
                </a:lnTo>
                <a:lnTo>
                  <a:pt x="31703" y="162861"/>
                </a:lnTo>
                <a:lnTo>
                  <a:pt x="33232" y="162348"/>
                </a:lnTo>
                <a:lnTo>
                  <a:pt x="34807" y="161958"/>
                </a:lnTo>
                <a:lnTo>
                  <a:pt x="36430" y="161690"/>
                </a:lnTo>
                <a:lnTo>
                  <a:pt x="38100" y="161544"/>
                </a:lnTo>
                <a:lnTo>
                  <a:pt x="39770" y="161534"/>
                </a:lnTo>
                <a:lnTo>
                  <a:pt x="41393" y="161675"/>
                </a:lnTo>
                <a:lnTo>
                  <a:pt x="42968" y="161967"/>
                </a:lnTo>
                <a:lnTo>
                  <a:pt x="44497" y="162410"/>
                </a:lnTo>
                <a:lnTo>
                  <a:pt x="45979" y="163002"/>
                </a:lnTo>
                <a:lnTo>
                  <a:pt x="47414" y="163745"/>
                </a:lnTo>
                <a:lnTo>
                  <a:pt x="48801" y="164639"/>
                </a:lnTo>
                <a:lnTo>
                  <a:pt x="50142" y="165684"/>
                </a:lnTo>
                <a:lnTo>
                  <a:pt x="51435" y="166878"/>
                </a:lnTo>
                <a:lnTo>
                  <a:pt x="52634" y="168181"/>
                </a:lnTo>
                <a:lnTo>
                  <a:pt x="53692" y="169550"/>
                </a:lnTo>
                <a:lnTo>
                  <a:pt x="54610" y="170984"/>
                </a:lnTo>
                <a:lnTo>
                  <a:pt x="55386" y="172484"/>
                </a:lnTo>
                <a:lnTo>
                  <a:pt x="56021" y="174051"/>
                </a:lnTo>
                <a:lnTo>
                  <a:pt x="56515" y="175683"/>
                </a:lnTo>
                <a:lnTo>
                  <a:pt x="56868" y="177381"/>
                </a:lnTo>
                <a:lnTo>
                  <a:pt x="57080" y="179145"/>
                </a:lnTo>
                <a:lnTo>
                  <a:pt x="57150" y="180975"/>
                </a:lnTo>
                <a:close/>
              </a:path>
            </a:pathLst>
          </a:custGeom>
          <a:solidFill>
            <a:srgbClr val="C77E8C"/>
          </a:solidFill>
          <a:ln w="0">
            <a:noFill/>
          </a:ln>
        </p:spPr>
      </p:sp>
      <p:sp>
        <p:nvSpPr>
          <p:cNvPr id="51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669452C-8871-4113-BE33-1ABB2D013542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4</a:t>
            </a:fld>
            <a:endParaRPr sz="1650" b="0">
              <a:solidFill>
                <a:srgbClr val="CF8792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36298777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6">
            <a:extLst>
              <a:ext uri="{FF2B5EF4-FFF2-40B4-BE49-F238E27FC236}">
                <a16:creationId xmlns:a16="http://schemas.microsoft.com/office/drawing/2014/main" id="{4A27C72A-62E8-4C89-9CD5-1DF808490307}"/>
              </a:ext>
            </a:extLst>
          </p:cNvPr>
          <p:cNvSpPr>
            <a:spLocks noGrp="1"/>
          </p:cNvSpPr>
          <p:nvPr/>
        </p:nvSpPr>
        <p:spPr>
          <a:xfrm>
            <a:off x="6334125" y="2133600"/>
            <a:ext cx="325755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38" name="菱形 7">
            <a:extLst>
              <a:ext uri="{FF2B5EF4-FFF2-40B4-BE49-F238E27FC236}">
                <a16:creationId xmlns:a16="http://schemas.microsoft.com/office/drawing/2014/main" id="{7E384F71-EFE7-4073-9B07-8AC83F248784}"/>
              </a:ext>
            </a:extLst>
          </p:cNvPr>
          <p:cNvSpPr>
            <a:spLocks noGrp="1"/>
          </p:cNvSpPr>
          <p:nvPr/>
        </p:nvSpPr>
        <p:spPr>
          <a:xfrm>
            <a:off x="7905750" y="2076450"/>
            <a:ext cx="114300" cy="114300"/>
          </a:xfrm>
          <a:prstGeom prst="diamond">
            <a:avLst/>
          </a:prstGeom>
          <a:solidFill>
            <a:srgbClr val="CF8792"/>
          </a:solidFill>
          <a:ln w="0">
            <a:noFill/>
          </a:ln>
        </p:spPr>
      </p:sp>
      <p:sp>
        <p:nvSpPr>
          <p:cNvPr id="39" name="矩形: 圓角 8">
            <a:extLst>
              <a:ext uri="{FF2B5EF4-FFF2-40B4-BE49-F238E27FC236}">
                <a16:creationId xmlns:a16="http://schemas.microsoft.com/office/drawing/2014/main" id="{89FB2215-2BA3-4B30-94F1-BBF56F1C31F8}"/>
              </a:ext>
            </a:extLst>
          </p:cNvPr>
          <p:cNvSpPr>
            <a:spLocks noGrp="1"/>
          </p:cNvSpPr>
          <p:nvPr/>
        </p:nvSpPr>
        <p:spPr>
          <a:xfrm>
            <a:off x="1009650" y="2847975"/>
            <a:ext cx="4381500" cy="4724400"/>
          </a:xfrm>
          <a:prstGeom prst="roundRect">
            <a:avLst>
              <a:gd name="adj" fmla="val 3478"/>
            </a:avLst>
          </a:prstGeom>
          <a:solidFill>
            <a:srgbClr val="FCF8F5"/>
          </a:solidFill>
          <a:ln w="19050">
            <a:solidFill>
              <a:srgbClr val="CF9BA5"/>
            </a:solidFill>
          </a:ln>
        </p:spPr>
      </p:sp>
      <p:sp>
        <p:nvSpPr>
          <p:cNvPr id="40" name="橢圓 9">
            <a:extLst>
              <a:ext uri="{FF2B5EF4-FFF2-40B4-BE49-F238E27FC236}">
                <a16:creationId xmlns:a16="http://schemas.microsoft.com/office/drawing/2014/main" id="{51393804-49E7-430A-8E17-07D5BEEE784D}"/>
              </a:ext>
            </a:extLst>
          </p:cNvPr>
          <p:cNvSpPr>
            <a:spLocks noGrp="1"/>
          </p:cNvSpPr>
          <p:nvPr/>
        </p:nvSpPr>
        <p:spPr>
          <a:xfrm>
            <a:off x="2962275" y="2609850"/>
            <a:ext cx="476250" cy="476250"/>
          </a:xfrm>
          <a:prstGeom prst="ellipse">
            <a:avLst/>
          </a:prstGeom>
          <a:solidFill>
            <a:srgbClr val="C77E8C"/>
          </a:solidFill>
          <a:ln w="0">
            <a:noFill/>
          </a:ln>
        </p:spPr>
      </p:sp>
      <p:sp>
        <p:nvSpPr>
          <p:cNvPr id="41" name="矩形: 圓角 12">
            <a:extLst>
              <a:ext uri="{FF2B5EF4-FFF2-40B4-BE49-F238E27FC236}">
                <a16:creationId xmlns:a16="http://schemas.microsoft.com/office/drawing/2014/main" id="{7CB632FB-4982-42AF-A556-29D7085FE387}"/>
              </a:ext>
            </a:extLst>
          </p:cNvPr>
          <p:cNvSpPr>
            <a:spLocks noGrp="1"/>
          </p:cNvSpPr>
          <p:nvPr/>
        </p:nvSpPr>
        <p:spPr>
          <a:xfrm>
            <a:off x="1828800" y="4343400"/>
            <a:ext cx="2743200" cy="409575"/>
          </a:xfrm>
          <a:prstGeom prst="roundRect">
            <a:avLst>
              <a:gd name="adj" fmla="val 37209"/>
            </a:avLst>
          </a:prstGeom>
          <a:solidFill>
            <a:srgbClr val="F4DEA0"/>
          </a:solidFill>
          <a:ln w="0">
            <a:noFill/>
          </a:ln>
        </p:spPr>
      </p:sp>
      <p:sp>
        <p:nvSpPr>
          <p:cNvPr id="42" name="矩形 14">
            <a:extLst>
              <a:ext uri="{FF2B5EF4-FFF2-40B4-BE49-F238E27FC236}">
                <a16:creationId xmlns:a16="http://schemas.microsoft.com/office/drawing/2014/main" id="{FCD92F1D-76BD-458C-AC32-FF8B31370913}"/>
              </a:ext>
            </a:extLst>
          </p:cNvPr>
          <p:cNvSpPr>
            <a:spLocks noGrp="1"/>
          </p:cNvSpPr>
          <p:nvPr/>
        </p:nvSpPr>
        <p:spPr>
          <a:xfrm>
            <a:off x="1390650" y="4838700"/>
            <a:ext cx="361950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43" name="矩形: 圓角 16">
            <a:extLst>
              <a:ext uri="{FF2B5EF4-FFF2-40B4-BE49-F238E27FC236}">
                <a16:creationId xmlns:a16="http://schemas.microsoft.com/office/drawing/2014/main" id="{10BA5535-D0E8-4D98-B49C-FCAF479A79A7}"/>
              </a:ext>
            </a:extLst>
          </p:cNvPr>
          <p:cNvSpPr>
            <a:spLocks noGrp="1"/>
          </p:cNvSpPr>
          <p:nvPr/>
        </p:nvSpPr>
        <p:spPr>
          <a:xfrm>
            <a:off x="5772150" y="2847975"/>
            <a:ext cx="4381500" cy="4724400"/>
          </a:xfrm>
          <a:prstGeom prst="roundRect">
            <a:avLst>
              <a:gd name="adj" fmla="val 3478"/>
            </a:avLst>
          </a:prstGeom>
          <a:solidFill>
            <a:srgbClr val="FCF8F5"/>
          </a:solidFill>
          <a:ln w="19050">
            <a:solidFill>
              <a:srgbClr val="CF9BA5"/>
            </a:solidFill>
          </a:ln>
        </p:spPr>
      </p:sp>
      <p:sp>
        <p:nvSpPr>
          <p:cNvPr id="44" name="橢圓 17">
            <a:extLst>
              <a:ext uri="{FF2B5EF4-FFF2-40B4-BE49-F238E27FC236}">
                <a16:creationId xmlns:a16="http://schemas.microsoft.com/office/drawing/2014/main" id="{FB6FFA81-D9C4-4591-B6F7-C4EEFD333EB3}"/>
              </a:ext>
            </a:extLst>
          </p:cNvPr>
          <p:cNvSpPr>
            <a:spLocks noGrp="1"/>
          </p:cNvSpPr>
          <p:nvPr/>
        </p:nvSpPr>
        <p:spPr>
          <a:xfrm>
            <a:off x="7724775" y="2609850"/>
            <a:ext cx="476250" cy="476250"/>
          </a:xfrm>
          <a:prstGeom prst="ellipse">
            <a:avLst/>
          </a:prstGeom>
          <a:solidFill>
            <a:srgbClr val="C77E8C"/>
          </a:solidFill>
          <a:ln w="0">
            <a:noFill/>
          </a:ln>
        </p:spPr>
      </p:sp>
      <p:sp>
        <p:nvSpPr>
          <p:cNvPr id="45" name="矩形: 圓角 20">
            <a:extLst>
              <a:ext uri="{FF2B5EF4-FFF2-40B4-BE49-F238E27FC236}">
                <a16:creationId xmlns:a16="http://schemas.microsoft.com/office/drawing/2014/main" id="{0FD6CE24-27ED-4F54-96C0-52BC849AC0C6}"/>
              </a:ext>
            </a:extLst>
          </p:cNvPr>
          <p:cNvSpPr>
            <a:spLocks noGrp="1"/>
          </p:cNvSpPr>
          <p:nvPr/>
        </p:nvSpPr>
        <p:spPr>
          <a:xfrm>
            <a:off x="6591300" y="4343400"/>
            <a:ext cx="2743200" cy="409575"/>
          </a:xfrm>
          <a:prstGeom prst="roundRect">
            <a:avLst>
              <a:gd name="adj" fmla="val 37209"/>
            </a:avLst>
          </a:prstGeom>
          <a:solidFill>
            <a:srgbClr val="F4DEA0"/>
          </a:solidFill>
          <a:ln w="0">
            <a:noFill/>
          </a:ln>
        </p:spPr>
      </p:sp>
      <p:sp>
        <p:nvSpPr>
          <p:cNvPr id="46" name="矩形 22">
            <a:extLst>
              <a:ext uri="{FF2B5EF4-FFF2-40B4-BE49-F238E27FC236}">
                <a16:creationId xmlns:a16="http://schemas.microsoft.com/office/drawing/2014/main" id="{FE586863-3552-4CAE-AE82-58C756E6B902}"/>
              </a:ext>
            </a:extLst>
          </p:cNvPr>
          <p:cNvSpPr>
            <a:spLocks noGrp="1"/>
          </p:cNvSpPr>
          <p:nvPr/>
        </p:nvSpPr>
        <p:spPr>
          <a:xfrm>
            <a:off x="6153150" y="4838700"/>
            <a:ext cx="361950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47" name="矩形: 圓角 24">
            <a:extLst>
              <a:ext uri="{FF2B5EF4-FFF2-40B4-BE49-F238E27FC236}">
                <a16:creationId xmlns:a16="http://schemas.microsoft.com/office/drawing/2014/main" id="{CAEB0B22-CA65-4417-A1F3-CA8000BF35D1}"/>
              </a:ext>
            </a:extLst>
          </p:cNvPr>
          <p:cNvSpPr>
            <a:spLocks noGrp="1"/>
          </p:cNvSpPr>
          <p:nvPr/>
        </p:nvSpPr>
        <p:spPr>
          <a:xfrm>
            <a:off x="10534650" y="2847975"/>
            <a:ext cx="4381500" cy="4724400"/>
          </a:xfrm>
          <a:prstGeom prst="roundRect">
            <a:avLst>
              <a:gd name="adj" fmla="val 3478"/>
            </a:avLst>
          </a:prstGeom>
          <a:solidFill>
            <a:srgbClr val="FCF8F5"/>
          </a:solidFill>
          <a:ln w="19050">
            <a:solidFill>
              <a:srgbClr val="CF9BA5"/>
            </a:solidFill>
          </a:ln>
        </p:spPr>
      </p:sp>
      <p:sp>
        <p:nvSpPr>
          <p:cNvPr id="48" name="橢圓 25">
            <a:extLst>
              <a:ext uri="{FF2B5EF4-FFF2-40B4-BE49-F238E27FC236}">
                <a16:creationId xmlns:a16="http://schemas.microsoft.com/office/drawing/2014/main" id="{FBDFD065-7792-47DC-AB45-31E17FD74986}"/>
              </a:ext>
            </a:extLst>
          </p:cNvPr>
          <p:cNvSpPr>
            <a:spLocks noGrp="1"/>
          </p:cNvSpPr>
          <p:nvPr/>
        </p:nvSpPr>
        <p:spPr>
          <a:xfrm>
            <a:off x="12487275" y="2609850"/>
            <a:ext cx="476250" cy="476250"/>
          </a:xfrm>
          <a:prstGeom prst="ellipse">
            <a:avLst/>
          </a:prstGeom>
          <a:solidFill>
            <a:srgbClr val="C77E8C"/>
          </a:solidFill>
          <a:ln w="0">
            <a:noFill/>
          </a:ln>
        </p:spPr>
      </p:sp>
      <p:sp>
        <p:nvSpPr>
          <p:cNvPr id="49" name="矩形: 圓角 28">
            <a:extLst>
              <a:ext uri="{FF2B5EF4-FFF2-40B4-BE49-F238E27FC236}">
                <a16:creationId xmlns:a16="http://schemas.microsoft.com/office/drawing/2014/main" id="{153493A4-BE2A-45FF-B3F0-D7AB8001EA97}"/>
              </a:ext>
            </a:extLst>
          </p:cNvPr>
          <p:cNvSpPr>
            <a:spLocks noGrp="1"/>
          </p:cNvSpPr>
          <p:nvPr/>
        </p:nvSpPr>
        <p:spPr>
          <a:xfrm>
            <a:off x="11353800" y="4343400"/>
            <a:ext cx="2743200" cy="409575"/>
          </a:xfrm>
          <a:prstGeom prst="roundRect">
            <a:avLst>
              <a:gd name="adj" fmla="val 37209"/>
            </a:avLst>
          </a:prstGeom>
          <a:solidFill>
            <a:srgbClr val="F4DEA0"/>
          </a:solidFill>
          <a:ln w="0">
            <a:noFill/>
          </a:ln>
        </p:spPr>
      </p:sp>
      <p:sp>
        <p:nvSpPr>
          <p:cNvPr id="50" name="矩形 30">
            <a:extLst>
              <a:ext uri="{FF2B5EF4-FFF2-40B4-BE49-F238E27FC236}">
                <a16:creationId xmlns:a16="http://schemas.microsoft.com/office/drawing/2014/main" id="{656B8AE7-5668-42C0-BC3F-BB2625F60466}"/>
              </a:ext>
            </a:extLst>
          </p:cNvPr>
          <p:cNvSpPr>
            <a:spLocks noGrp="1"/>
          </p:cNvSpPr>
          <p:nvPr/>
        </p:nvSpPr>
        <p:spPr>
          <a:xfrm>
            <a:off x="10915650" y="4838700"/>
            <a:ext cx="3619500" cy="14288"/>
          </a:xfrm>
          <a:prstGeom prst="rect">
            <a:avLst/>
          </a:prstGeom>
          <a:solidFill>
            <a:srgbClr val="DEB4BA"/>
          </a:solidFill>
          <a:ln w="0">
            <a:noFill/>
          </a:ln>
        </p:spPr>
      </p:sp>
      <p:sp>
        <p:nvSpPr>
          <p:cNvPr id="5" name="標題 4">
            <a:extLst>
              <a:ext uri="{FF2B5EF4-FFF2-40B4-BE49-F238E27FC236}">
                <a16:creationId xmlns:a16="http://schemas.microsoft.com/office/drawing/2014/main" id="{12D744FA-C339-47BD-8A90-CB2165A56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0" y="438150"/>
            <a:ext cx="11353800" cy="10477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2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三種 Reflection 的責任邊界</a:t>
            </a:r>
          </a:p>
        </p:txBody>
      </p:sp>
      <p:sp>
        <p:nvSpPr>
          <p:cNvPr id="6" name="副標題 5">
            <a:extLst>
              <a:ext uri="{FF2B5EF4-FFF2-40B4-BE49-F238E27FC236}">
                <a16:creationId xmlns:a16="http://schemas.microsoft.com/office/drawing/2014/main" id="{7AF7A859-2BB2-4519-A73C-DC84D034B8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76500" y="1533525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en-US"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Strategy </a:t>
            </a:r>
            <a:r>
              <a:rPr lang="zh-TW" altLang="en-US"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改 </a:t>
            </a:r>
            <a:r>
              <a:rPr lang="en-US"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policy；Prompt </a:t>
            </a:r>
            <a:r>
              <a:rPr lang="zh-TW" altLang="en-US"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改翻譯規則；</a:t>
            </a:r>
            <a:r>
              <a:rPr lang="en-US"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Code </a:t>
            </a:r>
            <a:r>
              <a:rPr lang="zh-TW" altLang="en-US"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診斷並修改 </a:t>
            </a:r>
            <a:r>
              <a:rPr lang="en-US"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Java</a:t>
            </a:r>
            <a:endParaRPr sz="2100" b="0">
              <a:solidFill>
                <a:srgbClr val="423C3B"/>
              </a:solidFill>
              <a:latin typeface="Source Han Serif TW"/>
              <a:ea typeface="Source Han Serif TW"/>
              <a:cs typeface="Source Han Serif TW"/>
            </a:endParaRPr>
          </a:p>
        </p:txBody>
      </p:sp>
      <p:sp>
        <p:nvSpPr>
          <p:cNvPr id="11" name="文字版面配置區 10">
            <a:extLst>
              <a:ext uri="{FF2B5EF4-FFF2-40B4-BE49-F238E27FC236}">
                <a16:creationId xmlns:a16="http://schemas.microsoft.com/office/drawing/2014/main" id="{61C7E0E2-6BEB-4839-AD90-3F954F005D46}"/>
              </a:ext>
            </a:extLst>
          </p:cNvPr>
          <p:cNvSpPr>
            <a:spLocks noGrp="1"/>
          </p:cNvSpPr>
          <p:nvPr/>
        </p:nvSpPr>
        <p:spPr>
          <a:xfrm>
            <a:off x="2990850" y="2609850"/>
            <a:ext cx="4191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rPr>
              <a:t>1</a:t>
            </a:r>
          </a:p>
        </p:txBody>
      </p:sp>
      <p:sp>
        <p:nvSpPr>
          <p:cNvPr id="12" name="文字版面配置區 11">
            <a:extLst>
              <a:ext uri="{FF2B5EF4-FFF2-40B4-BE49-F238E27FC236}">
                <a16:creationId xmlns:a16="http://schemas.microsoft.com/office/drawing/2014/main" id="{856FA8DF-534A-4B86-880A-24CB396FF1E6}"/>
              </a:ext>
            </a:extLst>
          </p:cNvPr>
          <p:cNvSpPr>
            <a:spLocks noGrp="1"/>
          </p:cNvSpPr>
          <p:nvPr/>
        </p:nvSpPr>
        <p:spPr>
          <a:xfrm>
            <a:off x="1219200" y="3743325"/>
            <a:ext cx="3962400" cy="5238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3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STRATEGY</a:t>
            </a:r>
          </a:p>
        </p:txBody>
      </p:sp>
      <p:sp>
        <p:nvSpPr>
          <p:cNvPr id="14" name="文字版面配置區 13">
            <a:extLst>
              <a:ext uri="{FF2B5EF4-FFF2-40B4-BE49-F238E27FC236}">
                <a16:creationId xmlns:a16="http://schemas.microsoft.com/office/drawing/2014/main" id="{7C72FC67-EA62-4E51-89D5-114AEBECA393}"/>
              </a:ext>
            </a:extLst>
          </p:cNvPr>
          <p:cNvSpPr>
            <a:spLocks noGrp="1"/>
          </p:cNvSpPr>
          <p:nvPr/>
        </p:nvSpPr>
        <p:spPr>
          <a:xfrm>
            <a:off x="1905000" y="4362450"/>
            <a:ext cx="2590800" cy="3714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改遊戲策略</a:t>
            </a:r>
          </a:p>
        </p:txBody>
      </p:sp>
      <p:sp>
        <p:nvSpPr>
          <p:cNvPr id="16" name="文字版面配置區 15">
            <a:extLst>
              <a:ext uri="{FF2B5EF4-FFF2-40B4-BE49-F238E27FC236}">
                <a16:creationId xmlns:a16="http://schemas.microsoft.com/office/drawing/2014/main" id="{DD95BCED-0331-435C-8E0B-25B558D2358D}"/>
              </a:ext>
            </a:extLst>
          </p:cNvPr>
          <p:cNvSpPr>
            <a:spLocks noGrp="1"/>
          </p:cNvSpPr>
          <p:nvPr/>
        </p:nvSpPr>
        <p:spPr>
          <a:xfrm>
            <a:off x="1390650" y="5038725"/>
            <a:ext cx="3619500" cy="21050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看代表對戰與全域摘要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Commentator → Coach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只改 strategy_prompt</a:t>
            </a:r>
          </a:p>
        </p:txBody>
      </p:sp>
      <p:sp>
        <p:nvSpPr>
          <p:cNvPr id="19" name="文字版面配置區 18">
            <a:extLst>
              <a:ext uri="{FF2B5EF4-FFF2-40B4-BE49-F238E27FC236}">
                <a16:creationId xmlns:a16="http://schemas.microsoft.com/office/drawing/2014/main" id="{E1531855-64DF-4648-A566-230C984407CF}"/>
              </a:ext>
            </a:extLst>
          </p:cNvPr>
          <p:cNvSpPr>
            <a:spLocks noGrp="1"/>
          </p:cNvSpPr>
          <p:nvPr/>
        </p:nvSpPr>
        <p:spPr>
          <a:xfrm>
            <a:off x="7753350" y="2609850"/>
            <a:ext cx="4191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rPr>
              <a:t>2</a:t>
            </a:r>
          </a:p>
        </p:txBody>
      </p:sp>
      <p:sp>
        <p:nvSpPr>
          <p:cNvPr id="20" name="文字版面配置區 19">
            <a:extLst>
              <a:ext uri="{FF2B5EF4-FFF2-40B4-BE49-F238E27FC236}">
                <a16:creationId xmlns:a16="http://schemas.microsoft.com/office/drawing/2014/main" id="{7516F902-2890-42E6-B809-F820086B1EBD}"/>
              </a:ext>
            </a:extLst>
          </p:cNvPr>
          <p:cNvSpPr>
            <a:spLocks noGrp="1"/>
          </p:cNvSpPr>
          <p:nvPr/>
        </p:nvSpPr>
        <p:spPr>
          <a:xfrm>
            <a:off x="5981700" y="3743325"/>
            <a:ext cx="3962400" cy="5238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en-US" sz="33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PROMPT</a:t>
            </a:r>
            <a:endParaRPr sz="3300" b="1">
              <a:solidFill>
                <a:srgbClr val="47171C"/>
              </a:solidFill>
              <a:latin typeface="Source Han Serif TW"/>
              <a:ea typeface="Source Han Serif TW"/>
              <a:cs typeface="Source Han Serif TW"/>
            </a:endParaRPr>
          </a:p>
        </p:txBody>
      </p:sp>
      <p:sp>
        <p:nvSpPr>
          <p:cNvPr id="22" name="文字版面配置區 21">
            <a:extLst>
              <a:ext uri="{FF2B5EF4-FFF2-40B4-BE49-F238E27FC236}">
                <a16:creationId xmlns:a16="http://schemas.microsoft.com/office/drawing/2014/main" id="{1B44AEC2-C144-4654-A94D-BAB574EE7790}"/>
              </a:ext>
            </a:extLst>
          </p:cNvPr>
          <p:cNvSpPr>
            <a:spLocks noGrp="1"/>
          </p:cNvSpPr>
          <p:nvPr/>
        </p:nvSpPr>
        <p:spPr>
          <a:xfrm>
            <a:off x="6667500" y="4362450"/>
            <a:ext cx="2590800" cy="3714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修正翻譯規則</a:t>
            </a:r>
          </a:p>
        </p:txBody>
      </p:sp>
      <p:sp>
        <p:nvSpPr>
          <p:cNvPr id="24" name="文字版面配置區 23">
            <a:extLst>
              <a:ext uri="{FF2B5EF4-FFF2-40B4-BE49-F238E27FC236}">
                <a16:creationId xmlns:a16="http://schemas.microsoft.com/office/drawing/2014/main" id="{2A8F9F1A-C4FE-42E8-B61B-D6286850BE7A}"/>
              </a:ext>
            </a:extLst>
          </p:cNvPr>
          <p:cNvSpPr>
            <a:spLocks noGrp="1"/>
          </p:cNvSpPr>
          <p:nvPr/>
        </p:nvSpPr>
        <p:spPr>
          <a:xfrm>
            <a:off x="6153150" y="5038725"/>
            <a:ext cx="3619500" cy="21050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看 policy、Java 與 API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Reviewer → Rule Rewriter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只改 generation_prompt</a:t>
            </a:r>
          </a:p>
        </p:txBody>
      </p:sp>
      <p:sp>
        <p:nvSpPr>
          <p:cNvPr id="27" name="文字版面配置區 26">
            <a:extLst>
              <a:ext uri="{FF2B5EF4-FFF2-40B4-BE49-F238E27FC236}">
                <a16:creationId xmlns:a16="http://schemas.microsoft.com/office/drawing/2014/main" id="{CE0E9997-1A3A-4CA1-9F1B-2502B2CEF0D8}"/>
              </a:ext>
            </a:extLst>
          </p:cNvPr>
          <p:cNvSpPr>
            <a:spLocks noGrp="1"/>
          </p:cNvSpPr>
          <p:nvPr/>
        </p:nvSpPr>
        <p:spPr>
          <a:xfrm>
            <a:off x="12515850" y="2609850"/>
            <a:ext cx="4191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1">
                <a:solidFill>
                  <a:srgbClr val="FCF8F5"/>
                </a:solidFill>
                <a:latin typeface="Source Han Serif TW"/>
                <a:ea typeface="Source Han Serif TW"/>
                <a:cs typeface="Source Han Serif TW"/>
              </a:rPr>
              <a:t>3</a:t>
            </a:r>
          </a:p>
        </p:txBody>
      </p:sp>
      <p:sp>
        <p:nvSpPr>
          <p:cNvPr id="28" name="文字版面配置區 27">
            <a:extLst>
              <a:ext uri="{FF2B5EF4-FFF2-40B4-BE49-F238E27FC236}">
                <a16:creationId xmlns:a16="http://schemas.microsoft.com/office/drawing/2014/main" id="{AF69D595-CD39-4FA9-82AF-BF62CC742AAD}"/>
              </a:ext>
            </a:extLst>
          </p:cNvPr>
          <p:cNvSpPr>
            <a:spLocks noGrp="1"/>
          </p:cNvSpPr>
          <p:nvPr/>
        </p:nvSpPr>
        <p:spPr>
          <a:xfrm>
            <a:off x="10744200" y="3743325"/>
            <a:ext cx="3962400" cy="5238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en-US" sz="33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CODE</a:t>
            </a:r>
            <a:endParaRPr sz="3300" b="1">
              <a:solidFill>
                <a:srgbClr val="47171C"/>
              </a:solidFill>
              <a:latin typeface="Source Han Serif TW"/>
              <a:ea typeface="Source Han Serif TW"/>
              <a:cs typeface="Source Han Serif TW"/>
            </a:endParaRPr>
          </a:p>
        </p:txBody>
      </p:sp>
      <p:sp>
        <p:nvSpPr>
          <p:cNvPr id="30" name="文字版面配置區 29">
            <a:extLst>
              <a:ext uri="{FF2B5EF4-FFF2-40B4-BE49-F238E27FC236}">
                <a16:creationId xmlns:a16="http://schemas.microsoft.com/office/drawing/2014/main" id="{06B934EF-B89C-4D8C-B69F-5442A1F4B1A9}"/>
              </a:ext>
            </a:extLst>
          </p:cNvPr>
          <p:cNvSpPr>
            <a:spLocks noGrp="1"/>
          </p:cNvSpPr>
          <p:nvPr/>
        </p:nvSpPr>
        <p:spPr>
          <a:xfrm>
            <a:off x="11430000" y="4362450"/>
            <a:ext cx="2590800" cy="37147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診斷與 </a:t>
            </a:r>
            <a:r>
              <a:rPr lang="en-US"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Java revision</a:t>
            </a:r>
            <a:endParaRPr sz="1800" b="0">
              <a:solidFill>
                <a:srgbClr val="47171C"/>
              </a:solidFill>
              <a:latin typeface="Source Han Serif TW"/>
              <a:ea typeface="Source Han Serif TW"/>
              <a:cs typeface="Source Han Serif TW"/>
            </a:endParaRPr>
          </a:p>
        </p:txBody>
      </p:sp>
      <p:sp>
        <p:nvSpPr>
          <p:cNvPr id="32" name="文字版面配置區 31">
            <a:extLst>
              <a:ext uri="{FF2B5EF4-FFF2-40B4-BE49-F238E27FC236}">
                <a16:creationId xmlns:a16="http://schemas.microsoft.com/office/drawing/2014/main" id="{B79E1266-E6D6-4314-B054-778401B40BFB}"/>
              </a:ext>
            </a:extLst>
          </p:cNvPr>
          <p:cNvSpPr>
            <a:spLocks noGrp="1"/>
          </p:cNvSpPr>
          <p:nvPr/>
        </p:nvSpPr>
        <p:spPr>
          <a:xfrm>
            <a:off x="10915650" y="5038725"/>
            <a:ext cx="3619500" cy="2105025"/>
          </a:xfrm>
          <a:prstGeom prst="rect">
            <a:avLst/>
          </a:prstGeom>
          <a:noFill/>
          <a:ln w="0">
            <a:noFill/>
          </a:ln>
        </p:spPr>
        <p:txBody>
          <a:bodyPr lIns="57150" tIns="28575" rIns="57150" bIns="28575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看 </a:t>
            </a:r>
            <a:r>
              <a:rPr lang="en-US"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policy、Java </a:t>
            </a:r>
            <a:r>
              <a:rPr lang="zh-TW" altLang="en-US"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與 </a:t>
            </a:r>
            <a:r>
              <a:rPr lang="en-US"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contracts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先診斷，後續修改 </a:t>
            </a:r>
            <a:r>
              <a:rPr lang="en-US"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Java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兩個 </a:t>
            </a:r>
            <a:r>
              <a:rPr lang="en-US"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prompt genes </a:t>
            </a:r>
            <a:r>
              <a:rPr lang="zh-TW" altLang="en-US"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不變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不使用勝負 </a:t>
            </a:r>
            <a:r>
              <a:rPr lang="en-US"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evidence</a:t>
            </a:r>
            <a:endParaRPr sz="2250" b="0">
              <a:solidFill>
                <a:srgbClr val="423C3B"/>
              </a:solidFill>
              <a:latin typeface="Source Han Serif TW"/>
              <a:ea typeface="Source Han Serif TW"/>
              <a:cs typeface="Source Han Serif TW"/>
            </a:endParaRPr>
          </a:p>
        </p:txBody>
      </p:sp>
      <p:sp>
        <p:nvSpPr>
          <p:cNvPr id="34" name="手繪多邊形: 圖案 33">
            <a:extLst>
              <a:ext uri="{FF2B5EF4-FFF2-40B4-BE49-F238E27FC236}">
                <a16:creationId xmlns:a16="http://schemas.microsoft.com/office/drawing/2014/main" id="{E03968E7-74FE-444A-BF60-1565B0A5C92D}"/>
              </a:ext>
            </a:extLst>
          </p:cNvPr>
          <p:cNvSpPr>
            <a:spLocks noGrp="1"/>
          </p:cNvSpPr>
          <p:nvPr/>
        </p:nvSpPr>
        <p:spPr>
          <a:xfrm>
            <a:off x="2905125" y="3162300"/>
            <a:ext cx="590550" cy="59055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228560" y="152427"/>
                </a:moveTo>
                <a:lnTo>
                  <a:pt x="228560" y="199654"/>
                </a:lnTo>
                <a:lnTo>
                  <a:pt x="228456" y="202316"/>
                </a:lnTo>
                <a:lnTo>
                  <a:pt x="228146" y="204883"/>
                </a:lnTo>
                <a:lnTo>
                  <a:pt x="227628" y="207356"/>
                </a:lnTo>
                <a:lnTo>
                  <a:pt x="226905" y="209736"/>
                </a:lnTo>
                <a:lnTo>
                  <a:pt x="225974" y="212021"/>
                </a:lnTo>
                <a:lnTo>
                  <a:pt x="224836" y="214212"/>
                </a:lnTo>
                <a:lnTo>
                  <a:pt x="223491" y="216309"/>
                </a:lnTo>
                <a:lnTo>
                  <a:pt x="221939" y="218312"/>
                </a:lnTo>
                <a:lnTo>
                  <a:pt x="220181" y="220221"/>
                </a:lnTo>
                <a:lnTo>
                  <a:pt x="218272" y="221979"/>
                </a:lnTo>
                <a:lnTo>
                  <a:pt x="216269" y="223531"/>
                </a:lnTo>
                <a:lnTo>
                  <a:pt x="214172" y="224876"/>
                </a:lnTo>
                <a:lnTo>
                  <a:pt x="211981" y="226014"/>
                </a:lnTo>
                <a:lnTo>
                  <a:pt x="209696" y="226945"/>
                </a:lnTo>
                <a:lnTo>
                  <a:pt x="207316" y="227669"/>
                </a:lnTo>
                <a:lnTo>
                  <a:pt x="204843" y="228187"/>
                </a:lnTo>
                <a:lnTo>
                  <a:pt x="202276" y="228496"/>
                </a:lnTo>
                <a:lnTo>
                  <a:pt x="199614" y="228600"/>
                </a:lnTo>
                <a:lnTo>
                  <a:pt x="152387" y="228600"/>
                </a:lnTo>
                <a:lnTo>
                  <a:pt x="147854" y="228473"/>
                </a:lnTo>
                <a:lnTo>
                  <a:pt x="143396" y="228092"/>
                </a:lnTo>
                <a:lnTo>
                  <a:pt x="139014" y="227457"/>
                </a:lnTo>
                <a:lnTo>
                  <a:pt x="134707" y="226568"/>
                </a:lnTo>
                <a:lnTo>
                  <a:pt x="130475" y="225426"/>
                </a:lnTo>
                <a:lnTo>
                  <a:pt x="126319" y="224030"/>
                </a:lnTo>
                <a:lnTo>
                  <a:pt x="122237" y="222379"/>
                </a:lnTo>
                <a:lnTo>
                  <a:pt x="118231" y="220475"/>
                </a:lnTo>
                <a:lnTo>
                  <a:pt x="114300" y="218317"/>
                </a:lnTo>
                <a:lnTo>
                  <a:pt x="110491" y="215942"/>
                </a:lnTo>
                <a:lnTo>
                  <a:pt x="106852" y="213389"/>
                </a:lnTo>
                <a:lnTo>
                  <a:pt x="103381" y="210657"/>
                </a:lnTo>
                <a:lnTo>
                  <a:pt x="100081" y="207746"/>
                </a:lnTo>
                <a:lnTo>
                  <a:pt x="96949" y="204657"/>
                </a:lnTo>
                <a:lnTo>
                  <a:pt x="93987" y="201389"/>
                </a:lnTo>
                <a:lnTo>
                  <a:pt x="91194" y="197943"/>
                </a:lnTo>
                <a:lnTo>
                  <a:pt x="88570" y="194318"/>
                </a:lnTo>
                <a:lnTo>
                  <a:pt x="86116" y="190513"/>
                </a:lnTo>
                <a:lnTo>
                  <a:pt x="88645" y="190485"/>
                </a:lnTo>
                <a:lnTo>
                  <a:pt x="91156" y="190401"/>
                </a:lnTo>
                <a:lnTo>
                  <a:pt x="93649" y="190259"/>
                </a:lnTo>
                <a:lnTo>
                  <a:pt x="96122" y="190062"/>
                </a:lnTo>
                <a:lnTo>
                  <a:pt x="98576" y="189808"/>
                </a:lnTo>
                <a:lnTo>
                  <a:pt x="101012" y="189498"/>
                </a:lnTo>
                <a:lnTo>
                  <a:pt x="103429" y="189131"/>
                </a:lnTo>
                <a:lnTo>
                  <a:pt x="105827" y="188707"/>
                </a:lnTo>
                <a:lnTo>
                  <a:pt x="108206" y="188228"/>
                </a:lnTo>
                <a:lnTo>
                  <a:pt x="109951" y="190377"/>
                </a:lnTo>
                <a:lnTo>
                  <a:pt x="111799" y="192422"/>
                </a:lnTo>
                <a:lnTo>
                  <a:pt x="113749" y="194364"/>
                </a:lnTo>
                <a:lnTo>
                  <a:pt x="115805" y="196203"/>
                </a:lnTo>
                <a:lnTo>
                  <a:pt x="117963" y="197938"/>
                </a:lnTo>
                <a:lnTo>
                  <a:pt x="120225" y="199570"/>
                </a:lnTo>
                <a:lnTo>
                  <a:pt x="122590" y="201098"/>
                </a:lnTo>
                <a:lnTo>
                  <a:pt x="125058" y="202522"/>
                </a:lnTo>
                <a:lnTo>
                  <a:pt x="127630" y="203844"/>
                </a:lnTo>
                <a:lnTo>
                  <a:pt x="130268" y="205043"/>
                </a:lnTo>
                <a:lnTo>
                  <a:pt x="132935" y="206101"/>
                </a:lnTo>
                <a:lnTo>
                  <a:pt x="135628" y="207017"/>
                </a:lnTo>
                <a:lnTo>
                  <a:pt x="138351" y="207794"/>
                </a:lnTo>
                <a:lnTo>
                  <a:pt x="141101" y="208428"/>
                </a:lnTo>
                <a:lnTo>
                  <a:pt x="143881" y="208922"/>
                </a:lnTo>
                <a:lnTo>
                  <a:pt x="146688" y="209275"/>
                </a:lnTo>
                <a:lnTo>
                  <a:pt x="149523" y="209486"/>
                </a:lnTo>
                <a:lnTo>
                  <a:pt x="152387" y="209557"/>
                </a:lnTo>
                <a:lnTo>
                  <a:pt x="200376" y="209557"/>
                </a:lnTo>
                <a:lnTo>
                  <a:pt x="201208" y="209523"/>
                </a:lnTo>
                <a:lnTo>
                  <a:pt x="202012" y="209425"/>
                </a:lnTo>
                <a:lnTo>
                  <a:pt x="202788" y="209260"/>
                </a:lnTo>
                <a:lnTo>
                  <a:pt x="203536" y="209030"/>
                </a:lnTo>
                <a:lnTo>
                  <a:pt x="204255" y="208734"/>
                </a:lnTo>
                <a:lnTo>
                  <a:pt x="204947" y="208372"/>
                </a:lnTo>
                <a:lnTo>
                  <a:pt x="205610" y="207944"/>
                </a:lnTo>
                <a:lnTo>
                  <a:pt x="206244" y="207450"/>
                </a:lnTo>
                <a:lnTo>
                  <a:pt x="206851" y="206891"/>
                </a:lnTo>
                <a:lnTo>
                  <a:pt x="207410" y="206274"/>
                </a:lnTo>
                <a:lnTo>
                  <a:pt x="207904" y="205611"/>
                </a:lnTo>
                <a:lnTo>
                  <a:pt x="208332" y="204902"/>
                </a:lnTo>
                <a:lnTo>
                  <a:pt x="208694" y="204145"/>
                </a:lnTo>
                <a:lnTo>
                  <a:pt x="208990" y="203341"/>
                </a:lnTo>
                <a:lnTo>
                  <a:pt x="209220" y="202489"/>
                </a:lnTo>
                <a:lnTo>
                  <a:pt x="209385" y="201592"/>
                </a:lnTo>
                <a:lnTo>
                  <a:pt x="209483" y="200646"/>
                </a:lnTo>
                <a:lnTo>
                  <a:pt x="209517" y="199654"/>
                </a:lnTo>
                <a:lnTo>
                  <a:pt x="209517" y="152427"/>
                </a:lnTo>
                <a:lnTo>
                  <a:pt x="209446" y="149563"/>
                </a:lnTo>
                <a:lnTo>
                  <a:pt x="209235" y="146728"/>
                </a:lnTo>
                <a:lnTo>
                  <a:pt x="208881" y="143921"/>
                </a:lnTo>
                <a:lnTo>
                  <a:pt x="208388" y="141141"/>
                </a:lnTo>
                <a:lnTo>
                  <a:pt x="207754" y="138391"/>
                </a:lnTo>
                <a:lnTo>
                  <a:pt x="206977" y="135668"/>
                </a:lnTo>
                <a:lnTo>
                  <a:pt x="206061" y="132975"/>
                </a:lnTo>
                <a:lnTo>
                  <a:pt x="205003" y="130309"/>
                </a:lnTo>
                <a:lnTo>
                  <a:pt x="203804" y="127670"/>
                </a:lnTo>
                <a:lnTo>
                  <a:pt x="202482" y="125098"/>
                </a:lnTo>
                <a:lnTo>
                  <a:pt x="201058" y="122630"/>
                </a:lnTo>
                <a:lnTo>
                  <a:pt x="199530" y="120265"/>
                </a:lnTo>
                <a:lnTo>
                  <a:pt x="197898" y="118003"/>
                </a:lnTo>
                <a:lnTo>
                  <a:pt x="196163" y="115845"/>
                </a:lnTo>
                <a:lnTo>
                  <a:pt x="194324" y="113790"/>
                </a:lnTo>
                <a:lnTo>
                  <a:pt x="192382" y="111839"/>
                </a:lnTo>
                <a:lnTo>
                  <a:pt x="190337" y="109991"/>
                </a:lnTo>
                <a:lnTo>
                  <a:pt x="188188" y="108246"/>
                </a:lnTo>
                <a:lnTo>
                  <a:pt x="188667" y="105876"/>
                </a:lnTo>
                <a:lnTo>
                  <a:pt x="189091" y="103506"/>
                </a:lnTo>
                <a:lnTo>
                  <a:pt x="189458" y="101136"/>
                </a:lnTo>
                <a:lnTo>
                  <a:pt x="189768" y="98767"/>
                </a:lnTo>
                <a:lnTo>
                  <a:pt x="190022" y="96397"/>
                </a:lnTo>
                <a:lnTo>
                  <a:pt x="190219" y="94027"/>
                </a:lnTo>
                <a:lnTo>
                  <a:pt x="190360" y="91657"/>
                </a:lnTo>
                <a:lnTo>
                  <a:pt x="190445" y="89287"/>
                </a:lnTo>
                <a:lnTo>
                  <a:pt x="190473" y="86918"/>
                </a:lnTo>
                <a:lnTo>
                  <a:pt x="194278" y="89212"/>
                </a:lnTo>
                <a:lnTo>
                  <a:pt x="197903" y="91695"/>
                </a:lnTo>
                <a:lnTo>
                  <a:pt x="201349" y="94366"/>
                </a:lnTo>
                <a:lnTo>
                  <a:pt x="204617" y="97225"/>
                </a:lnTo>
                <a:lnTo>
                  <a:pt x="207706" y="100272"/>
                </a:lnTo>
                <a:lnTo>
                  <a:pt x="210617" y="103506"/>
                </a:lnTo>
                <a:lnTo>
                  <a:pt x="213349" y="106930"/>
                </a:lnTo>
                <a:lnTo>
                  <a:pt x="215902" y="110540"/>
                </a:lnTo>
                <a:lnTo>
                  <a:pt x="218277" y="114340"/>
                </a:lnTo>
                <a:lnTo>
                  <a:pt x="220435" y="118271"/>
                </a:lnTo>
                <a:lnTo>
                  <a:pt x="222339" y="122277"/>
                </a:lnTo>
                <a:lnTo>
                  <a:pt x="223990" y="126359"/>
                </a:lnTo>
                <a:lnTo>
                  <a:pt x="225386" y="130515"/>
                </a:lnTo>
                <a:lnTo>
                  <a:pt x="226528" y="134747"/>
                </a:lnTo>
                <a:lnTo>
                  <a:pt x="227417" y="139055"/>
                </a:lnTo>
                <a:lnTo>
                  <a:pt x="228052" y="143436"/>
                </a:lnTo>
                <a:lnTo>
                  <a:pt x="228433" y="147894"/>
                </a:lnTo>
                <a:lnTo>
                  <a:pt x="228560" y="152427"/>
                </a:lnTo>
                <a:close/>
                <a:moveTo>
                  <a:pt x="171430" y="92250"/>
                </a:moveTo>
                <a:lnTo>
                  <a:pt x="171510" y="88037"/>
                </a:lnTo>
                <a:lnTo>
                  <a:pt x="171411" y="83861"/>
                </a:lnTo>
                <a:lnTo>
                  <a:pt x="171134" y="79723"/>
                </a:lnTo>
                <a:lnTo>
                  <a:pt x="170678" y="75624"/>
                </a:lnTo>
                <a:lnTo>
                  <a:pt x="170043" y="71560"/>
                </a:lnTo>
                <a:lnTo>
                  <a:pt x="169230" y="67536"/>
                </a:lnTo>
                <a:lnTo>
                  <a:pt x="168237" y="63549"/>
                </a:lnTo>
                <a:lnTo>
                  <a:pt x="167067" y="59599"/>
                </a:lnTo>
                <a:lnTo>
                  <a:pt x="165717" y="55687"/>
                </a:lnTo>
                <a:lnTo>
                  <a:pt x="164199" y="51849"/>
                </a:lnTo>
                <a:lnTo>
                  <a:pt x="162519" y="48126"/>
                </a:lnTo>
                <a:lnTo>
                  <a:pt x="160681" y="44514"/>
                </a:lnTo>
                <a:lnTo>
                  <a:pt x="158683" y="41017"/>
                </a:lnTo>
                <a:lnTo>
                  <a:pt x="156524" y="37630"/>
                </a:lnTo>
                <a:lnTo>
                  <a:pt x="154206" y="34359"/>
                </a:lnTo>
                <a:lnTo>
                  <a:pt x="151728" y="31198"/>
                </a:lnTo>
                <a:lnTo>
                  <a:pt x="149090" y="28151"/>
                </a:lnTo>
                <a:lnTo>
                  <a:pt x="146293" y="25217"/>
                </a:lnTo>
                <a:lnTo>
                  <a:pt x="143359" y="22420"/>
                </a:lnTo>
                <a:lnTo>
                  <a:pt x="140312" y="19782"/>
                </a:lnTo>
                <a:lnTo>
                  <a:pt x="137152" y="17304"/>
                </a:lnTo>
                <a:lnTo>
                  <a:pt x="133880" y="14986"/>
                </a:lnTo>
                <a:lnTo>
                  <a:pt x="130493" y="12827"/>
                </a:lnTo>
                <a:lnTo>
                  <a:pt x="126996" y="10829"/>
                </a:lnTo>
                <a:lnTo>
                  <a:pt x="123384" y="8991"/>
                </a:lnTo>
                <a:lnTo>
                  <a:pt x="119661" y="7312"/>
                </a:lnTo>
                <a:lnTo>
                  <a:pt x="115823" y="5793"/>
                </a:lnTo>
                <a:lnTo>
                  <a:pt x="111911" y="4443"/>
                </a:lnTo>
                <a:lnTo>
                  <a:pt x="107962" y="3273"/>
                </a:lnTo>
                <a:lnTo>
                  <a:pt x="103974" y="2280"/>
                </a:lnTo>
                <a:lnTo>
                  <a:pt x="99950" y="1467"/>
                </a:lnTo>
                <a:lnTo>
                  <a:pt x="95887" y="832"/>
                </a:lnTo>
                <a:lnTo>
                  <a:pt x="91787" y="376"/>
                </a:lnTo>
                <a:lnTo>
                  <a:pt x="87649" y="99"/>
                </a:lnTo>
                <a:lnTo>
                  <a:pt x="83473" y="0"/>
                </a:lnTo>
                <a:lnTo>
                  <a:pt x="79260" y="80"/>
                </a:lnTo>
                <a:lnTo>
                  <a:pt x="74403" y="871"/>
                </a:lnTo>
                <a:lnTo>
                  <a:pt x="69650" y="1886"/>
                </a:lnTo>
                <a:lnTo>
                  <a:pt x="64999" y="3127"/>
                </a:lnTo>
                <a:lnTo>
                  <a:pt x="60452" y="4594"/>
                </a:lnTo>
                <a:lnTo>
                  <a:pt x="56009" y="6287"/>
                </a:lnTo>
                <a:lnTo>
                  <a:pt x="51668" y="8206"/>
                </a:lnTo>
                <a:lnTo>
                  <a:pt x="47432" y="10350"/>
                </a:lnTo>
                <a:lnTo>
                  <a:pt x="43299" y="12720"/>
                </a:lnTo>
                <a:lnTo>
                  <a:pt x="39270" y="15315"/>
                </a:lnTo>
                <a:lnTo>
                  <a:pt x="35381" y="18113"/>
                </a:lnTo>
                <a:lnTo>
                  <a:pt x="31671" y="21089"/>
                </a:lnTo>
                <a:lnTo>
                  <a:pt x="28140" y="24244"/>
                </a:lnTo>
                <a:lnTo>
                  <a:pt x="24787" y="27578"/>
                </a:lnTo>
                <a:lnTo>
                  <a:pt x="21613" y="31091"/>
                </a:lnTo>
                <a:lnTo>
                  <a:pt x="18618" y="34781"/>
                </a:lnTo>
                <a:lnTo>
                  <a:pt x="15801" y="38651"/>
                </a:lnTo>
                <a:lnTo>
                  <a:pt x="13164" y="42700"/>
                </a:lnTo>
                <a:lnTo>
                  <a:pt x="10704" y="46927"/>
                </a:lnTo>
                <a:lnTo>
                  <a:pt x="8466" y="51276"/>
                </a:lnTo>
                <a:lnTo>
                  <a:pt x="6491" y="55692"/>
                </a:lnTo>
                <a:lnTo>
                  <a:pt x="4780" y="60172"/>
                </a:lnTo>
                <a:lnTo>
                  <a:pt x="3332" y="64720"/>
                </a:lnTo>
                <a:lnTo>
                  <a:pt x="2147" y="69332"/>
                </a:lnTo>
                <a:lnTo>
                  <a:pt x="1225" y="74010"/>
                </a:lnTo>
                <a:lnTo>
                  <a:pt x="567" y="78755"/>
                </a:lnTo>
                <a:lnTo>
                  <a:pt x="171" y="83565"/>
                </a:lnTo>
                <a:lnTo>
                  <a:pt x="40" y="88442"/>
                </a:lnTo>
                <a:lnTo>
                  <a:pt x="40" y="136430"/>
                </a:lnTo>
                <a:lnTo>
                  <a:pt x="144" y="140060"/>
                </a:lnTo>
                <a:lnTo>
                  <a:pt x="454" y="143503"/>
                </a:lnTo>
                <a:lnTo>
                  <a:pt x="972" y="146756"/>
                </a:lnTo>
                <a:lnTo>
                  <a:pt x="1695" y="149822"/>
                </a:lnTo>
                <a:lnTo>
                  <a:pt x="2626" y="152699"/>
                </a:lnTo>
                <a:lnTo>
                  <a:pt x="3764" y="155389"/>
                </a:lnTo>
                <a:lnTo>
                  <a:pt x="5109" y="157890"/>
                </a:lnTo>
                <a:lnTo>
                  <a:pt x="6661" y="160204"/>
                </a:lnTo>
                <a:lnTo>
                  <a:pt x="8419" y="162329"/>
                </a:lnTo>
                <a:lnTo>
                  <a:pt x="10328" y="164248"/>
                </a:lnTo>
                <a:lnTo>
                  <a:pt x="12331" y="165941"/>
                </a:lnTo>
                <a:lnTo>
                  <a:pt x="14428" y="167408"/>
                </a:lnTo>
                <a:lnTo>
                  <a:pt x="16619" y="168649"/>
                </a:lnTo>
                <a:lnTo>
                  <a:pt x="18904" y="169664"/>
                </a:lnTo>
                <a:lnTo>
                  <a:pt x="21284" y="170455"/>
                </a:lnTo>
                <a:lnTo>
                  <a:pt x="23757" y="171019"/>
                </a:lnTo>
                <a:lnTo>
                  <a:pt x="26324" y="171358"/>
                </a:lnTo>
                <a:lnTo>
                  <a:pt x="28986" y="171470"/>
                </a:lnTo>
                <a:lnTo>
                  <a:pt x="83069" y="171470"/>
                </a:lnTo>
                <a:lnTo>
                  <a:pt x="87945" y="171339"/>
                </a:lnTo>
                <a:lnTo>
                  <a:pt x="92755" y="170943"/>
                </a:lnTo>
                <a:lnTo>
                  <a:pt x="97500" y="170285"/>
                </a:lnTo>
                <a:lnTo>
                  <a:pt x="102178" y="169363"/>
                </a:lnTo>
                <a:lnTo>
                  <a:pt x="106790" y="168178"/>
                </a:lnTo>
                <a:lnTo>
                  <a:pt x="111338" y="166730"/>
                </a:lnTo>
                <a:lnTo>
                  <a:pt x="115819" y="165019"/>
                </a:lnTo>
                <a:lnTo>
                  <a:pt x="120234" y="163044"/>
                </a:lnTo>
                <a:lnTo>
                  <a:pt x="124583" y="160806"/>
                </a:lnTo>
                <a:lnTo>
                  <a:pt x="128810" y="158346"/>
                </a:lnTo>
                <a:lnTo>
                  <a:pt x="132859" y="155709"/>
                </a:lnTo>
                <a:lnTo>
                  <a:pt x="136729" y="152892"/>
                </a:lnTo>
                <a:lnTo>
                  <a:pt x="140419" y="149897"/>
                </a:lnTo>
                <a:lnTo>
                  <a:pt x="143932" y="146723"/>
                </a:lnTo>
                <a:lnTo>
                  <a:pt x="147266" y="143370"/>
                </a:lnTo>
                <a:lnTo>
                  <a:pt x="150421" y="139839"/>
                </a:lnTo>
                <a:lnTo>
                  <a:pt x="153397" y="136129"/>
                </a:lnTo>
                <a:lnTo>
                  <a:pt x="156196" y="132240"/>
                </a:lnTo>
                <a:lnTo>
                  <a:pt x="158791" y="128211"/>
                </a:lnTo>
                <a:lnTo>
                  <a:pt x="161161" y="124078"/>
                </a:lnTo>
                <a:lnTo>
                  <a:pt x="163305" y="119842"/>
                </a:lnTo>
                <a:lnTo>
                  <a:pt x="165224" y="115501"/>
                </a:lnTo>
                <a:lnTo>
                  <a:pt x="166916" y="111058"/>
                </a:lnTo>
                <a:lnTo>
                  <a:pt x="168383" y="106511"/>
                </a:lnTo>
                <a:lnTo>
                  <a:pt x="169624" y="101861"/>
                </a:lnTo>
                <a:lnTo>
                  <a:pt x="170640" y="97107"/>
                </a:lnTo>
                <a:lnTo>
                  <a:pt x="171430" y="92250"/>
                </a:lnTo>
                <a:close/>
                <a:moveTo>
                  <a:pt x="132581" y="38929"/>
                </a:moveTo>
                <a:lnTo>
                  <a:pt x="134881" y="41177"/>
                </a:lnTo>
                <a:lnTo>
                  <a:pt x="137039" y="43518"/>
                </a:lnTo>
                <a:lnTo>
                  <a:pt x="139056" y="45953"/>
                </a:lnTo>
                <a:lnTo>
                  <a:pt x="140933" y="48483"/>
                </a:lnTo>
                <a:lnTo>
                  <a:pt x="142667" y="51107"/>
                </a:lnTo>
                <a:lnTo>
                  <a:pt x="144262" y="53825"/>
                </a:lnTo>
                <a:lnTo>
                  <a:pt x="145714" y="56637"/>
                </a:lnTo>
                <a:lnTo>
                  <a:pt x="147026" y="59543"/>
                </a:lnTo>
                <a:lnTo>
                  <a:pt x="148198" y="62542"/>
                </a:lnTo>
                <a:lnTo>
                  <a:pt x="149227" y="65599"/>
                </a:lnTo>
                <a:lnTo>
                  <a:pt x="150116" y="68673"/>
                </a:lnTo>
                <a:lnTo>
                  <a:pt x="150864" y="71768"/>
                </a:lnTo>
                <a:lnTo>
                  <a:pt x="151469" y="74881"/>
                </a:lnTo>
                <a:lnTo>
                  <a:pt x="151935" y="78012"/>
                </a:lnTo>
                <a:lnTo>
                  <a:pt x="152260" y="81163"/>
                </a:lnTo>
                <a:lnTo>
                  <a:pt x="152443" y="84331"/>
                </a:lnTo>
                <a:lnTo>
                  <a:pt x="152486" y="87520"/>
                </a:lnTo>
                <a:lnTo>
                  <a:pt x="152387" y="90727"/>
                </a:lnTo>
                <a:lnTo>
                  <a:pt x="151785" y="94578"/>
                </a:lnTo>
                <a:lnTo>
                  <a:pt x="150995" y="98344"/>
                </a:lnTo>
                <a:lnTo>
                  <a:pt x="150017" y="102025"/>
                </a:lnTo>
                <a:lnTo>
                  <a:pt x="148851" y="105623"/>
                </a:lnTo>
                <a:lnTo>
                  <a:pt x="147497" y="109135"/>
                </a:lnTo>
                <a:lnTo>
                  <a:pt x="145954" y="112563"/>
                </a:lnTo>
                <a:lnTo>
                  <a:pt x="144224" y="115906"/>
                </a:lnTo>
                <a:lnTo>
                  <a:pt x="142305" y="119164"/>
                </a:lnTo>
                <a:lnTo>
                  <a:pt x="140198" y="122338"/>
                </a:lnTo>
                <a:lnTo>
                  <a:pt x="137937" y="125395"/>
                </a:lnTo>
                <a:lnTo>
                  <a:pt x="135553" y="128301"/>
                </a:lnTo>
                <a:lnTo>
                  <a:pt x="133047" y="131055"/>
                </a:lnTo>
                <a:lnTo>
                  <a:pt x="130418" y="133661"/>
                </a:lnTo>
                <a:lnTo>
                  <a:pt x="127668" y="136115"/>
                </a:lnTo>
                <a:lnTo>
                  <a:pt x="124795" y="138419"/>
                </a:lnTo>
                <a:lnTo>
                  <a:pt x="121800" y="140573"/>
                </a:lnTo>
                <a:lnTo>
                  <a:pt x="118682" y="142576"/>
                </a:lnTo>
                <a:lnTo>
                  <a:pt x="115443" y="144429"/>
                </a:lnTo>
                <a:lnTo>
                  <a:pt x="112109" y="146107"/>
                </a:lnTo>
                <a:lnTo>
                  <a:pt x="108709" y="147588"/>
                </a:lnTo>
                <a:lnTo>
                  <a:pt x="105244" y="148872"/>
                </a:lnTo>
                <a:lnTo>
                  <a:pt x="101713" y="149958"/>
                </a:lnTo>
                <a:lnTo>
                  <a:pt x="98115" y="150846"/>
                </a:lnTo>
                <a:lnTo>
                  <a:pt x="94453" y="151538"/>
                </a:lnTo>
                <a:lnTo>
                  <a:pt x="90724" y="152031"/>
                </a:lnTo>
                <a:lnTo>
                  <a:pt x="86929" y="152328"/>
                </a:lnTo>
                <a:lnTo>
                  <a:pt x="83069" y="152427"/>
                </a:lnTo>
                <a:lnTo>
                  <a:pt x="28986" y="152427"/>
                </a:lnTo>
                <a:lnTo>
                  <a:pt x="27679" y="152342"/>
                </a:lnTo>
                <a:lnTo>
                  <a:pt x="26465" y="152089"/>
                </a:lnTo>
                <a:lnTo>
                  <a:pt x="25347" y="151665"/>
                </a:lnTo>
                <a:lnTo>
                  <a:pt x="24321" y="151072"/>
                </a:lnTo>
                <a:lnTo>
                  <a:pt x="23391" y="150311"/>
                </a:lnTo>
                <a:lnTo>
                  <a:pt x="22553" y="149380"/>
                </a:lnTo>
                <a:lnTo>
                  <a:pt x="21810" y="148279"/>
                </a:lnTo>
                <a:lnTo>
                  <a:pt x="21162" y="147010"/>
                </a:lnTo>
                <a:lnTo>
                  <a:pt x="20607" y="145572"/>
                </a:lnTo>
                <a:lnTo>
                  <a:pt x="20287" y="144706"/>
                </a:lnTo>
                <a:lnTo>
                  <a:pt x="20005" y="143803"/>
                </a:lnTo>
                <a:lnTo>
                  <a:pt x="19761" y="142863"/>
                </a:lnTo>
                <a:lnTo>
                  <a:pt x="19554" y="141884"/>
                </a:lnTo>
                <a:lnTo>
                  <a:pt x="19384" y="140869"/>
                </a:lnTo>
                <a:lnTo>
                  <a:pt x="19253" y="139816"/>
                </a:lnTo>
                <a:lnTo>
                  <a:pt x="19159" y="138725"/>
                </a:lnTo>
                <a:lnTo>
                  <a:pt x="19102" y="137596"/>
                </a:lnTo>
                <a:lnTo>
                  <a:pt x="19083" y="136430"/>
                </a:lnTo>
                <a:lnTo>
                  <a:pt x="19083" y="88442"/>
                </a:lnTo>
                <a:lnTo>
                  <a:pt x="19182" y="84581"/>
                </a:lnTo>
                <a:lnTo>
                  <a:pt x="19479" y="80786"/>
                </a:lnTo>
                <a:lnTo>
                  <a:pt x="19972" y="77057"/>
                </a:lnTo>
                <a:lnTo>
                  <a:pt x="20664" y="73395"/>
                </a:lnTo>
                <a:lnTo>
                  <a:pt x="21552" y="69797"/>
                </a:lnTo>
                <a:lnTo>
                  <a:pt x="22638" y="66266"/>
                </a:lnTo>
                <a:lnTo>
                  <a:pt x="23922" y="62801"/>
                </a:lnTo>
                <a:lnTo>
                  <a:pt x="25403" y="59402"/>
                </a:lnTo>
                <a:lnTo>
                  <a:pt x="27081" y="56068"/>
                </a:lnTo>
                <a:lnTo>
                  <a:pt x="28934" y="52828"/>
                </a:lnTo>
                <a:lnTo>
                  <a:pt x="30937" y="49710"/>
                </a:lnTo>
                <a:lnTo>
                  <a:pt x="33091" y="46715"/>
                </a:lnTo>
                <a:lnTo>
                  <a:pt x="35395" y="43843"/>
                </a:lnTo>
                <a:lnTo>
                  <a:pt x="37849" y="41092"/>
                </a:lnTo>
                <a:lnTo>
                  <a:pt x="40455" y="38463"/>
                </a:lnTo>
                <a:lnTo>
                  <a:pt x="43209" y="35957"/>
                </a:lnTo>
                <a:lnTo>
                  <a:pt x="46115" y="33573"/>
                </a:lnTo>
                <a:lnTo>
                  <a:pt x="49172" y="31312"/>
                </a:lnTo>
                <a:lnTo>
                  <a:pt x="52346" y="29205"/>
                </a:lnTo>
                <a:lnTo>
                  <a:pt x="55604" y="27286"/>
                </a:lnTo>
                <a:lnTo>
                  <a:pt x="58947" y="25556"/>
                </a:lnTo>
                <a:lnTo>
                  <a:pt x="62375" y="24013"/>
                </a:lnTo>
                <a:lnTo>
                  <a:pt x="65887" y="22659"/>
                </a:lnTo>
                <a:lnTo>
                  <a:pt x="69485" y="21493"/>
                </a:lnTo>
                <a:lnTo>
                  <a:pt x="73166" y="20515"/>
                </a:lnTo>
                <a:lnTo>
                  <a:pt x="76932" y="19725"/>
                </a:lnTo>
                <a:lnTo>
                  <a:pt x="80783" y="19123"/>
                </a:lnTo>
                <a:lnTo>
                  <a:pt x="85354" y="19123"/>
                </a:lnTo>
                <a:lnTo>
                  <a:pt x="88382" y="19184"/>
                </a:lnTo>
                <a:lnTo>
                  <a:pt x="91372" y="19368"/>
                </a:lnTo>
                <a:lnTo>
                  <a:pt x="94326" y="19674"/>
                </a:lnTo>
                <a:lnTo>
                  <a:pt x="97241" y="20102"/>
                </a:lnTo>
                <a:lnTo>
                  <a:pt x="100118" y="20652"/>
                </a:lnTo>
                <a:lnTo>
                  <a:pt x="102959" y="21324"/>
                </a:lnTo>
                <a:lnTo>
                  <a:pt x="105761" y="22119"/>
                </a:lnTo>
                <a:lnTo>
                  <a:pt x="108526" y="23035"/>
                </a:lnTo>
                <a:lnTo>
                  <a:pt x="111253" y="24074"/>
                </a:lnTo>
                <a:lnTo>
                  <a:pt x="113924" y="25236"/>
                </a:lnTo>
                <a:lnTo>
                  <a:pt x="116519" y="26520"/>
                </a:lnTo>
                <a:lnTo>
                  <a:pt x="119040" y="27925"/>
                </a:lnTo>
                <a:lnTo>
                  <a:pt x="121485" y="29454"/>
                </a:lnTo>
                <a:lnTo>
                  <a:pt x="123855" y="31104"/>
                </a:lnTo>
                <a:lnTo>
                  <a:pt x="126149" y="32877"/>
                </a:lnTo>
                <a:lnTo>
                  <a:pt x="128368" y="34772"/>
                </a:lnTo>
                <a:lnTo>
                  <a:pt x="130513" y="36789"/>
                </a:lnTo>
                <a:lnTo>
                  <a:pt x="132581" y="38929"/>
                </a:lnTo>
                <a:close/>
              </a:path>
            </a:pathLst>
          </a:custGeom>
          <a:solidFill>
            <a:srgbClr val="C77E8C"/>
          </a:solidFill>
          <a:ln w="0">
            <a:noFill/>
          </a:ln>
        </p:spPr>
      </p:sp>
      <p:sp>
        <p:nvSpPr>
          <p:cNvPr id="35" name="手繪多邊形: 圖案 34">
            <a:extLst>
              <a:ext uri="{FF2B5EF4-FFF2-40B4-BE49-F238E27FC236}">
                <a16:creationId xmlns:a16="http://schemas.microsoft.com/office/drawing/2014/main" id="{5CC13D32-1959-47DD-8751-8A13657DB3EB}"/>
              </a:ext>
            </a:extLst>
          </p:cNvPr>
          <p:cNvSpPr>
            <a:spLocks noGrp="1"/>
          </p:cNvSpPr>
          <p:nvPr/>
        </p:nvSpPr>
        <p:spPr>
          <a:xfrm>
            <a:off x="7667625" y="3162300"/>
            <a:ext cx="590550" cy="59055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79248" y="146304"/>
                </a:moveTo>
                <a:lnTo>
                  <a:pt x="78608" y="146991"/>
                </a:lnTo>
                <a:lnTo>
                  <a:pt x="78044" y="147697"/>
                </a:lnTo>
                <a:lnTo>
                  <a:pt x="77554" y="148420"/>
                </a:lnTo>
                <a:lnTo>
                  <a:pt x="77141" y="149163"/>
                </a:lnTo>
                <a:lnTo>
                  <a:pt x="76802" y="149925"/>
                </a:lnTo>
                <a:lnTo>
                  <a:pt x="76539" y="150706"/>
                </a:lnTo>
                <a:lnTo>
                  <a:pt x="76350" y="151507"/>
                </a:lnTo>
                <a:lnTo>
                  <a:pt x="76238" y="152325"/>
                </a:lnTo>
                <a:lnTo>
                  <a:pt x="76200" y="153162"/>
                </a:lnTo>
                <a:lnTo>
                  <a:pt x="76238" y="153999"/>
                </a:lnTo>
                <a:lnTo>
                  <a:pt x="76350" y="154817"/>
                </a:lnTo>
                <a:lnTo>
                  <a:pt x="76539" y="155618"/>
                </a:lnTo>
                <a:lnTo>
                  <a:pt x="76802" y="156399"/>
                </a:lnTo>
                <a:lnTo>
                  <a:pt x="77141" y="157161"/>
                </a:lnTo>
                <a:lnTo>
                  <a:pt x="77554" y="157904"/>
                </a:lnTo>
                <a:lnTo>
                  <a:pt x="78044" y="158627"/>
                </a:lnTo>
                <a:lnTo>
                  <a:pt x="78608" y="159333"/>
                </a:lnTo>
                <a:lnTo>
                  <a:pt x="79248" y="160020"/>
                </a:lnTo>
                <a:lnTo>
                  <a:pt x="98298" y="179070"/>
                </a:lnTo>
                <a:lnTo>
                  <a:pt x="98938" y="179757"/>
                </a:lnTo>
                <a:lnTo>
                  <a:pt x="99502" y="180463"/>
                </a:lnTo>
                <a:lnTo>
                  <a:pt x="99992" y="181186"/>
                </a:lnTo>
                <a:lnTo>
                  <a:pt x="100405" y="181929"/>
                </a:lnTo>
                <a:lnTo>
                  <a:pt x="100744" y="182691"/>
                </a:lnTo>
                <a:lnTo>
                  <a:pt x="101007" y="183472"/>
                </a:lnTo>
                <a:lnTo>
                  <a:pt x="101196" y="184273"/>
                </a:lnTo>
                <a:lnTo>
                  <a:pt x="101308" y="185091"/>
                </a:lnTo>
                <a:lnTo>
                  <a:pt x="101346" y="185928"/>
                </a:lnTo>
                <a:lnTo>
                  <a:pt x="101308" y="186760"/>
                </a:lnTo>
                <a:lnTo>
                  <a:pt x="101196" y="187565"/>
                </a:lnTo>
                <a:lnTo>
                  <a:pt x="101007" y="188341"/>
                </a:lnTo>
                <a:lnTo>
                  <a:pt x="100744" y="189089"/>
                </a:lnTo>
                <a:lnTo>
                  <a:pt x="100405" y="189808"/>
                </a:lnTo>
                <a:lnTo>
                  <a:pt x="99992" y="190500"/>
                </a:lnTo>
                <a:lnTo>
                  <a:pt x="99502" y="191163"/>
                </a:lnTo>
                <a:lnTo>
                  <a:pt x="98938" y="191798"/>
                </a:lnTo>
                <a:lnTo>
                  <a:pt x="98298" y="192405"/>
                </a:lnTo>
                <a:lnTo>
                  <a:pt x="97611" y="192965"/>
                </a:lnTo>
                <a:lnTo>
                  <a:pt x="96905" y="193458"/>
                </a:lnTo>
                <a:lnTo>
                  <a:pt x="96182" y="193887"/>
                </a:lnTo>
                <a:lnTo>
                  <a:pt x="95439" y="194249"/>
                </a:lnTo>
                <a:lnTo>
                  <a:pt x="94677" y="194545"/>
                </a:lnTo>
                <a:lnTo>
                  <a:pt x="93896" y="194776"/>
                </a:lnTo>
                <a:lnTo>
                  <a:pt x="93095" y="194941"/>
                </a:lnTo>
                <a:lnTo>
                  <a:pt x="92277" y="195039"/>
                </a:lnTo>
                <a:lnTo>
                  <a:pt x="91440" y="195072"/>
                </a:lnTo>
                <a:lnTo>
                  <a:pt x="90603" y="195043"/>
                </a:lnTo>
                <a:lnTo>
                  <a:pt x="89785" y="194959"/>
                </a:lnTo>
                <a:lnTo>
                  <a:pt x="88984" y="194818"/>
                </a:lnTo>
                <a:lnTo>
                  <a:pt x="88203" y="194621"/>
                </a:lnTo>
                <a:lnTo>
                  <a:pt x="87441" y="194366"/>
                </a:lnTo>
                <a:lnTo>
                  <a:pt x="86698" y="194056"/>
                </a:lnTo>
                <a:lnTo>
                  <a:pt x="85975" y="193689"/>
                </a:lnTo>
                <a:lnTo>
                  <a:pt x="85269" y="193266"/>
                </a:lnTo>
                <a:lnTo>
                  <a:pt x="84582" y="192786"/>
                </a:lnTo>
                <a:lnTo>
                  <a:pt x="65532" y="172974"/>
                </a:lnTo>
                <a:lnTo>
                  <a:pt x="63773" y="171069"/>
                </a:lnTo>
                <a:lnTo>
                  <a:pt x="62220" y="169079"/>
                </a:lnTo>
                <a:lnTo>
                  <a:pt x="60875" y="167005"/>
                </a:lnTo>
                <a:lnTo>
                  <a:pt x="59737" y="164846"/>
                </a:lnTo>
                <a:lnTo>
                  <a:pt x="58805" y="162602"/>
                </a:lnTo>
                <a:lnTo>
                  <a:pt x="58082" y="160274"/>
                </a:lnTo>
                <a:lnTo>
                  <a:pt x="57564" y="157861"/>
                </a:lnTo>
                <a:lnTo>
                  <a:pt x="57254" y="155363"/>
                </a:lnTo>
                <a:lnTo>
                  <a:pt x="57150" y="152781"/>
                </a:lnTo>
                <a:lnTo>
                  <a:pt x="57254" y="150199"/>
                </a:lnTo>
                <a:lnTo>
                  <a:pt x="57564" y="147701"/>
                </a:lnTo>
                <a:lnTo>
                  <a:pt x="58082" y="145288"/>
                </a:lnTo>
                <a:lnTo>
                  <a:pt x="58805" y="142960"/>
                </a:lnTo>
                <a:lnTo>
                  <a:pt x="59737" y="140716"/>
                </a:lnTo>
                <a:lnTo>
                  <a:pt x="60875" y="138557"/>
                </a:lnTo>
                <a:lnTo>
                  <a:pt x="62220" y="136483"/>
                </a:lnTo>
                <a:lnTo>
                  <a:pt x="63773" y="134493"/>
                </a:lnTo>
                <a:lnTo>
                  <a:pt x="65532" y="132588"/>
                </a:lnTo>
                <a:lnTo>
                  <a:pt x="85344" y="113538"/>
                </a:lnTo>
                <a:lnTo>
                  <a:pt x="85875" y="112898"/>
                </a:lnTo>
                <a:lnTo>
                  <a:pt x="86454" y="112334"/>
                </a:lnTo>
                <a:lnTo>
                  <a:pt x="87079" y="111844"/>
                </a:lnTo>
                <a:lnTo>
                  <a:pt x="87752" y="111431"/>
                </a:lnTo>
                <a:lnTo>
                  <a:pt x="88472" y="111092"/>
                </a:lnTo>
                <a:lnTo>
                  <a:pt x="89239" y="110829"/>
                </a:lnTo>
                <a:lnTo>
                  <a:pt x="90052" y="110640"/>
                </a:lnTo>
                <a:lnTo>
                  <a:pt x="90913" y="110528"/>
                </a:lnTo>
                <a:lnTo>
                  <a:pt x="91821" y="110490"/>
                </a:lnTo>
                <a:lnTo>
                  <a:pt x="92733" y="110523"/>
                </a:lnTo>
                <a:lnTo>
                  <a:pt x="93609" y="110621"/>
                </a:lnTo>
                <a:lnTo>
                  <a:pt x="94446" y="110786"/>
                </a:lnTo>
                <a:lnTo>
                  <a:pt x="95245" y="111017"/>
                </a:lnTo>
                <a:lnTo>
                  <a:pt x="96007" y="111313"/>
                </a:lnTo>
                <a:lnTo>
                  <a:pt x="96732" y="111675"/>
                </a:lnTo>
                <a:lnTo>
                  <a:pt x="97419" y="112104"/>
                </a:lnTo>
                <a:lnTo>
                  <a:pt x="98067" y="112597"/>
                </a:lnTo>
                <a:lnTo>
                  <a:pt x="98679" y="113157"/>
                </a:lnTo>
                <a:lnTo>
                  <a:pt x="99239" y="113769"/>
                </a:lnTo>
                <a:lnTo>
                  <a:pt x="99732" y="114417"/>
                </a:lnTo>
                <a:lnTo>
                  <a:pt x="100161" y="115104"/>
                </a:lnTo>
                <a:lnTo>
                  <a:pt x="100523" y="115829"/>
                </a:lnTo>
                <a:lnTo>
                  <a:pt x="100819" y="116591"/>
                </a:lnTo>
                <a:lnTo>
                  <a:pt x="101050" y="117390"/>
                </a:lnTo>
                <a:lnTo>
                  <a:pt x="101215" y="118227"/>
                </a:lnTo>
                <a:lnTo>
                  <a:pt x="101313" y="119103"/>
                </a:lnTo>
                <a:lnTo>
                  <a:pt x="101346" y="120015"/>
                </a:lnTo>
                <a:lnTo>
                  <a:pt x="101308" y="120923"/>
                </a:lnTo>
                <a:lnTo>
                  <a:pt x="101196" y="121784"/>
                </a:lnTo>
                <a:lnTo>
                  <a:pt x="101007" y="122597"/>
                </a:lnTo>
                <a:lnTo>
                  <a:pt x="100744" y="123364"/>
                </a:lnTo>
                <a:lnTo>
                  <a:pt x="100405" y="124084"/>
                </a:lnTo>
                <a:lnTo>
                  <a:pt x="99992" y="124757"/>
                </a:lnTo>
                <a:lnTo>
                  <a:pt x="99502" y="125382"/>
                </a:lnTo>
                <a:lnTo>
                  <a:pt x="98938" y="125961"/>
                </a:lnTo>
                <a:lnTo>
                  <a:pt x="98298" y="126492"/>
                </a:lnTo>
                <a:close/>
                <a:moveTo>
                  <a:pt x="143256" y="113538"/>
                </a:moveTo>
                <a:lnTo>
                  <a:pt x="142725" y="112898"/>
                </a:lnTo>
                <a:lnTo>
                  <a:pt x="142146" y="112334"/>
                </a:lnTo>
                <a:lnTo>
                  <a:pt x="141521" y="111844"/>
                </a:lnTo>
                <a:lnTo>
                  <a:pt x="140848" y="111431"/>
                </a:lnTo>
                <a:lnTo>
                  <a:pt x="140128" y="111092"/>
                </a:lnTo>
                <a:lnTo>
                  <a:pt x="139361" y="110829"/>
                </a:lnTo>
                <a:lnTo>
                  <a:pt x="138548" y="110640"/>
                </a:lnTo>
                <a:lnTo>
                  <a:pt x="137687" y="110528"/>
                </a:lnTo>
                <a:lnTo>
                  <a:pt x="136779" y="110490"/>
                </a:lnTo>
                <a:lnTo>
                  <a:pt x="135867" y="110523"/>
                </a:lnTo>
                <a:lnTo>
                  <a:pt x="134991" y="110621"/>
                </a:lnTo>
                <a:lnTo>
                  <a:pt x="134154" y="110786"/>
                </a:lnTo>
                <a:lnTo>
                  <a:pt x="133355" y="111017"/>
                </a:lnTo>
                <a:lnTo>
                  <a:pt x="132593" y="111313"/>
                </a:lnTo>
                <a:lnTo>
                  <a:pt x="131868" y="111675"/>
                </a:lnTo>
                <a:lnTo>
                  <a:pt x="131181" y="112104"/>
                </a:lnTo>
                <a:lnTo>
                  <a:pt x="130533" y="112597"/>
                </a:lnTo>
                <a:lnTo>
                  <a:pt x="129921" y="113157"/>
                </a:lnTo>
                <a:lnTo>
                  <a:pt x="129361" y="113769"/>
                </a:lnTo>
                <a:lnTo>
                  <a:pt x="128868" y="114417"/>
                </a:lnTo>
                <a:lnTo>
                  <a:pt x="128439" y="115104"/>
                </a:lnTo>
                <a:lnTo>
                  <a:pt x="128077" y="115829"/>
                </a:lnTo>
                <a:lnTo>
                  <a:pt x="127781" y="116591"/>
                </a:lnTo>
                <a:lnTo>
                  <a:pt x="127550" y="117390"/>
                </a:lnTo>
                <a:lnTo>
                  <a:pt x="127385" y="118227"/>
                </a:lnTo>
                <a:lnTo>
                  <a:pt x="127287" y="119103"/>
                </a:lnTo>
                <a:lnTo>
                  <a:pt x="127254" y="120015"/>
                </a:lnTo>
                <a:lnTo>
                  <a:pt x="127292" y="120923"/>
                </a:lnTo>
                <a:lnTo>
                  <a:pt x="127404" y="121784"/>
                </a:lnTo>
                <a:lnTo>
                  <a:pt x="127593" y="122597"/>
                </a:lnTo>
                <a:lnTo>
                  <a:pt x="127856" y="123364"/>
                </a:lnTo>
                <a:lnTo>
                  <a:pt x="128195" y="124084"/>
                </a:lnTo>
                <a:lnTo>
                  <a:pt x="128608" y="124757"/>
                </a:lnTo>
                <a:lnTo>
                  <a:pt x="129098" y="125382"/>
                </a:lnTo>
                <a:lnTo>
                  <a:pt x="129662" y="125961"/>
                </a:lnTo>
                <a:lnTo>
                  <a:pt x="130302" y="126492"/>
                </a:lnTo>
                <a:lnTo>
                  <a:pt x="149352" y="146304"/>
                </a:lnTo>
                <a:lnTo>
                  <a:pt x="149992" y="146991"/>
                </a:lnTo>
                <a:lnTo>
                  <a:pt x="150556" y="147697"/>
                </a:lnTo>
                <a:lnTo>
                  <a:pt x="151046" y="148420"/>
                </a:lnTo>
                <a:lnTo>
                  <a:pt x="151459" y="149163"/>
                </a:lnTo>
                <a:lnTo>
                  <a:pt x="151798" y="149925"/>
                </a:lnTo>
                <a:lnTo>
                  <a:pt x="152061" y="150706"/>
                </a:lnTo>
                <a:lnTo>
                  <a:pt x="152250" y="151507"/>
                </a:lnTo>
                <a:lnTo>
                  <a:pt x="152362" y="152325"/>
                </a:lnTo>
                <a:lnTo>
                  <a:pt x="152400" y="153162"/>
                </a:lnTo>
                <a:lnTo>
                  <a:pt x="152362" y="153999"/>
                </a:lnTo>
                <a:lnTo>
                  <a:pt x="152250" y="154817"/>
                </a:lnTo>
                <a:lnTo>
                  <a:pt x="152061" y="155618"/>
                </a:lnTo>
                <a:lnTo>
                  <a:pt x="151798" y="156399"/>
                </a:lnTo>
                <a:lnTo>
                  <a:pt x="151459" y="157161"/>
                </a:lnTo>
                <a:lnTo>
                  <a:pt x="151046" y="157904"/>
                </a:lnTo>
                <a:lnTo>
                  <a:pt x="150556" y="158627"/>
                </a:lnTo>
                <a:lnTo>
                  <a:pt x="149992" y="159333"/>
                </a:lnTo>
                <a:lnTo>
                  <a:pt x="149352" y="160020"/>
                </a:lnTo>
                <a:lnTo>
                  <a:pt x="130302" y="179070"/>
                </a:lnTo>
                <a:lnTo>
                  <a:pt x="129662" y="179757"/>
                </a:lnTo>
                <a:lnTo>
                  <a:pt x="129098" y="180463"/>
                </a:lnTo>
                <a:lnTo>
                  <a:pt x="128608" y="181186"/>
                </a:lnTo>
                <a:lnTo>
                  <a:pt x="128195" y="181929"/>
                </a:lnTo>
                <a:lnTo>
                  <a:pt x="127856" y="182691"/>
                </a:lnTo>
                <a:lnTo>
                  <a:pt x="127593" y="183472"/>
                </a:lnTo>
                <a:lnTo>
                  <a:pt x="127404" y="184273"/>
                </a:lnTo>
                <a:lnTo>
                  <a:pt x="127292" y="185091"/>
                </a:lnTo>
                <a:lnTo>
                  <a:pt x="127254" y="185928"/>
                </a:lnTo>
                <a:lnTo>
                  <a:pt x="127292" y="186760"/>
                </a:lnTo>
                <a:lnTo>
                  <a:pt x="127404" y="187565"/>
                </a:lnTo>
                <a:lnTo>
                  <a:pt x="127593" y="188341"/>
                </a:lnTo>
                <a:lnTo>
                  <a:pt x="127856" y="189089"/>
                </a:lnTo>
                <a:lnTo>
                  <a:pt x="128195" y="189808"/>
                </a:lnTo>
                <a:lnTo>
                  <a:pt x="128608" y="190500"/>
                </a:lnTo>
                <a:lnTo>
                  <a:pt x="129098" y="191163"/>
                </a:lnTo>
                <a:lnTo>
                  <a:pt x="129662" y="191798"/>
                </a:lnTo>
                <a:lnTo>
                  <a:pt x="130302" y="192405"/>
                </a:lnTo>
                <a:lnTo>
                  <a:pt x="130989" y="192965"/>
                </a:lnTo>
                <a:lnTo>
                  <a:pt x="131695" y="193458"/>
                </a:lnTo>
                <a:lnTo>
                  <a:pt x="132418" y="193887"/>
                </a:lnTo>
                <a:lnTo>
                  <a:pt x="133161" y="194249"/>
                </a:lnTo>
                <a:lnTo>
                  <a:pt x="133923" y="194545"/>
                </a:lnTo>
                <a:lnTo>
                  <a:pt x="134704" y="194776"/>
                </a:lnTo>
                <a:lnTo>
                  <a:pt x="135505" y="194941"/>
                </a:lnTo>
                <a:lnTo>
                  <a:pt x="136323" y="195039"/>
                </a:lnTo>
                <a:lnTo>
                  <a:pt x="137160" y="195072"/>
                </a:lnTo>
                <a:lnTo>
                  <a:pt x="137997" y="195043"/>
                </a:lnTo>
                <a:lnTo>
                  <a:pt x="138815" y="194959"/>
                </a:lnTo>
                <a:lnTo>
                  <a:pt x="139616" y="194818"/>
                </a:lnTo>
                <a:lnTo>
                  <a:pt x="140397" y="194621"/>
                </a:lnTo>
                <a:lnTo>
                  <a:pt x="141159" y="194366"/>
                </a:lnTo>
                <a:lnTo>
                  <a:pt x="141902" y="194056"/>
                </a:lnTo>
                <a:lnTo>
                  <a:pt x="142625" y="193689"/>
                </a:lnTo>
                <a:lnTo>
                  <a:pt x="143331" y="193266"/>
                </a:lnTo>
                <a:lnTo>
                  <a:pt x="144018" y="192786"/>
                </a:lnTo>
                <a:lnTo>
                  <a:pt x="163068" y="172974"/>
                </a:lnTo>
                <a:lnTo>
                  <a:pt x="164827" y="171069"/>
                </a:lnTo>
                <a:lnTo>
                  <a:pt x="166380" y="169079"/>
                </a:lnTo>
                <a:lnTo>
                  <a:pt x="167725" y="167005"/>
                </a:lnTo>
                <a:lnTo>
                  <a:pt x="168863" y="164846"/>
                </a:lnTo>
                <a:lnTo>
                  <a:pt x="169795" y="162602"/>
                </a:lnTo>
                <a:lnTo>
                  <a:pt x="170518" y="160274"/>
                </a:lnTo>
                <a:lnTo>
                  <a:pt x="171036" y="157861"/>
                </a:lnTo>
                <a:lnTo>
                  <a:pt x="171346" y="155363"/>
                </a:lnTo>
                <a:lnTo>
                  <a:pt x="171450" y="152781"/>
                </a:lnTo>
                <a:lnTo>
                  <a:pt x="171346" y="150199"/>
                </a:lnTo>
                <a:lnTo>
                  <a:pt x="171036" y="147701"/>
                </a:lnTo>
                <a:lnTo>
                  <a:pt x="170518" y="145288"/>
                </a:lnTo>
                <a:lnTo>
                  <a:pt x="169795" y="142960"/>
                </a:lnTo>
                <a:lnTo>
                  <a:pt x="168863" y="140716"/>
                </a:lnTo>
                <a:lnTo>
                  <a:pt x="167725" y="138557"/>
                </a:lnTo>
                <a:lnTo>
                  <a:pt x="166380" y="136483"/>
                </a:lnTo>
                <a:lnTo>
                  <a:pt x="164827" y="134493"/>
                </a:lnTo>
                <a:lnTo>
                  <a:pt x="163068" y="132588"/>
                </a:lnTo>
                <a:close/>
                <a:moveTo>
                  <a:pt x="209550" y="99822"/>
                </a:moveTo>
                <a:lnTo>
                  <a:pt x="209550" y="180594"/>
                </a:lnTo>
                <a:lnTo>
                  <a:pt x="209470" y="183450"/>
                </a:lnTo>
                <a:lnTo>
                  <a:pt x="209230" y="186258"/>
                </a:lnTo>
                <a:lnTo>
                  <a:pt x="208830" y="189018"/>
                </a:lnTo>
                <a:lnTo>
                  <a:pt x="208271" y="191733"/>
                </a:lnTo>
                <a:lnTo>
                  <a:pt x="207551" y="194400"/>
                </a:lnTo>
                <a:lnTo>
                  <a:pt x="206672" y="197019"/>
                </a:lnTo>
                <a:lnTo>
                  <a:pt x="205631" y="199593"/>
                </a:lnTo>
                <a:lnTo>
                  <a:pt x="204432" y="202119"/>
                </a:lnTo>
                <a:lnTo>
                  <a:pt x="203073" y="204597"/>
                </a:lnTo>
                <a:lnTo>
                  <a:pt x="201578" y="206996"/>
                </a:lnTo>
                <a:lnTo>
                  <a:pt x="199969" y="209282"/>
                </a:lnTo>
                <a:lnTo>
                  <a:pt x="198247" y="211455"/>
                </a:lnTo>
                <a:lnTo>
                  <a:pt x="196412" y="213515"/>
                </a:lnTo>
                <a:lnTo>
                  <a:pt x="194465" y="215462"/>
                </a:lnTo>
                <a:lnTo>
                  <a:pt x="192405" y="217297"/>
                </a:lnTo>
                <a:lnTo>
                  <a:pt x="190232" y="219019"/>
                </a:lnTo>
                <a:lnTo>
                  <a:pt x="187946" y="220628"/>
                </a:lnTo>
                <a:lnTo>
                  <a:pt x="185547" y="222123"/>
                </a:lnTo>
                <a:lnTo>
                  <a:pt x="183069" y="223482"/>
                </a:lnTo>
                <a:lnTo>
                  <a:pt x="180543" y="224681"/>
                </a:lnTo>
                <a:lnTo>
                  <a:pt x="177969" y="225722"/>
                </a:lnTo>
                <a:lnTo>
                  <a:pt x="175350" y="226601"/>
                </a:lnTo>
                <a:lnTo>
                  <a:pt x="172683" y="227321"/>
                </a:lnTo>
                <a:lnTo>
                  <a:pt x="169968" y="227880"/>
                </a:lnTo>
                <a:lnTo>
                  <a:pt x="167208" y="228280"/>
                </a:lnTo>
                <a:lnTo>
                  <a:pt x="164400" y="228520"/>
                </a:lnTo>
                <a:lnTo>
                  <a:pt x="161544" y="228600"/>
                </a:lnTo>
                <a:lnTo>
                  <a:pt x="67056" y="228600"/>
                </a:lnTo>
                <a:lnTo>
                  <a:pt x="64200" y="228520"/>
                </a:lnTo>
                <a:lnTo>
                  <a:pt x="61392" y="228280"/>
                </a:lnTo>
                <a:lnTo>
                  <a:pt x="58632" y="227880"/>
                </a:lnTo>
                <a:lnTo>
                  <a:pt x="55917" y="227321"/>
                </a:lnTo>
                <a:lnTo>
                  <a:pt x="53250" y="226601"/>
                </a:lnTo>
                <a:lnTo>
                  <a:pt x="50631" y="225722"/>
                </a:lnTo>
                <a:lnTo>
                  <a:pt x="48057" y="224681"/>
                </a:lnTo>
                <a:lnTo>
                  <a:pt x="45531" y="223482"/>
                </a:lnTo>
                <a:lnTo>
                  <a:pt x="43053" y="222123"/>
                </a:lnTo>
                <a:lnTo>
                  <a:pt x="40654" y="220628"/>
                </a:lnTo>
                <a:lnTo>
                  <a:pt x="38368" y="219019"/>
                </a:lnTo>
                <a:lnTo>
                  <a:pt x="36195" y="217297"/>
                </a:lnTo>
                <a:lnTo>
                  <a:pt x="34135" y="215462"/>
                </a:lnTo>
                <a:lnTo>
                  <a:pt x="32188" y="213515"/>
                </a:lnTo>
                <a:lnTo>
                  <a:pt x="30353" y="211455"/>
                </a:lnTo>
                <a:lnTo>
                  <a:pt x="28631" y="209282"/>
                </a:lnTo>
                <a:lnTo>
                  <a:pt x="27022" y="206996"/>
                </a:lnTo>
                <a:lnTo>
                  <a:pt x="25527" y="204597"/>
                </a:lnTo>
                <a:lnTo>
                  <a:pt x="24168" y="202119"/>
                </a:lnTo>
                <a:lnTo>
                  <a:pt x="22969" y="199593"/>
                </a:lnTo>
                <a:lnTo>
                  <a:pt x="21928" y="197019"/>
                </a:lnTo>
                <a:lnTo>
                  <a:pt x="21049" y="194400"/>
                </a:lnTo>
                <a:lnTo>
                  <a:pt x="20329" y="191733"/>
                </a:lnTo>
                <a:lnTo>
                  <a:pt x="19770" y="189018"/>
                </a:lnTo>
                <a:lnTo>
                  <a:pt x="19370" y="186258"/>
                </a:lnTo>
                <a:lnTo>
                  <a:pt x="19130" y="183450"/>
                </a:lnTo>
                <a:lnTo>
                  <a:pt x="19050" y="180594"/>
                </a:lnTo>
                <a:lnTo>
                  <a:pt x="19050" y="47244"/>
                </a:lnTo>
                <a:lnTo>
                  <a:pt x="19130" y="44548"/>
                </a:lnTo>
                <a:lnTo>
                  <a:pt x="19370" y="41881"/>
                </a:lnTo>
                <a:lnTo>
                  <a:pt x="19770" y="39243"/>
                </a:lnTo>
                <a:lnTo>
                  <a:pt x="20329" y="36632"/>
                </a:lnTo>
                <a:lnTo>
                  <a:pt x="21049" y="34050"/>
                </a:lnTo>
                <a:lnTo>
                  <a:pt x="21928" y="31496"/>
                </a:lnTo>
                <a:lnTo>
                  <a:pt x="22969" y="28970"/>
                </a:lnTo>
                <a:lnTo>
                  <a:pt x="24168" y="26473"/>
                </a:lnTo>
                <a:lnTo>
                  <a:pt x="25527" y="24003"/>
                </a:lnTo>
                <a:lnTo>
                  <a:pt x="27022" y="21604"/>
                </a:lnTo>
                <a:lnTo>
                  <a:pt x="28631" y="19318"/>
                </a:lnTo>
                <a:lnTo>
                  <a:pt x="30353" y="17145"/>
                </a:lnTo>
                <a:lnTo>
                  <a:pt x="32188" y="15085"/>
                </a:lnTo>
                <a:lnTo>
                  <a:pt x="34135" y="13138"/>
                </a:lnTo>
                <a:lnTo>
                  <a:pt x="36195" y="11303"/>
                </a:lnTo>
                <a:lnTo>
                  <a:pt x="38368" y="9581"/>
                </a:lnTo>
                <a:lnTo>
                  <a:pt x="40654" y="7972"/>
                </a:lnTo>
                <a:lnTo>
                  <a:pt x="43053" y="6477"/>
                </a:lnTo>
                <a:lnTo>
                  <a:pt x="45523" y="5118"/>
                </a:lnTo>
                <a:lnTo>
                  <a:pt x="48020" y="3919"/>
                </a:lnTo>
                <a:lnTo>
                  <a:pt x="50546" y="2878"/>
                </a:lnTo>
                <a:lnTo>
                  <a:pt x="53100" y="1999"/>
                </a:lnTo>
                <a:lnTo>
                  <a:pt x="55682" y="1279"/>
                </a:lnTo>
                <a:lnTo>
                  <a:pt x="58293" y="720"/>
                </a:lnTo>
                <a:lnTo>
                  <a:pt x="60931" y="320"/>
                </a:lnTo>
                <a:lnTo>
                  <a:pt x="63598" y="80"/>
                </a:lnTo>
                <a:lnTo>
                  <a:pt x="66294" y="0"/>
                </a:lnTo>
                <a:lnTo>
                  <a:pt x="109728" y="0"/>
                </a:lnTo>
                <a:lnTo>
                  <a:pt x="112597" y="61"/>
                </a:lnTo>
                <a:lnTo>
                  <a:pt x="115448" y="245"/>
                </a:lnTo>
                <a:lnTo>
                  <a:pt x="118280" y="551"/>
                </a:lnTo>
                <a:lnTo>
                  <a:pt x="121092" y="978"/>
                </a:lnTo>
                <a:lnTo>
                  <a:pt x="123886" y="1529"/>
                </a:lnTo>
                <a:lnTo>
                  <a:pt x="126662" y="2201"/>
                </a:lnTo>
                <a:lnTo>
                  <a:pt x="129418" y="2997"/>
                </a:lnTo>
                <a:lnTo>
                  <a:pt x="132156" y="3914"/>
                </a:lnTo>
                <a:lnTo>
                  <a:pt x="134874" y="4953"/>
                </a:lnTo>
                <a:lnTo>
                  <a:pt x="137555" y="6115"/>
                </a:lnTo>
                <a:lnTo>
                  <a:pt x="140179" y="7399"/>
                </a:lnTo>
                <a:lnTo>
                  <a:pt x="142748" y="8805"/>
                </a:lnTo>
                <a:lnTo>
                  <a:pt x="145260" y="10334"/>
                </a:lnTo>
                <a:lnTo>
                  <a:pt x="147715" y="11985"/>
                </a:lnTo>
                <a:lnTo>
                  <a:pt x="150114" y="13758"/>
                </a:lnTo>
                <a:lnTo>
                  <a:pt x="152456" y="15654"/>
                </a:lnTo>
                <a:lnTo>
                  <a:pt x="154742" y="17672"/>
                </a:lnTo>
                <a:lnTo>
                  <a:pt x="156972" y="19812"/>
                </a:lnTo>
                <a:lnTo>
                  <a:pt x="189738" y="52578"/>
                </a:lnTo>
                <a:lnTo>
                  <a:pt x="191878" y="54808"/>
                </a:lnTo>
                <a:lnTo>
                  <a:pt x="193896" y="57094"/>
                </a:lnTo>
                <a:lnTo>
                  <a:pt x="195792" y="59436"/>
                </a:lnTo>
                <a:lnTo>
                  <a:pt x="197565" y="61835"/>
                </a:lnTo>
                <a:lnTo>
                  <a:pt x="199216" y="64290"/>
                </a:lnTo>
                <a:lnTo>
                  <a:pt x="200745" y="66802"/>
                </a:lnTo>
                <a:lnTo>
                  <a:pt x="202151" y="69371"/>
                </a:lnTo>
                <a:lnTo>
                  <a:pt x="203435" y="71995"/>
                </a:lnTo>
                <a:lnTo>
                  <a:pt x="204597" y="74676"/>
                </a:lnTo>
                <a:lnTo>
                  <a:pt x="205636" y="77394"/>
                </a:lnTo>
                <a:lnTo>
                  <a:pt x="206553" y="80132"/>
                </a:lnTo>
                <a:lnTo>
                  <a:pt x="207349" y="82888"/>
                </a:lnTo>
                <a:lnTo>
                  <a:pt x="208021" y="85664"/>
                </a:lnTo>
                <a:lnTo>
                  <a:pt x="208572" y="88458"/>
                </a:lnTo>
                <a:lnTo>
                  <a:pt x="208999" y="91270"/>
                </a:lnTo>
                <a:lnTo>
                  <a:pt x="209305" y="94102"/>
                </a:lnTo>
                <a:lnTo>
                  <a:pt x="209489" y="96953"/>
                </a:lnTo>
                <a:lnTo>
                  <a:pt x="209550" y="99822"/>
                </a:lnTo>
                <a:close/>
                <a:moveTo>
                  <a:pt x="143256" y="32766"/>
                </a:moveTo>
                <a:lnTo>
                  <a:pt x="142230" y="31769"/>
                </a:lnTo>
                <a:lnTo>
                  <a:pt x="141186" y="30810"/>
                </a:lnTo>
                <a:lnTo>
                  <a:pt x="140123" y="29888"/>
                </a:lnTo>
                <a:lnTo>
                  <a:pt x="139041" y="29003"/>
                </a:lnTo>
                <a:lnTo>
                  <a:pt x="137941" y="28156"/>
                </a:lnTo>
                <a:lnTo>
                  <a:pt x="136821" y="27347"/>
                </a:lnTo>
                <a:lnTo>
                  <a:pt x="135683" y="26576"/>
                </a:lnTo>
                <a:lnTo>
                  <a:pt x="134526" y="25842"/>
                </a:lnTo>
                <a:lnTo>
                  <a:pt x="133350" y="25146"/>
                </a:lnTo>
                <a:lnTo>
                  <a:pt x="133350" y="66294"/>
                </a:lnTo>
                <a:lnTo>
                  <a:pt x="133383" y="67287"/>
                </a:lnTo>
                <a:lnTo>
                  <a:pt x="133481" y="68232"/>
                </a:lnTo>
                <a:lnTo>
                  <a:pt x="133646" y="69131"/>
                </a:lnTo>
                <a:lnTo>
                  <a:pt x="133877" y="69982"/>
                </a:lnTo>
                <a:lnTo>
                  <a:pt x="134173" y="70786"/>
                </a:lnTo>
                <a:lnTo>
                  <a:pt x="134535" y="71543"/>
                </a:lnTo>
                <a:lnTo>
                  <a:pt x="134964" y="72254"/>
                </a:lnTo>
                <a:lnTo>
                  <a:pt x="135457" y="72917"/>
                </a:lnTo>
                <a:lnTo>
                  <a:pt x="136017" y="73533"/>
                </a:lnTo>
                <a:lnTo>
                  <a:pt x="136633" y="74093"/>
                </a:lnTo>
                <a:lnTo>
                  <a:pt x="137296" y="74586"/>
                </a:lnTo>
                <a:lnTo>
                  <a:pt x="138007" y="75015"/>
                </a:lnTo>
                <a:lnTo>
                  <a:pt x="138764" y="75377"/>
                </a:lnTo>
                <a:lnTo>
                  <a:pt x="139568" y="75673"/>
                </a:lnTo>
                <a:lnTo>
                  <a:pt x="140419" y="75904"/>
                </a:lnTo>
                <a:lnTo>
                  <a:pt x="141318" y="76069"/>
                </a:lnTo>
                <a:lnTo>
                  <a:pt x="142263" y="76167"/>
                </a:lnTo>
                <a:lnTo>
                  <a:pt x="143256" y="76200"/>
                </a:lnTo>
                <a:lnTo>
                  <a:pt x="184404" y="76200"/>
                </a:lnTo>
                <a:lnTo>
                  <a:pt x="183708" y="75024"/>
                </a:lnTo>
                <a:lnTo>
                  <a:pt x="182974" y="73867"/>
                </a:lnTo>
                <a:lnTo>
                  <a:pt x="182203" y="72729"/>
                </a:lnTo>
                <a:lnTo>
                  <a:pt x="181394" y="71609"/>
                </a:lnTo>
                <a:lnTo>
                  <a:pt x="180547" y="70509"/>
                </a:lnTo>
                <a:lnTo>
                  <a:pt x="179662" y="69427"/>
                </a:lnTo>
                <a:lnTo>
                  <a:pt x="178740" y="68364"/>
                </a:lnTo>
                <a:lnTo>
                  <a:pt x="177781" y="67320"/>
                </a:lnTo>
                <a:lnTo>
                  <a:pt x="176784" y="66294"/>
                </a:lnTo>
                <a:close/>
                <a:moveTo>
                  <a:pt x="190500" y="99822"/>
                </a:moveTo>
                <a:lnTo>
                  <a:pt x="190500" y="99314"/>
                </a:lnTo>
                <a:lnTo>
                  <a:pt x="190500" y="98806"/>
                </a:lnTo>
                <a:lnTo>
                  <a:pt x="190500" y="98298"/>
                </a:lnTo>
                <a:lnTo>
                  <a:pt x="190500" y="97790"/>
                </a:lnTo>
                <a:lnTo>
                  <a:pt x="190500" y="97282"/>
                </a:lnTo>
                <a:lnTo>
                  <a:pt x="190500" y="96774"/>
                </a:lnTo>
                <a:lnTo>
                  <a:pt x="190500" y="96266"/>
                </a:lnTo>
                <a:lnTo>
                  <a:pt x="190500" y="95758"/>
                </a:lnTo>
                <a:lnTo>
                  <a:pt x="190500" y="95250"/>
                </a:lnTo>
                <a:lnTo>
                  <a:pt x="143256" y="95250"/>
                </a:lnTo>
                <a:lnTo>
                  <a:pt x="140594" y="95146"/>
                </a:lnTo>
                <a:lnTo>
                  <a:pt x="138026" y="94836"/>
                </a:lnTo>
                <a:lnTo>
                  <a:pt x="135551" y="94318"/>
                </a:lnTo>
                <a:lnTo>
                  <a:pt x="133171" y="93595"/>
                </a:lnTo>
                <a:lnTo>
                  <a:pt x="130885" y="92663"/>
                </a:lnTo>
                <a:lnTo>
                  <a:pt x="128693" y="91525"/>
                </a:lnTo>
                <a:lnTo>
                  <a:pt x="126596" y="90180"/>
                </a:lnTo>
                <a:lnTo>
                  <a:pt x="124592" y="88627"/>
                </a:lnTo>
                <a:lnTo>
                  <a:pt x="122682" y="86868"/>
                </a:lnTo>
                <a:lnTo>
                  <a:pt x="120923" y="84968"/>
                </a:lnTo>
                <a:lnTo>
                  <a:pt x="119370" y="82992"/>
                </a:lnTo>
                <a:lnTo>
                  <a:pt x="118025" y="80942"/>
                </a:lnTo>
                <a:lnTo>
                  <a:pt x="116887" y="78816"/>
                </a:lnTo>
                <a:lnTo>
                  <a:pt x="115955" y="76614"/>
                </a:lnTo>
                <a:lnTo>
                  <a:pt x="115232" y="74337"/>
                </a:lnTo>
                <a:lnTo>
                  <a:pt x="114714" y="71985"/>
                </a:lnTo>
                <a:lnTo>
                  <a:pt x="114404" y="69558"/>
                </a:lnTo>
                <a:lnTo>
                  <a:pt x="114300" y="67056"/>
                </a:lnTo>
                <a:lnTo>
                  <a:pt x="114300" y="19050"/>
                </a:lnTo>
                <a:lnTo>
                  <a:pt x="67056" y="19050"/>
                </a:lnTo>
                <a:lnTo>
                  <a:pt x="64394" y="19154"/>
                </a:lnTo>
                <a:lnTo>
                  <a:pt x="61826" y="19464"/>
                </a:lnTo>
                <a:lnTo>
                  <a:pt x="59351" y="19982"/>
                </a:lnTo>
                <a:lnTo>
                  <a:pt x="56971" y="20705"/>
                </a:lnTo>
                <a:lnTo>
                  <a:pt x="54685" y="21637"/>
                </a:lnTo>
                <a:lnTo>
                  <a:pt x="52493" y="22775"/>
                </a:lnTo>
                <a:lnTo>
                  <a:pt x="50396" y="24120"/>
                </a:lnTo>
                <a:lnTo>
                  <a:pt x="48392" y="25673"/>
                </a:lnTo>
                <a:lnTo>
                  <a:pt x="46482" y="27432"/>
                </a:lnTo>
                <a:lnTo>
                  <a:pt x="44723" y="29342"/>
                </a:lnTo>
                <a:lnTo>
                  <a:pt x="43170" y="31346"/>
                </a:lnTo>
                <a:lnTo>
                  <a:pt x="41825" y="33443"/>
                </a:lnTo>
                <a:lnTo>
                  <a:pt x="40687" y="35635"/>
                </a:lnTo>
                <a:lnTo>
                  <a:pt x="39755" y="37921"/>
                </a:lnTo>
                <a:lnTo>
                  <a:pt x="39032" y="40301"/>
                </a:lnTo>
                <a:lnTo>
                  <a:pt x="38514" y="42776"/>
                </a:lnTo>
                <a:lnTo>
                  <a:pt x="38204" y="45344"/>
                </a:lnTo>
                <a:lnTo>
                  <a:pt x="38100" y="48006"/>
                </a:lnTo>
                <a:lnTo>
                  <a:pt x="38100" y="180594"/>
                </a:lnTo>
                <a:lnTo>
                  <a:pt x="38204" y="183256"/>
                </a:lnTo>
                <a:lnTo>
                  <a:pt x="38514" y="185824"/>
                </a:lnTo>
                <a:lnTo>
                  <a:pt x="39032" y="188299"/>
                </a:lnTo>
                <a:lnTo>
                  <a:pt x="39755" y="190679"/>
                </a:lnTo>
                <a:lnTo>
                  <a:pt x="40687" y="192965"/>
                </a:lnTo>
                <a:lnTo>
                  <a:pt x="41825" y="195157"/>
                </a:lnTo>
                <a:lnTo>
                  <a:pt x="43170" y="197254"/>
                </a:lnTo>
                <a:lnTo>
                  <a:pt x="44723" y="199258"/>
                </a:lnTo>
                <a:lnTo>
                  <a:pt x="46482" y="201168"/>
                </a:lnTo>
                <a:lnTo>
                  <a:pt x="48392" y="202927"/>
                </a:lnTo>
                <a:lnTo>
                  <a:pt x="50396" y="204480"/>
                </a:lnTo>
                <a:lnTo>
                  <a:pt x="52493" y="205825"/>
                </a:lnTo>
                <a:lnTo>
                  <a:pt x="54685" y="206963"/>
                </a:lnTo>
                <a:lnTo>
                  <a:pt x="56971" y="207895"/>
                </a:lnTo>
                <a:lnTo>
                  <a:pt x="59351" y="208618"/>
                </a:lnTo>
                <a:lnTo>
                  <a:pt x="61826" y="209136"/>
                </a:lnTo>
                <a:lnTo>
                  <a:pt x="64394" y="209446"/>
                </a:lnTo>
                <a:lnTo>
                  <a:pt x="67056" y="209550"/>
                </a:lnTo>
                <a:lnTo>
                  <a:pt x="162306" y="209550"/>
                </a:lnTo>
                <a:lnTo>
                  <a:pt x="164808" y="209446"/>
                </a:lnTo>
                <a:lnTo>
                  <a:pt x="167235" y="209136"/>
                </a:lnTo>
                <a:lnTo>
                  <a:pt x="169587" y="208618"/>
                </a:lnTo>
                <a:lnTo>
                  <a:pt x="171864" y="207895"/>
                </a:lnTo>
                <a:lnTo>
                  <a:pt x="174066" y="206963"/>
                </a:lnTo>
                <a:lnTo>
                  <a:pt x="176192" y="205825"/>
                </a:lnTo>
                <a:lnTo>
                  <a:pt x="178242" y="204480"/>
                </a:lnTo>
                <a:lnTo>
                  <a:pt x="180218" y="202927"/>
                </a:lnTo>
                <a:lnTo>
                  <a:pt x="182118" y="201168"/>
                </a:lnTo>
                <a:lnTo>
                  <a:pt x="183877" y="199258"/>
                </a:lnTo>
                <a:lnTo>
                  <a:pt x="185430" y="197254"/>
                </a:lnTo>
                <a:lnTo>
                  <a:pt x="186775" y="195157"/>
                </a:lnTo>
                <a:lnTo>
                  <a:pt x="187913" y="192965"/>
                </a:lnTo>
                <a:lnTo>
                  <a:pt x="188845" y="190679"/>
                </a:lnTo>
                <a:lnTo>
                  <a:pt x="189568" y="188299"/>
                </a:lnTo>
                <a:lnTo>
                  <a:pt x="190086" y="185824"/>
                </a:lnTo>
                <a:lnTo>
                  <a:pt x="190396" y="183256"/>
                </a:lnTo>
                <a:lnTo>
                  <a:pt x="190500" y="180594"/>
                </a:lnTo>
                <a:close/>
              </a:path>
            </a:pathLst>
          </a:custGeom>
          <a:solidFill>
            <a:srgbClr val="C77E8C"/>
          </a:solidFill>
          <a:ln w="0">
            <a:noFill/>
          </a:ln>
        </p:spPr>
      </p:sp>
      <p:sp>
        <p:nvSpPr>
          <p:cNvPr id="36" name="手繪多邊形: 圖案 35">
            <a:extLst>
              <a:ext uri="{FF2B5EF4-FFF2-40B4-BE49-F238E27FC236}">
                <a16:creationId xmlns:a16="http://schemas.microsoft.com/office/drawing/2014/main" id="{4827BAD5-F6A4-4FF2-A861-0E8126546ACC}"/>
              </a:ext>
            </a:extLst>
          </p:cNvPr>
          <p:cNvSpPr>
            <a:spLocks noGrp="1"/>
          </p:cNvSpPr>
          <p:nvPr/>
        </p:nvSpPr>
        <p:spPr>
          <a:xfrm>
            <a:off x="12430125" y="3162300"/>
            <a:ext cx="590550" cy="59055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114300" y="209550"/>
                </a:moveTo>
                <a:lnTo>
                  <a:pt x="48006" y="209550"/>
                </a:lnTo>
                <a:lnTo>
                  <a:pt x="45344" y="209446"/>
                </a:lnTo>
                <a:lnTo>
                  <a:pt x="42776" y="209136"/>
                </a:lnTo>
                <a:lnTo>
                  <a:pt x="40301" y="208618"/>
                </a:lnTo>
                <a:lnTo>
                  <a:pt x="37921" y="207895"/>
                </a:lnTo>
                <a:lnTo>
                  <a:pt x="35635" y="206963"/>
                </a:lnTo>
                <a:lnTo>
                  <a:pt x="33443" y="205825"/>
                </a:lnTo>
                <a:lnTo>
                  <a:pt x="31346" y="204480"/>
                </a:lnTo>
                <a:lnTo>
                  <a:pt x="29342" y="202927"/>
                </a:lnTo>
                <a:lnTo>
                  <a:pt x="27432" y="201168"/>
                </a:lnTo>
                <a:lnTo>
                  <a:pt x="25673" y="199258"/>
                </a:lnTo>
                <a:lnTo>
                  <a:pt x="24120" y="197254"/>
                </a:lnTo>
                <a:lnTo>
                  <a:pt x="22775" y="195157"/>
                </a:lnTo>
                <a:lnTo>
                  <a:pt x="21637" y="192965"/>
                </a:lnTo>
                <a:lnTo>
                  <a:pt x="20705" y="190679"/>
                </a:lnTo>
                <a:lnTo>
                  <a:pt x="19982" y="188299"/>
                </a:lnTo>
                <a:lnTo>
                  <a:pt x="19464" y="185824"/>
                </a:lnTo>
                <a:lnTo>
                  <a:pt x="19154" y="183256"/>
                </a:lnTo>
                <a:lnTo>
                  <a:pt x="19050" y="180594"/>
                </a:lnTo>
                <a:lnTo>
                  <a:pt x="19050" y="47244"/>
                </a:lnTo>
                <a:lnTo>
                  <a:pt x="19154" y="44742"/>
                </a:lnTo>
                <a:lnTo>
                  <a:pt x="19464" y="42315"/>
                </a:lnTo>
                <a:lnTo>
                  <a:pt x="19982" y="39963"/>
                </a:lnTo>
                <a:lnTo>
                  <a:pt x="20705" y="37686"/>
                </a:lnTo>
                <a:lnTo>
                  <a:pt x="21637" y="35484"/>
                </a:lnTo>
                <a:lnTo>
                  <a:pt x="22775" y="33358"/>
                </a:lnTo>
                <a:lnTo>
                  <a:pt x="24120" y="31308"/>
                </a:lnTo>
                <a:lnTo>
                  <a:pt x="25673" y="29332"/>
                </a:lnTo>
                <a:lnTo>
                  <a:pt x="27432" y="27432"/>
                </a:lnTo>
                <a:lnTo>
                  <a:pt x="29342" y="25673"/>
                </a:lnTo>
                <a:lnTo>
                  <a:pt x="31346" y="24120"/>
                </a:lnTo>
                <a:lnTo>
                  <a:pt x="33443" y="22775"/>
                </a:lnTo>
                <a:lnTo>
                  <a:pt x="35635" y="21637"/>
                </a:lnTo>
                <a:lnTo>
                  <a:pt x="37921" y="20705"/>
                </a:lnTo>
                <a:lnTo>
                  <a:pt x="40301" y="19982"/>
                </a:lnTo>
                <a:lnTo>
                  <a:pt x="42776" y="19464"/>
                </a:lnTo>
                <a:lnTo>
                  <a:pt x="45344" y="19154"/>
                </a:lnTo>
                <a:lnTo>
                  <a:pt x="48006" y="19050"/>
                </a:lnTo>
                <a:lnTo>
                  <a:pt x="95250" y="19050"/>
                </a:lnTo>
                <a:lnTo>
                  <a:pt x="95250" y="66294"/>
                </a:lnTo>
                <a:lnTo>
                  <a:pt x="95354" y="68956"/>
                </a:lnTo>
                <a:lnTo>
                  <a:pt x="95664" y="71524"/>
                </a:lnTo>
                <a:lnTo>
                  <a:pt x="96182" y="73999"/>
                </a:lnTo>
                <a:lnTo>
                  <a:pt x="96905" y="76379"/>
                </a:lnTo>
                <a:lnTo>
                  <a:pt x="97837" y="78665"/>
                </a:lnTo>
                <a:lnTo>
                  <a:pt x="98975" y="80857"/>
                </a:lnTo>
                <a:lnTo>
                  <a:pt x="100320" y="82954"/>
                </a:lnTo>
                <a:lnTo>
                  <a:pt x="101873" y="84958"/>
                </a:lnTo>
                <a:lnTo>
                  <a:pt x="103632" y="86868"/>
                </a:lnTo>
                <a:lnTo>
                  <a:pt x="105532" y="88627"/>
                </a:lnTo>
                <a:lnTo>
                  <a:pt x="107508" y="90180"/>
                </a:lnTo>
                <a:lnTo>
                  <a:pt x="109558" y="91525"/>
                </a:lnTo>
                <a:lnTo>
                  <a:pt x="111684" y="92663"/>
                </a:lnTo>
                <a:lnTo>
                  <a:pt x="113886" y="93595"/>
                </a:lnTo>
                <a:lnTo>
                  <a:pt x="116163" y="94318"/>
                </a:lnTo>
                <a:lnTo>
                  <a:pt x="118515" y="94836"/>
                </a:lnTo>
                <a:lnTo>
                  <a:pt x="120942" y="95146"/>
                </a:lnTo>
                <a:lnTo>
                  <a:pt x="123444" y="95250"/>
                </a:lnTo>
                <a:lnTo>
                  <a:pt x="179070" y="95250"/>
                </a:lnTo>
                <a:lnTo>
                  <a:pt x="180067" y="95203"/>
                </a:lnTo>
                <a:lnTo>
                  <a:pt x="181026" y="95061"/>
                </a:lnTo>
                <a:lnTo>
                  <a:pt x="181948" y="94827"/>
                </a:lnTo>
                <a:lnTo>
                  <a:pt x="182833" y="94498"/>
                </a:lnTo>
                <a:lnTo>
                  <a:pt x="183680" y="94074"/>
                </a:lnTo>
                <a:lnTo>
                  <a:pt x="184489" y="93556"/>
                </a:lnTo>
                <a:lnTo>
                  <a:pt x="185260" y="92945"/>
                </a:lnTo>
                <a:lnTo>
                  <a:pt x="185994" y="92240"/>
                </a:lnTo>
                <a:lnTo>
                  <a:pt x="186690" y="91440"/>
                </a:lnTo>
                <a:lnTo>
                  <a:pt x="187311" y="90584"/>
                </a:lnTo>
                <a:lnTo>
                  <a:pt x="187819" y="89709"/>
                </a:lnTo>
                <a:lnTo>
                  <a:pt x="188214" y="88815"/>
                </a:lnTo>
                <a:lnTo>
                  <a:pt x="188496" y="87902"/>
                </a:lnTo>
                <a:lnTo>
                  <a:pt x="188665" y="86972"/>
                </a:lnTo>
                <a:lnTo>
                  <a:pt x="188722" y="86021"/>
                </a:lnTo>
                <a:lnTo>
                  <a:pt x="188665" y="85053"/>
                </a:lnTo>
                <a:lnTo>
                  <a:pt x="188496" y="84065"/>
                </a:lnTo>
                <a:lnTo>
                  <a:pt x="188214" y="83058"/>
                </a:lnTo>
                <a:lnTo>
                  <a:pt x="187095" y="79219"/>
                </a:lnTo>
                <a:lnTo>
                  <a:pt x="185768" y="75494"/>
                </a:lnTo>
                <a:lnTo>
                  <a:pt x="184234" y="71882"/>
                </a:lnTo>
                <a:lnTo>
                  <a:pt x="182494" y="68383"/>
                </a:lnTo>
                <a:lnTo>
                  <a:pt x="180547" y="64996"/>
                </a:lnTo>
                <a:lnTo>
                  <a:pt x="178393" y="61722"/>
                </a:lnTo>
                <a:lnTo>
                  <a:pt x="176032" y="58561"/>
                </a:lnTo>
                <a:lnTo>
                  <a:pt x="173464" y="55513"/>
                </a:lnTo>
                <a:lnTo>
                  <a:pt x="170688" y="52578"/>
                </a:lnTo>
                <a:lnTo>
                  <a:pt x="137922" y="19812"/>
                </a:lnTo>
                <a:lnTo>
                  <a:pt x="135692" y="17672"/>
                </a:lnTo>
                <a:lnTo>
                  <a:pt x="133406" y="15654"/>
                </a:lnTo>
                <a:lnTo>
                  <a:pt x="131064" y="13758"/>
                </a:lnTo>
                <a:lnTo>
                  <a:pt x="128665" y="11985"/>
                </a:lnTo>
                <a:lnTo>
                  <a:pt x="126210" y="10334"/>
                </a:lnTo>
                <a:lnTo>
                  <a:pt x="123698" y="8805"/>
                </a:lnTo>
                <a:lnTo>
                  <a:pt x="121129" y="7399"/>
                </a:lnTo>
                <a:lnTo>
                  <a:pt x="118505" y="6115"/>
                </a:lnTo>
                <a:lnTo>
                  <a:pt x="115824" y="4953"/>
                </a:lnTo>
                <a:lnTo>
                  <a:pt x="113106" y="3914"/>
                </a:lnTo>
                <a:lnTo>
                  <a:pt x="110368" y="2997"/>
                </a:lnTo>
                <a:lnTo>
                  <a:pt x="107612" y="2201"/>
                </a:lnTo>
                <a:lnTo>
                  <a:pt x="104836" y="1529"/>
                </a:lnTo>
                <a:lnTo>
                  <a:pt x="102042" y="978"/>
                </a:lnTo>
                <a:lnTo>
                  <a:pt x="99230" y="551"/>
                </a:lnTo>
                <a:lnTo>
                  <a:pt x="96398" y="245"/>
                </a:lnTo>
                <a:lnTo>
                  <a:pt x="93547" y="61"/>
                </a:lnTo>
                <a:lnTo>
                  <a:pt x="90678" y="0"/>
                </a:lnTo>
                <a:lnTo>
                  <a:pt x="48006" y="0"/>
                </a:lnTo>
                <a:lnTo>
                  <a:pt x="45150" y="80"/>
                </a:lnTo>
                <a:lnTo>
                  <a:pt x="42342" y="320"/>
                </a:lnTo>
                <a:lnTo>
                  <a:pt x="39582" y="720"/>
                </a:lnTo>
                <a:lnTo>
                  <a:pt x="36867" y="1279"/>
                </a:lnTo>
                <a:lnTo>
                  <a:pt x="34200" y="1999"/>
                </a:lnTo>
                <a:lnTo>
                  <a:pt x="31581" y="2878"/>
                </a:lnTo>
                <a:lnTo>
                  <a:pt x="29007" y="3919"/>
                </a:lnTo>
                <a:lnTo>
                  <a:pt x="26481" y="5118"/>
                </a:lnTo>
                <a:lnTo>
                  <a:pt x="24003" y="6477"/>
                </a:lnTo>
                <a:lnTo>
                  <a:pt x="21604" y="7972"/>
                </a:lnTo>
                <a:lnTo>
                  <a:pt x="19318" y="9581"/>
                </a:lnTo>
                <a:lnTo>
                  <a:pt x="17145" y="11303"/>
                </a:lnTo>
                <a:lnTo>
                  <a:pt x="15085" y="13138"/>
                </a:lnTo>
                <a:lnTo>
                  <a:pt x="13138" y="15085"/>
                </a:lnTo>
                <a:lnTo>
                  <a:pt x="11303" y="17145"/>
                </a:lnTo>
                <a:lnTo>
                  <a:pt x="9581" y="19318"/>
                </a:lnTo>
                <a:lnTo>
                  <a:pt x="7972" y="21604"/>
                </a:lnTo>
                <a:lnTo>
                  <a:pt x="6477" y="24003"/>
                </a:lnTo>
                <a:lnTo>
                  <a:pt x="5118" y="26481"/>
                </a:lnTo>
                <a:lnTo>
                  <a:pt x="3919" y="29007"/>
                </a:lnTo>
                <a:lnTo>
                  <a:pt x="2878" y="31581"/>
                </a:lnTo>
                <a:lnTo>
                  <a:pt x="1999" y="34200"/>
                </a:lnTo>
                <a:lnTo>
                  <a:pt x="1279" y="36867"/>
                </a:lnTo>
                <a:lnTo>
                  <a:pt x="720" y="39582"/>
                </a:lnTo>
                <a:lnTo>
                  <a:pt x="320" y="42342"/>
                </a:lnTo>
                <a:lnTo>
                  <a:pt x="80" y="45150"/>
                </a:lnTo>
                <a:lnTo>
                  <a:pt x="0" y="48006"/>
                </a:lnTo>
                <a:lnTo>
                  <a:pt x="0" y="180594"/>
                </a:lnTo>
                <a:lnTo>
                  <a:pt x="80" y="183450"/>
                </a:lnTo>
                <a:lnTo>
                  <a:pt x="320" y="186258"/>
                </a:lnTo>
                <a:lnTo>
                  <a:pt x="720" y="189018"/>
                </a:lnTo>
                <a:lnTo>
                  <a:pt x="1279" y="191733"/>
                </a:lnTo>
                <a:lnTo>
                  <a:pt x="1999" y="194400"/>
                </a:lnTo>
                <a:lnTo>
                  <a:pt x="2878" y="197019"/>
                </a:lnTo>
                <a:lnTo>
                  <a:pt x="3919" y="199593"/>
                </a:lnTo>
                <a:lnTo>
                  <a:pt x="5118" y="202119"/>
                </a:lnTo>
                <a:lnTo>
                  <a:pt x="6477" y="204597"/>
                </a:lnTo>
                <a:lnTo>
                  <a:pt x="7972" y="206996"/>
                </a:lnTo>
                <a:lnTo>
                  <a:pt x="9581" y="209282"/>
                </a:lnTo>
                <a:lnTo>
                  <a:pt x="11303" y="211455"/>
                </a:lnTo>
                <a:lnTo>
                  <a:pt x="13138" y="213515"/>
                </a:lnTo>
                <a:lnTo>
                  <a:pt x="15085" y="215462"/>
                </a:lnTo>
                <a:lnTo>
                  <a:pt x="17145" y="217297"/>
                </a:lnTo>
                <a:lnTo>
                  <a:pt x="19318" y="219019"/>
                </a:lnTo>
                <a:lnTo>
                  <a:pt x="21604" y="220628"/>
                </a:lnTo>
                <a:lnTo>
                  <a:pt x="24003" y="222123"/>
                </a:lnTo>
                <a:lnTo>
                  <a:pt x="26481" y="223482"/>
                </a:lnTo>
                <a:lnTo>
                  <a:pt x="29007" y="224681"/>
                </a:lnTo>
                <a:lnTo>
                  <a:pt x="31581" y="225722"/>
                </a:lnTo>
                <a:lnTo>
                  <a:pt x="34200" y="226601"/>
                </a:lnTo>
                <a:lnTo>
                  <a:pt x="36867" y="227321"/>
                </a:lnTo>
                <a:lnTo>
                  <a:pt x="39582" y="227880"/>
                </a:lnTo>
                <a:lnTo>
                  <a:pt x="42342" y="228280"/>
                </a:lnTo>
                <a:lnTo>
                  <a:pt x="45150" y="228520"/>
                </a:lnTo>
                <a:lnTo>
                  <a:pt x="48006" y="228600"/>
                </a:lnTo>
                <a:lnTo>
                  <a:pt x="114300" y="228600"/>
                </a:lnTo>
                <a:lnTo>
                  <a:pt x="115137" y="228567"/>
                </a:lnTo>
                <a:lnTo>
                  <a:pt x="115955" y="228469"/>
                </a:lnTo>
                <a:lnTo>
                  <a:pt x="116756" y="228304"/>
                </a:lnTo>
                <a:lnTo>
                  <a:pt x="117537" y="228073"/>
                </a:lnTo>
                <a:lnTo>
                  <a:pt x="118299" y="227777"/>
                </a:lnTo>
                <a:lnTo>
                  <a:pt x="119042" y="227415"/>
                </a:lnTo>
                <a:lnTo>
                  <a:pt x="119765" y="226986"/>
                </a:lnTo>
                <a:lnTo>
                  <a:pt x="120471" y="226493"/>
                </a:lnTo>
                <a:lnTo>
                  <a:pt x="121158" y="225933"/>
                </a:lnTo>
                <a:lnTo>
                  <a:pt x="121798" y="225321"/>
                </a:lnTo>
                <a:lnTo>
                  <a:pt x="122362" y="224673"/>
                </a:lnTo>
                <a:lnTo>
                  <a:pt x="122852" y="223986"/>
                </a:lnTo>
                <a:lnTo>
                  <a:pt x="123265" y="223261"/>
                </a:lnTo>
                <a:lnTo>
                  <a:pt x="123604" y="222499"/>
                </a:lnTo>
                <a:lnTo>
                  <a:pt x="123867" y="221700"/>
                </a:lnTo>
                <a:lnTo>
                  <a:pt x="124056" y="220863"/>
                </a:lnTo>
                <a:lnTo>
                  <a:pt x="124168" y="219987"/>
                </a:lnTo>
                <a:lnTo>
                  <a:pt x="124206" y="219075"/>
                </a:lnTo>
                <a:lnTo>
                  <a:pt x="124168" y="218163"/>
                </a:lnTo>
                <a:lnTo>
                  <a:pt x="124056" y="217287"/>
                </a:lnTo>
                <a:lnTo>
                  <a:pt x="123867" y="216450"/>
                </a:lnTo>
                <a:lnTo>
                  <a:pt x="123604" y="215651"/>
                </a:lnTo>
                <a:lnTo>
                  <a:pt x="123265" y="214889"/>
                </a:lnTo>
                <a:lnTo>
                  <a:pt x="122852" y="214164"/>
                </a:lnTo>
                <a:lnTo>
                  <a:pt x="122362" y="213477"/>
                </a:lnTo>
                <a:lnTo>
                  <a:pt x="121798" y="212829"/>
                </a:lnTo>
                <a:lnTo>
                  <a:pt x="121158" y="212217"/>
                </a:lnTo>
                <a:lnTo>
                  <a:pt x="120471" y="211657"/>
                </a:lnTo>
                <a:lnTo>
                  <a:pt x="119765" y="211164"/>
                </a:lnTo>
                <a:lnTo>
                  <a:pt x="119042" y="210735"/>
                </a:lnTo>
                <a:lnTo>
                  <a:pt x="118299" y="210373"/>
                </a:lnTo>
                <a:lnTo>
                  <a:pt x="117537" y="210077"/>
                </a:lnTo>
                <a:lnTo>
                  <a:pt x="116756" y="209846"/>
                </a:lnTo>
                <a:lnTo>
                  <a:pt x="115955" y="209681"/>
                </a:lnTo>
                <a:lnTo>
                  <a:pt x="115137" y="209583"/>
                </a:lnTo>
                <a:lnTo>
                  <a:pt x="114300" y="209550"/>
                </a:lnTo>
                <a:close/>
                <a:moveTo>
                  <a:pt x="114300" y="25146"/>
                </a:moveTo>
                <a:lnTo>
                  <a:pt x="115476" y="25842"/>
                </a:lnTo>
                <a:lnTo>
                  <a:pt x="116633" y="26576"/>
                </a:lnTo>
                <a:lnTo>
                  <a:pt x="117771" y="27347"/>
                </a:lnTo>
                <a:lnTo>
                  <a:pt x="118891" y="28156"/>
                </a:lnTo>
                <a:lnTo>
                  <a:pt x="119991" y="29003"/>
                </a:lnTo>
                <a:lnTo>
                  <a:pt x="121073" y="29888"/>
                </a:lnTo>
                <a:lnTo>
                  <a:pt x="122136" y="30810"/>
                </a:lnTo>
                <a:lnTo>
                  <a:pt x="123180" y="31769"/>
                </a:lnTo>
                <a:lnTo>
                  <a:pt x="124206" y="32766"/>
                </a:lnTo>
                <a:lnTo>
                  <a:pt x="157734" y="66294"/>
                </a:lnTo>
                <a:lnTo>
                  <a:pt x="158731" y="67320"/>
                </a:lnTo>
                <a:lnTo>
                  <a:pt x="159690" y="68364"/>
                </a:lnTo>
                <a:lnTo>
                  <a:pt x="160612" y="69427"/>
                </a:lnTo>
                <a:lnTo>
                  <a:pt x="161497" y="70509"/>
                </a:lnTo>
                <a:lnTo>
                  <a:pt x="162344" y="71609"/>
                </a:lnTo>
                <a:lnTo>
                  <a:pt x="163153" y="72729"/>
                </a:lnTo>
                <a:lnTo>
                  <a:pt x="163924" y="73867"/>
                </a:lnTo>
                <a:lnTo>
                  <a:pt x="164658" y="75024"/>
                </a:lnTo>
                <a:lnTo>
                  <a:pt x="165354" y="76200"/>
                </a:lnTo>
                <a:lnTo>
                  <a:pt x="124206" y="76200"/>
                </a:lnTo>
                <a:lnTo>
                  <a:pt x="123213" y="76167"/>
                </a:lnTo>
                <a:lnTo>
                  <a:pt x="122268" y="76069"/>
                </a:lnTo>
                <a:lnTo>
                  <a:pt x="121369" y="75904"/>
                </a:lnTo>
                <a:lnTo>
                  <a:pt x="120518" y="75673"/>
                </a:lnTo>
                <a:lnTo>
                  <a:pt x="119714" y="75377"/>
                </a:lnTo>
                <a:lnTo>
                  <a:pt x="118957" y="75015"/>
                </a:lnTo>
                <a:lnTo>
                  <a:pt x="118246" y="74586"/>
                </a:lnTo>
                <a:lnTo>
                  <a:pt x="117583" y="74093"/>
                </a:lnTo>
                <a:lnTo>
                  <a:pt x="116967" y="73533"/>
                </a:lnTo>
                <a:lnTo>
                  <a:pt x="116407" y="72917"/>
                </a:lnTo>
                <a:lnTo>
                  <a:pt x="115914" y="72254"/>
                </a:lnTo>
                <a:lnTo>
                  <a:pt x="115485" y="71543"/>
                </a:lnTo>
                <a:lnTo>
                  <a:pt x="115123" y="70786"/>
                </a:lnTo>
                <a:lnTo>
                  <a:pt x="114827" y="69982"/>
                </a:lnTo>
                <a:lnTo>
                  <a:pt x="114596" y="69131"/>
                </a:lnTo>
                <a:lnTo>
                  <a:pt x="114431" y="68232"/>
                </a:lnTo>
                <a:lnTo>
                  <a:pt x="114333" y="67287"/>
                </a:lnTo>
                <a:lnTo>
                  <a:pt x="114300" y="66294"/>
                </a:lnTo>
                <a:close/>
                <a:moveTo>
                  <a:pt x="105156" y="171450"/>
                </a:moveTo>
                <a:lnTo>
                  <a:pt x="105118" y="172287"/>
                </a:lnTo>
                <a:lnTo>
                  <a:pt x="105006" y="173105"/>
                </a:lnTo>
                <a:lnTo>
                  <a:pt x="104817" y="173906"/>
                </a:lnTo>
                <a:lnTo>
                  <a:pt x="104554" y="174687"/>
                </a:lnTo>
                <a:lnTo>
                  <a:pt x="104215" y="175449"/>
                </a:lnTo>
                <a:lnTo>
                  <a:pt x="103802" y="176192"/>
                </a:lnTo>
                <a:lnTo>
                  <a:pt x="103312" y="176915"/>
                </a:lnTo>
                <a:lnTo>
                  <a:pt x="102748" y="177621"/>
                </a:lnTo>
                <a:lnTo>
                  <a:pt x="102108" y="178308"/>
                </a:lnTo>
                <a:lnTo>
                  <a:pt x="101421" y="178939"/>
                </a:lnTo>
                <a:lnTo>
                  <a:pt x="100715" y="179475"/>
                </a:lnTo>
                <a:lnTo>
                  <a:pt x="99992" y="179917"/>
                </a:lnTo>
                <a:lnTo>
                  <a:pt x="99249" y="180264"/>
                </a:lnTo>
                <a:lnTo>
                  <a:pt x="98487" y="180519"/>
                </a:lnTo>
                <a:lnTo>
                  <a:pt x="97706" y="180679"/>
                </a:lnTo>
                <a:lnTo>
                  <a:pt x="96905" y="180744"/>
                </a:lnTo>
                <a:lnTo>
                  <a:pt x="96087" y="180716"/>
                </a:lnTo>
                <a:lnTo>
                  <a:pt x="95250" y="180594"/>
                </a:lnTo>
                <a:lnTo>
                  <a:pt x="48006" y="180594"/>
                </a:lnTo>
                <a:lnTo>
                  <a:pt x="47013" y="180716"/>
                </a:lnTo>
                <a:lnTo>
                  <a:pt x="46068" y="180744"/>
                </a:lnTo>
                <a:lnTo>
                  <a:pt x="45169" y="180679"/>
                </a:lnTo>
                <a:lnTo>
                  <a:pt x="44318" y="180519"/>
                </a:lnTo>
                <a:lnTo>
                  <a:pt x="43514" y="180264"/>
                </a:lnTo>
                <a:lnTo>
                  <a:pt x="42757" y="179917"/>
                </a:lnTo>
                <a:lnTo>
                  <a:pt x="42046" y="179475"/>
                </a:lnTo>
                <a:lnTo>
                  <a:pt x="41383" y="178939"/>
                </a:lnTo>
                <a:lnTo>
                  <a:pt x="40767" y="178308"/>
                </a:lnTo>
                <a:lnTo>
                  <a:pt x="40207" y="177621"/>
                </a:lnTo>
                <a:lnTo>
                  <a:pt x="39714" y="176915"/>
                </a:lnTo>
                <a:lnTo>
                  <a:pt x="39285" y="176192"/>
                </a:lnTo>
                <a:lnTo>
                  <a:pt x="38923" y="175449"/>
                </a:lnTo>
                <a:lnTo>
                  <a:pt x="38627" y="174687"/>
                </a:lnTo>
                <a:lnTo>
                  <a:pt x="38396" y="173906"/>
                </a:lnTo>
                <a:lnTo>
                  <a:pt x="38231" y="173105"/>
                </a:lnTo>
                <a:lnTo>
                  <a:pt x="38133" y="172287"/>
                </a:lnTo>
                <a:lnTo>
                  <a:pt x="38100" y="171450"/>
                </a:lnTo>
                <a:lnTo>
                  <a:pt x="38133" y="170613"/>
                </a:lnTo>
                <a:lnTo>
                  <a:pt x="38231" y="169795"/>
                </a:lnTo>
                <a:lnTo>
                  <a:pt x="38396" y="168994"/>
                </a:lnTo>
                <a:lnTo>
                  <a:pt x="38627" y="168213"/>
                </a:lnTo>
                <a:lnTo>
                  <a:pt x="38923" y="167451"/>
                </a:lnTo>
                <a:lnTo>
                  <a:pt x="39285" y="166708"/>
                </a:lnTo>
                <a:lnTo>
                  <a:pt x="39714" y="165985"/>
                </a:lnTo>
                <a:lnTo>
                  <a:pt x="40207" y="165279"/>
                </a:lnTo>
                <a:lnTo>
                  <a:pt x="40767" y="164592"/>
                </a:lnTo>
                <a:lnTo>
                  <a:pt x="41383" y="163952"/>
                </a:lnTo>
                <a:lnTo>
                  <a:pt x="42046" y="163388"/>
                </a:lnTo>
                <a:lnTo>
                  <a:pt x="42757" y="162898"/>
                </a:lnTo>
                <a:lnTo>
                  <a:pt x="43514" y="162485"/>
                </a:lnTo>
                <a:lnTo>
                  <a:pt x="44318" y="162146"/>
                </a:lnTo>
                <a:lnTo>
                  <a:pt x="45169" y="161883"/>
                </a:lnTo>
                <a:lnTo>
                  <a:pt x="46068" y="161694"/>
                </a:lnTo>
                <a:lnTo>
                  <a:pt x="47013" y="161582"/>
                </a:lnTo>
                <a:lnTo>
                  <a:pt x="48006" y="161544"/>
                </a:lnTo>
                <a:lnTo>
                  <a:pt x="95250" y="161544"/>
                </a:lnTo>
                <a:lnTo>
                  <a:pt x="96087" y="161736"/>
                </a:lnTo>
                <a:lnTo>
                  <a:pt x="96905" y="161976"/>
                </a:lnTo>
                <a:lnTo>
                  <a:pt x="97706" y="162264"/>
                </a:lnTo>
                <a:lnTo>
                  <a:pt x="98487" y="162597"/>
                </a:lnTo>
                <a:lnTo>
                  <a:pt x="99249" y="162978"/>
                </a:lnTo>
                <a:lnTo>
                  <a:pt x="99992" y="163407"/>
                </a:lnTo>
                <a:lnTo>
                  <a:pt x="100715" y="163881"/>
                </a:lnTo>
                <a:lnTo>
                  <a:pt x="101421" y="164403"/>
                </a:lnTo>
                <a:lnTo>
                  <a:pt x="102108" y="164973"/>
                </a:lnTo>
                <a:lnTo>
                  <a:pt x="102748" y="165580"/>
                </a:lnTo>
                <a:lnTo>
                  <a:pt x="103312" y="166215"/>
                </a:lnTo>
                <a:lnTo>
                  <a:pt x="103802" y="166878"/>
                </a:lnTo>
                <a:lnTo>
                  <a:pt x="104215" y="167570"/>
                </a:lnTo>
                <a:lnTo>
                  <a:pt x="104554" y="168289"/>
                </a:lnTo>
                <a:lnTo>
                  <a:pt x="104817" y="169037"/>
                </a:lnTo>
                <a:lnTo>
                  <a:pt x="105006" y="169813"/>
                </a:lnTo>
                <a:lnTo>
                  <a:pt x="105118" y="170618"/>
                </a:lnTo>
                <a:lnTo>
                  <a:pt x="105156" y="171450"/>
                </a:lnTo>
                <a:close/>
                <a:moveTo>
                  <a:pt x="105156" y="133350"/>
                </a:moveTo>
                <a:lnTo>
                  <a:pt x="105118" y="134187"/>
                </a:lnTo>
                <a:lnTo>
                  <a:pt x="105006" y="135005"/>
                </a:lnTo>
                <a:lnTo>
                  <a:pt x="104817" y="135806"/>
                </a:lnTo>
                <a:lnTo>
                  <a:pt x="104554" y="136587"/>
                </a:lnTo>
                <a:lnTo>
                  <a:pt x="104215" y="137349"/>
                </a:lnTo>
                <a:lnTo>
                  <a:pt x="103802" y="138092"/>
                </a:lnTo>
                <a:lnTo>
                  <a:pt x="103312" y="138815"/>
                </a:lnTo>
                <a:lnTo>
                  <a:pt x="102748" y="139521"/>
                </a:lnTo>
                <a:lnTo>
                  <a:pt x="102108" y="140208"/>
                </a:lnTo>
                <a:lnTo>
                  <a:pt x="101421" y="140848"/>
                </a:lnTo>
                <a:lnTo>
                  <a:pt x="100715" y="141412"/>
                </a:lnTo>
                <a:lnTo>
                  <a:pt x="99992" y="141902"/>
                </a:lnTo>
                <a:lnTo>
                  <a:pt x="99249" y="142315"/>
                </a:lnTo>
                <a:lnTo>
                  <a:pt x="98487" y="142654"/>
                </a:lnTo>
                <a:lnTo>
                  <a:pt x="97706" y="142917"/>
                </a:lnTo>
                <a:lnTo>
                  <a:pt x="96905" y="143106"/>
                </a:lnTo>
                <a:lnTo>
                  <a:pt x="96087" y="143218"/>
                </a:lnTo>
                <a:lnTo>
                  <a:pt x="95250" y="143256"/>
                </a:lnTo>
                <a:lnTo>
                  <a:pt x="48006" y="143256"/>
                </a:lnTo>
                <a:lnTo>
                  <a:pt x="47013" y="143064"/>
                </a:lnTo>
                <a:lnTo>
                  <a:pt x="46068" y="142824"/>
                </a:lnTo>
                <a:lnTo>
                  <a:pt x="45169" y="142536"/>
                </a:lnTo>
                <a:lnTo>
                  <a:pt x="44318" y="142203"/>
                </a:lnTo>
                <a:lnTo>
                  <a:pt x="43514" y="141822"/>
                </a:lnTo>
                <a:lnTo>
                  <a:pt x="42757" y="141393"/>
                </a:lnTo>
                <a:lnTo>
                  <a:pt x="42046" y="140919"/>
                </a:lnTo>
                <a:lnTo>
                  <a:pt x="41383" y="140397"/>
                </a:lnTo>
                <a:lnTo>
                  <a:pt x="40767" y="139827"/>
                </a:lnTo>
                <a:lnTo>
                  <a:pt x="40207" y="139220"/>
                </a:lnTo>
                <a:lnTo>
                  <a:pt x="39714" y="138585"/>
                </a:lnTo>
                <a:lnTo>
                  <a:pt x="39285" y="137922"/>
                </a:lnTo>
                <a:lnTo>
                  <a:pt x="38923" y="137230"/>
                </a:lnTo>
                <a:lnTo>
                  <a:pt x="38627" y="136511"/>
                </a:lnTo>
                <a:lnTo>
                  <a:pt x="38396" y="135763"/>
                </a:lnTo>
                <a:lnTo>
                  <a:pt x="38231" y="134987"/>
                </a:lnTo>
                <a:lnTo>
                  <a:pt x="38133" y="134182"/>
                </a:lnTo>
                <a:lnTo>
                  <a:pt x="38100" y="133350"/>
                </a:lnTo>
                <a:lnTo>
                  <a:pt x="38133" y="132513"/>
                </a:lnTo>
                <a:lnTo>
                  <a:pt x="38231" y="131695"/>
                </a:lnTo>
                <a:lnTo>
                  <a:pt x="38396" y="130894"/>
                </a:lnTo>
                <a:lnTo>
                  <a:pt x="38627" y="130113"/>
                </a:lnTo>
                <a:lnTo>
                  <a:pt x="38923" y="129351"/>
                </a:lnTo>
                <a:lnTo>
                  <a:pt x="39285" y="128608"/>
                </a:lnTo>
                <a:lnTo>
                  <a:pt x="39714" y="127885"/>
                </a:lnTo>
                <a:lnTo>
                  <a:pt x="40207" y="127179"/>
                </a:lnTo>
                <a:lnTo>
                  <a:pt x="40767" y="126492"/>
                </a:lnTo>
                <a:lnTo>
                  <a:pt x="41383" y="125852"/>
                </a:lnTo>
                <a:lnTo>
                  <a:pt x="42046" y="125288"/>
                </a:lnTo>
                <a:lnTo>
                  <a:pt x="42757" y="124798"/>
                </a:lnTo>
                <a:lnTo>
                  <a:pt x="43514" y="124385"/>
                </a:lnTo>
                <a:lnTo>
                  <a:pt x="44318" y="124046"/>
                </a:lnTo>
                <a:lnTo>
                  <a:pt x="45169" y="123783"/>
                </a:lnTo>
                <a:lnTo>
                  <a:pt x="46068" y="123594"/>
                </a:lnTo>
                <a:lnTo>
                  <a:pt x="47013" y="123482"/>
                </a:lnTo>
                <a:lnTo>
                  <a:pt x="48006" y="123444"/>
                </a:lnTo>
                <a:lnTo>
                  <a:pt x="95250" y="123444"/>
                </a:lnTo>
                <a:lnTo>
                  <a:pt x="96087" y="123482"/>
                </a:lnTo>
                <a:lnTo>
                  <a:pt x="96905" y="123594"/>
                </a:lnTo>
                <a:lnTo>
                  <a:pt x="97706" y="123783"/>
                </a:lnTo>
                <a:lnTo>
                  <a:pt x="98487" y="124046"/>
                </a:lnTo>
                <a:lnTo>
                  <a:pt x="99249" y="124385"/>
                </a:lnTo>
                <a:lnTo>
                  <a:pt x="99992" y="124798"/>
                </a:lnTo>
                <a:lnTo>
                  <a:pt x="100715" y="125288"/>
                </a:lnTo>
                <a:lnTo>
                  <a:pt x="101421" y="125852"/>
                </a:lnTo>
                <a:lnTo>
                  <a:pt x="102108" y="126492"/>
                </a:lnTo>
                <a:lnTo>
                  <a:pt x="102748" y="127179"/>
                </a:lnTo>
                <a:lnTo>
                  <a:pt x="103312" y="127885"/>
                </a:lnTo>
                <a:lnTo>
                  <a:pt x="103802" y="128608"/>
                </a:lnTo>
                <a:lnTo>
                  <a:pt x="104215" y="129351"/>
                </a:lnTo>
                <a:lnTo>
                  <a:pt x="104554" y="130113"/>
                </a:lnTo>
                <a:lnTo>
                  <a:pt x="104817" y="130894"/>
                </a:lnTo>
                <a:lnTo>
                  <a:pt x="105006" y="131695"/>
                </a:lnTo>
                <a:lnTo>
                  <a:pt x="105118" y="132513"/>
                </a:lnTo>
                <a:lnTo>
                  <a:pt x="105156" y="133350"/>
                </a:lnTo>
                <a:close/>
                <a:moveTo>
                  <a:pt x="215646" y="117348"/>
                </a:moveTo>
                <a:lnTo>
                  <a:pt x="179070" y="105156"/>
                </a:lnTo>
                <a:lnTo>
                  <a:pt x="178393" y="105006"/>
                </a:lnTo>
                <a:lnTo>
                  <a:pt x="177716" y="104892"/>
                </a:lnTo>
                <a:lnTo>
                  <a:pt x="177038" y="104817"/>
                </a:lnTo>
                <a:lnTo>
                  <a:pt x="176361" y="104780"/>
                </a:lnTo>
                <a:lnTo>
                  <a:pt x="175683" y="104780"/>
                </a:lnTo>
                <a:lnTo>
                  <a:pt x="175006" y="104817"/>
                </a:lnTo>
                <a:lnTo>
                  <a:pt x="174328" y="104892"/>
                </a:lnTo>
                <a:lnTo>
                  <a:pt x="173651" y="105006"/>
                </a:lnTo>
                <a:lnTo>
                  <a:pt x="172974" y="105156"/>
                </a:lnTo>
                <a:lnTo>
                  <a:pt x="137160" y="117348"/>
                </a:lnTo>
                <a:lnTo>
                  <a:pt x="135838" y="117734"/>
                </a:lnTo>
                <a:lnTo>
                  <a:pt x="134583" y="118214"/>
                </a:lnTo>
                <a:lnTo>
                  <a:pt x="133392" y="118787"/>
                </a:lnTo>
                <a:lnTo>
                  <a:pt x="132268" y="119455"/>
                </a:lnTo>
                <a:lnTo>
                  <a:pt x="131210" y="120217"/>
                </a:lnTo>
                <a:lnTo>
                  <a:pt x="130217" y="121073"/>
                </a:lnTo>
                <a:lnTo>
                  <a:pt x="129290" y="122024"/>
                </a:lnTo>
                <a:lnTo>
                  <a:pt x="128430" y="123068"/>
                </a:lnTo>
                <a:lnTo>
                  <a:pt x="127635" y="124206"/>
                </a:lnTo>
                <a:lnTo>
                  <a:pt x="126915" y="125400"/>
                </a:lnTo>
                <a:lnTo>
                  <a:pt x="126281" y="126614"/>
                </a:lnTo>
                <a:lnTo>
                  <a:pt x="125730" y="127846"/>
                </a:lnTo>
                <a:lnTo>
                  <a:pt x="125264" y="129098"/>
                </a:lnTo>
                <a:lnTo>
                  <a:pt x="124883" y="130368"/>
                </a:lnTo>
                <a:lnTo>
                  <a:pt x="124587" y="131656"/>
                </a:lnTo>
                <a:lnTo>
                  <a:pt x="124376" y="132964"/>
                </a:lnTo>
                <a:lnTo>
                  <a:pt x="124248" y="134291"/>
                </a:lnTo>
                <a:lnTo>
                  <a:pt x="124206" y="135636"/>
                </a:lnTo>
                <a:lnTo>
                  <a:pt x="124206" y="166878"/>
                </a:lnTo>
                <a:lnTo>
                  <a:pt x="124441" y="171741"/>
                </a:lnTo>
                <a:lnTo>
                  <a:pt x="125147" y="176512"/>
                </a:lnTo>
                <a:lnTo>
                  <a:pt x="126322" y="181186"/>
                </a:lnTo>
                <a:lnTo>
                  <a:pt x="127969" y="185768"/>
                </a:lnTo>
                <a:lnTo>
                  <a:pt x="130086" y="190255"/>
                </a:lnTo>
                <a:lnTo>
                  <a:pt x="132673" y="194649"/>
                </a:lnTo>
                <a:lnTo>
                  <a:pt x="135730" y="198948"/>
                </a:lnTo>
                <a:lnTo>
                  <a:pt x="139257" y="203153"/>
                </a:lnTo>
                <a:lnTo>
                  <a:pt x="143256" y="207264"/>
                </a:lnTo>
                <a:lnTo>
                  <a:pt x="145843" y="209766"/>
                </a:lnTo>
                <a:lnTo>
                  <a:pt x="148524" y="212193"/>
                </a:lnTo>
                <a:lnTo>
                  <a:pt x="151299" y="214545"/>
                </a:lnTo>
                <a:lnTo>
                  <a:pt x="154169" y="216822"/>
                </a:lnTo>
                <a:lnTo>
                  <a:pt x="157132" y="219024"/>
                </a:lnTo>
                <a:lnTo>
                  <a:pt x="160190" y="221150"/>
                </a:lnTo>
                <a:lnTo>
                  <a:pt x="163340" y="223200"/>
                </a:lnTo>
                <a:lnTo>
                  <a:pt x="166587" y="225176"/>
                </a:lnTo>
                <a:lnTo>
                  <a:pt x="169926" y="227076"/>
                </a:lnTo>
                <a:lnTo>
                  <a:pt x="172212" y="227838"/>
                </a:lnTo>
                <a:lnTo>
                  <a:pt x="172724" y="227998"/>
                </a:lnTo>
                <a:lnTo>
                  <a:pt x="173246" y="228139"/>
                </a:lnTo>
                <a:lnTo>
                  <a:pt x="173778" y="228261"/>
                </a:lnTo>
                <a:lnTo>
                  <a:pt x="174319" y="228365"/>
                </a:lnTo>
                <a:lnTo>
                  <a:pt x="174869" y="228450"/>
                </a:lnTo>
                <a:lnTo>
                  <a:pt x="175430" y="228515"/>
                </a:lnTo>
                <a:lnTo>
                  <a:pt x="175998" y="228562"/>
                </a:lnTo>
                <a:lnTo>
                  <a:pt x="176577" y="228590"/>
                </a:lnTo>
                <a:lnTo>
                  <a:pt x="177165" y="228600"/>
                </a:lnTo>
                <a:lnTo>
                  <a:pt x="177753" y="228581"/>
                </a:lnTo>
                <a:lnTo>
                  <a:pt x="178332" y="228525"/>
                </a:lnTo>
                <a:lnTo>
                  <a:pt x="178900" y="228430"/>
                </a:lnTo>
                <a:lnTo>
                  <a:pt x="179461" y="228299"/>
                </a:lnTo>
                <a:lnTo>
                  <a:pt x="180011" y="228129"/>
                </a:lnTo>
                <a:lnTo>
                  <a:pt x="180552" y="227923"/>
                </a:lnTo>
                <a:lnTo>
                  <a:pt x="181084" y="227678"/>
                </a:lnTo>
                <a:lnTo>
                  <a:pt x="181606" y="227396"/>
                </a:lnTo>
                <a:lnTo>
                  <a:pt x="182118" y="227076"/>
                </a:lnTo>
                <a:lnTo>
                  <a:pt x="182118" y="227076"/>
                </a:lnTo>
                <a:lnTo>
                  <a:pt x="185467" y="225656"/>
                </a:lnTo>
                <a:lnTo>
                  <a:pt x="188741" y="224103"/>
                </a:lnTo>
                <a:lnTo>
                  <a:pt x="191939" y="222419"/>
                </a:lnTo>
                <a:lnTo>
                  <a:pt x="195062" y="220604"/>
                </a:lnTo>
                <a:lnTo>
                  <a:pt x="198110" y="218656"/>
                </a:lnTo>
                <a:lnTo>
                  <a:pt x="201083" y="216578"/>
                </a:lnTo>
                <a:lnTo>
                  <a:pt x="203981" y="214367"/>
                </a:lnTo>
                <a:lnTo>
                  <a:pt x="206803" y="212025"/>
                </a:lnTo>
                <a:lnTo>
                  <a:pt x="209550" y="209550"/>
                </a:lnTo>
                <a:lnTo>
                  <a:pt x="213549" y="205561"/>
                </a:lnTo>
                <a:lnTo>
                  <a:pt x="217076" y="201384"/>
                </a:lnTo>
                <a:lnTo>
                  <a:pt x="220133" y="197019"/>
                </a:lnTo>
                <a:lnTo>
                  <a:pt x="222720" y="192466"/>
                </a:lnTo>
                <a:lnTo>
                  <a:pt x="224837" y="187724"/>
                </a:lnTo>
                <a:lnTo>
                  <a:pt x="226484" y="182795"/>
                </a:lnTo>
                <a:lnTo>
                  <a:pt x="227659" y="177677"/>
                </a:lnTo>
                <a:lnTo>
                  <a:pt x="228365" y="172372"/>
                </a:lnTo>
                <a:lnTo>
                  <a:pt x="228600" y="166878"/>
                </a:lnTo>
                <a:lnTo>
                  <a:pt x="228600" y="135636"/>
                </a:lnTo>
                <a:lnTo>
                  <a:pt x="228558" y="134291"/>
                </a:lnTo>
                <a:lnTo>
                  <a:pt x="228430" y="132964"/>
                </a:lnTo>
                <a:lnTo>
                  <a:pt x="228219" y="131656"/>
                </a:lnTo>
                <a:lnTo>
                  <a:pt x="227923" y="130368"/>
                </a:lnTo>
                <a:lnTo>
                  <a:pt x="227542" y="129098"/>
                </a:lnTo>
                <a:lnTo>
                  <a:pt x="227076" y="127846"/>
                </a:lnTo>
                <a:lnTo>
                  <a:pt x="226525" y="126614"/>
                </a:lnTo>
                <a:lnTo>
                  <a:pt x="225891" y="125400"/>
                </a:lnTo>
                <a:lnTo>
                  <a:pt x="225171" y="124206"/>
                </a:lnTo>
                <a:lnTo>
                  <a:pt x="224376" y="123068"/>
                </a:lnTo>
                <a:lnTo>
                  <a:pt x="223516" y="122024"/>
                </a:lnTo>
                <a:lnTo>
                  <a:pt x="222589" y="121073"/>
                </a:lnTo>
                <a:lnTo>
                  <a:pt x="221596" y="120217"/>
                </a:lnTo>
                <a:lnTo>
                  <a:pt x="220538" y="119455"/>
                </a:lnTo>
                <a:lnTo>
                  <a:pt x="219414" y="118787"/>
                </a:lnTo>
                <a:lnTo>
                  <a:pt x="218223" y="118214"/>
                </a:lnTo>
                <a:lnTo>
                  <a:pt x="216968" y="117734"/>
                </a:lnTo>
                <a:lnTo>
                  <a:pt x="215646" y="117348"/>
                </a:lnTo>
                <a:close/>
                <a:moveTo>
                  <a:pt x="209550" y="166878"/>
                </a:moveTo>
                <a:lnTo>
                  <a:pt x="209390" y="170397"/>
                </a:lnTo>
                <a:lnTo>
                  <a:pt x="208910" y="173840"/>
                </a:lnTo>
                <a:lnTo>
                  <a:pt x="208111" y="177207"/>
                </a:lnTo>
                <a:lnTo>
                  <a:pt x="206992" y="180500"/>
                </a:lnTo>
                <a:lnTo>
                  <a:pt x="205551" y="183717"/>
                </a:lnTo>
                <a:lnTo>
                  <a:pt x="203793" y="186860"/>
                </a:lnTo>
                <a:lnTo>
                  <a:pt x="201714" y="189927"/>
                </a:lnTo>
                <a:lnTo>
                  <a:pt x="199314" y="192917"/>
                </a:lnTo>
                <a:lnTo>
                  <a:pt x="196596" y="195834"/>
                </a:lnTo>
                <a:lnTo>
                  <a:pt x="194696" y="197499"/>
                </a:lnTo>
                <a:lnTo>
                  <a:pt x="192720" y="199108"/>
                </a:lnTo>
                <a:lnTo>
                  <a:pt x="190670" y="200660"/>
                </a:lnTo>
                <a:lnTo>
                  <a:pt x="188544" y="202156"/>
                </a:lnTo>
                <a:lnTo>
                  <a:pt x="186342" y="203595"/>
                </a:lnTo>
                <a:lnTo>
                  <a:pt x="184065" y="204978"/>
                </a:lnTo>
                <a:lnTo>
                  <a:pt x="181713" y="206305"/>
                </a:lnTo>
                <a:lnTo>
                  <a:pt x="179286" y="207575"/>
                </a:lnTo>
                <a:lnTo>
                  <a:pt x="176784" y="208788"/>
                </a:lnTo>
                <a:lnTo>
                  <a:pt x="174122" y="207405"/>
                </a:lnTo>
                <a:lnTo>
                  <a:pt x="171554" y="205966"/>
                </a:lnTo>
                <a:lnTo>
                  <a:pt x="169079" y="204470"/>
                </a:lnTo>
                <a:lnTo>
                  <a:pt x="166699" y="202918"/>
                </a:lnTo>
                <a:lnTo>
                  <a:pt x="164413" y="201309"/>
                </a:lnTo>
                <a:lnTo>
                  <a:pt x="162221" y="199644"/>
                </a:lnTo>
                <a:lnTo>
                  <a:pt x="160124" y="197923"/>
                </a:lnTo>
                <a:lnTo>
                  <a:pt x="158120" y="196145"/>
                </a:lnTo>
                <a:lnTo>
                  <a:pt x="156210" y="194310"/>
                </a:lnTo>
                <a:lnTo>
                  <a:pt x="153492" y="191412"/>
                </a:lnTo>
                <a:lnTo>
                  <a:pt x="151092" y="188478"/>
                </a:lnTo>
                <a:lnTo>
                  <a:pt x="149013" y="185505"/>
                </a:lnTo>
                <a:lnTo>
                  <a:pt x="147255" y="182494"/>
                </a:lnTo>
                <a:lnTo>
                  <a:pt x="145814" y="179446"/>
                </a:lnTo>
                <a:lnTo>
                  <a:pt x="144695" y="176361"/>
                </a:lnTo>
                <a:lnTo>
                  <a:pt x="143896" y="173238"/>
                </a:lnTo>
                <a:lnTo>
                  <a:pt x="143416" y="170076"/>
                </a:lnTo>
                <a:lnTo>
                  <a:pt x="143256" y="166878"/>
                </a:lnTo>
                <a:lnTo>
                  <a:pt x="143256" y="135636"/>
                </a:lnTo>
                <a:lnTo>
                  <a:pt x="176022" y="124206"/>
                </a:lnTo>
                <a:lnTo>
                  <a:pt x="209550" y="135636"/>
                </a:lnTo>
                <a:close/>
              </a:path>
            </a:pathLst>
          </a:custGeom>
          <a:solidFill>
            <a:srgbClr val="C77E8C"/>
          </a:solidFill>
          <a:ln w="0">
            <a:noFill/>
          </a:ln>
        </p:spPr>
      </p:sp>
      <p:sp>
        <p:nvSpPr>
          <p:cNvPr id="51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7E419CFD-1CBD-4783-8BC5-BCA210200B7B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5</a:t>
            </a:fld>
            <a:endParaRPr sz="1650" b="0">
              <a:solidFill>
                <a:srgbClr val="CF8792"/>
              </a:solidFill>
              <a:latin typeface="Source Han Serif TW"/>
              <a:ea typeface="Source Han Serif TW"/>
              <a:cs typeface="Source Han Serif TW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CEC3961-062F-4D22-BC63-3729F16A31C4}"/>
              </a:ext>
            </a:extLst>
          </p:cNvPr>
          <p:cNvSpPr txBox="1"/>
          <p:nvPr/>
        </p:nvSpPr>
        <p:spPr>
          <a:xfrm>
            <a:off x="4826000" y="8255000"/>
            <a:ext cx="635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TW" sz="1200">
                <a:solidFill>
                  <a:srgbClr val="CF878D"/>
                </a:solidFill>
                <a:latin typeface="Source Han Serif TW" panose="02020400000000000000" pitchFamily="18" charset="-120"/>
              </a:rPr>
              <a:t>Uicons by Flaticon · flaticon.com/uicons</a:t>
            </a:r>
            <a:endParaRPr lang="zh-TW" altLang="en-US" sz="1200">
              <a:solidFill>
                <a:srgbClr val="CF878D"/>
              </a:solidFill>
              <a:latin typeface="Source Han Serif TW" panose="020204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143396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5871357B-D24E-4E42-9B9C-386B34BC79EA}"/>
              </a:ext>
            </a:extLst>
          </p:cNvPr>
          <p:cNvSpPr>
            <a:spLocks noGrp="1"/>
          </p:cNvSpPr>
          <p:nvPr/>
        </p:nvSpPr>
        <p:spPr>
          <a:xfrm>
            <a:off x="1285875" y="619125"/>
            <a:ext cx="13354050" cy="857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0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兩種完整初始化方案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231DB15-2CEC-48DD-B5D7-AC9D0F6B8A03}"/>
              </a:ext>
            </a:extLst>
          </p:cNvPr>
          <p:cNvSpPr>
            <a:spLocks noGrp="1"/>
          </p:cNvSpPr>
          <p:nvPr/>
        </p:nvSpPr>
        <p:spPr>
          <a:xfrm>
            <a:off x="1428750" y="1619250"/>
            <a:ext cx="13068300" cy="542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Policy 組成、Java seed 與 G0 生成方式同時改變</a:t>
            </a:r>
          </a:p>
        </p:txBody>
      </p:sp>
      <p:graphicFrame>
        <p:nvGraphicFramePr>
          <p:cNvPr id="7" name="表格 6"/>
          <p:cNvGraphicFramePr/>
          <p:nvPr/>
        </p:nvGraphicFramePr>
        <p:xfrm>
          <a:off x="1428750" y="2714625"/>
          <a:ext cx="13068300" cy="3667125"/>
        </p:xfrm>
        <a:graphic>
          <a:graphicData uri="http://schemas.openxmlformats.org/drawingml/2006/table">
            <a:tbl>
              <a:tblPr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43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3425">
                <a:tc>
                  <a:txBody>
                    <a:bodyPr/>
                    <a:lstStyle/>
                    <a:p>
                      <a:pPr algn="l"/>
                      <a:r>
                        <a:rPr sz="23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條件</a:t>
                      </a:r>
                    </a:p>
                  </a:txBody>
                  <a:tcPr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全 Worker Rush</a:t>
                      </a:r>
                    </a:p>
                  </a:txBody>
                  <a:tcPr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Mixed policies</a:t>
                      </a:r>
                    </a:p>
                  </a:txBody>
                  <a:tcPr>
                    <a:solidFill>
                      <a:srgbClr val="DEB4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3425">
                <a:tc>
                  <a:txBody>
                    <a:bodyPr/>
                    <a:lstStyle/>
                    <a:p>
                      <a:pPr algn="l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Policy 組成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 個相同 Worker Rush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 個 Worker Rush ＋ 9 個 LLM policies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3425">
                <a:tc>
                  <a:txBody>
                    <a:bodyPr/>
                    <a:lstStyle/>
                    <a:p>
                      <a:pPr algn="l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Inherited Java seed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no-op Java seed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checked-in WorkerRush Java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3425">
                <a:tc>
                  <a:txBody>
                    <a:bodyPr/>
                    <a:lstStyle/>
                    <a:p>
                      <a:pPr algn="l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Generation 0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 次獨立 Java generation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共用固定 Java，不執行 Generator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3425">
                <a:tc>
                  <a:txBody>
                    <a:bodyPr/>
                    <a:lstStyle/>
                    <a:p>
                      <a:pPr algn="l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G0 策略與程式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由 Generator 嘗試實現 policy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不同 policy 暫時對應同一個 Java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9D2084D2-183E-477E-A523-CB4345996347}"/>
              </a:ext>
            </a:extLst>
          </p:cNvPr>
          <p:cNvSpPr>
            <a:spLocks noGrp="1"/>
          </p:cNvSpPr>
          <p:nvPr/>
        </p:nvSpPr>
        <p:spPr>
          <a:xfrm>
            <a:off x="1666875" y="7829550"/>
            <a:ext cx="1259205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本次可比較整體初始化方案，尚無法分離 policy 多樣性的單獨效果</a:t>
            </a:r>
          </a:p>
        </p:txBody>
      </p:sp>
      <p:sp>
        <p:nvSpPr>
          <p:cNvPr id="9000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BDAAFB8-6CF9-48F2-A005-845DDE7B1C7C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6</a:t>
            </a:fld>
            <a:endParaRPr sz="1650" b="0">
              <a:solidFill>
                <a:srgbClr val="CF8792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2464944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ED032584-AAA0-4552-B681-FD17B831C8CD}"/>
              </a:ext>
            </a:extLst>
          </p:cNvPr>
          <p:cNvSpPr>
            <a:spLocks noGrp="1"/>
          </p:cNvSpPr>
          <p:nvPr/>
        </p:nvSpPr>
        <p:spPr>
          <a:xfrm>
            <a:off x="1285875" y="619125"/>
            <a:ext cx="13354050" cy="857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0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共同實驗設定與評估矩陣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2440986-A54C-43E5-BB6F-6E459DA3DD7B}"/>
              </a:ext>
            </a:extLst>
          </p:cNvPr>
          <p:cNvSpPr>
            <a:spLocks noGrp="1"/>
          </p:cNvSpPr>
          <p:nvPr/>
        </p:nvSpPr>
        <p:spPr>
          <a:xfrm>
            <a:off x="1428750" y="1619250"/>
            <a:ext cx="13068300" cy="542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每條件 1 次 evolutionary run，EA random seed 皆為 7</a:t>
            </a:r>
          </a:p>
        </p:txBody>
      </p:sp>
      <p:graphicFrame>
        <p:nvGraphicFramePr>
          <p:cNvPr id="7" name="表格 6"/>
          <p:cNvGraphicFramePr/>
          <p:nvPr/>
        </p:nvGraphicFramePr>
        <p:xfrm>
          <a:off x="1428750" y="2714625"/>
          <a:ext cx="13068300" cy="4286250"/>
        </p:xfrm>
        <a:graphic>
          <a:graphicData uri="http://schemas.openxmlformats.org/drawingml/2006/table">
            <a:tbl>
              <a:tblPr/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20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2321">
                <a:tc>
                  <a:txBody>
                    <a:bodyPr/>
                    <a:lstStyle/>
                    <a:p>
                      <a:pPr algn="l"/>
                      <a:r>
                        <a:rPr sz="22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項目</a:t>
                      </a:r>
                    </a:p>
                  </a:txBody>
                  <a:tcPr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設定</a:t>
                      </a:r>
                    </a:p>
                  </a:txBody>
                  <a:tcPr>
                    <a:solidFill>
                      <a:srgbClr val="DEB4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321">
                <a:tc>
                  <a:txBody>
                    <a:bodyPr/>
                    <a:lstStyle/>
                    <a:p>
                      <a:pPr algn="l"/>
                      <a:r>
                        <a:rPr sz="22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搜尋規模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20 代，每代 10 offspring，survivors 10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321">
                <a:tc>
                  <a:txBody>
                    <a:bodyPr/>
                    <a:lstStyle/>
                    <a:p>
                      <a:pPr algn="l"/>
                      <a:r>
                        <a:rPr sz="22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模型與操作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Ministral 3 8B；crossover 0.75；mutation 1.0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2321">
                <a:tc>
                  <a:txBody>
                    <a:bodyPr/>
                    <a:lstStyle/>
                    <a:p>
                      <a:pPr algn="l"/>
                      <a:r>
                        <a:rPr sz="22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Selection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Opponent-wise Lexicase；μ＋λ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321">
                <a:tc>
                  <a:txBody>
                    <a:bodyPr/>
                    <a:lstStyle/>
                    <a:p>
                      <a:pPr algn="l"/>
                      <a:r>
                        <a:rPr sz="22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搜尋評估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 opponents × 3 maps × 3 rounds × 2 sides ＝ 180 場／candidate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2321">
                <a:tc>
                  <a:txBody>
                    <a:bodyPr/>
                    <a:lstStyle/>
                    <a:p>
                      <a:pPr algn="l"/>
                      <a:r>
                        <a:rPr sz="22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Final test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最佳 agent 共 600 場；每 opponent 60 場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2321">
                <a:tc>
                  <a:txBody>
                    <a:bodyPr/>
                    <a:lstStyle/>
                    <a:p>
                      <a:pPr algn="l"/>
                      <a:r>
                        <a:rPr sz="22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地圖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8×8、16×16、24×24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4DB1C57B-EB4F-4438-82B5-E1EA1FBB150B}"/>
              </a:ext>
            </a:extLst>
          </p:cNvPr>
          <p:cNvSpPr>
            <a:spLocks noGrp="1"/>
          </p:cNvSpPr>
          <p:nvPr/>
        </p:nvSpPr>
        <p:spPr>
          <a:xfrm>
            <a:off x="1666875" y="7829550"/>
            <a:ext cx="1259205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搜尋評估、最終族群診斷與最佳 agent 的 Final test 必須分開解讀</a:t>
            </a:r>
          </a:p>
        </p:txBody>
      </p:sp>
      <p:sp>
        <p:nvSpPr>
          <p:cNvPr id="9000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59E62D0A-7CE1-4B00-BDB8-091C6DDCA1CC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7</a:t>
            </a:fld>
            <a:endParaRPr sz="1650" b="0">
              <a:solidFill>
                <a:srgbClr val="CF8792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13559970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BC5FB593-C735-458C-84BA-EE2D648E0575}"/>
              </a:ext>
            </a:extLst>
          </p:cNvPr>
          <p:cNvSpPr>
            <a:spLocks noGrp="1"/>
          </p:cNvSpPr>
          <p:nvPr/>
        </p:nvSpPr>
        <p:spPr>
          <a:xfrm>
            <a:off x="1285875" y="619125"/>
            <a:ext cx="13354050" cy="857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0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Mixed 方案取得較高的最終戰力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2A3224E-96E8-4CD2-BFB1-4B12E6356AA2}"/>
              </a:ext>
            </a:extLst>
          </p:cNvPr>
          <p:cNvSpPr>
            <a:spLocks noGrp="1"/>
          </p:cNvSpPr>
          <p:nvPr/>
        </p:nvSpPr>
        <p:spPr>
          <a:xfrm>
            <a:off x="1428750" y="1619250"/>
            <a:ext cx="13068300" cy="542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Final test 每組 600 場，皆無執行錯誤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625F713-873A-49A9-9A8B-C617FA2A8A19}"/>
              </a:ext>
            </a:extLst>
          </p:cNvPr>
          <p:cNvSpPr>
            <a:spLocks noGrp="1"/>
          </p:cNvSpPr>
          <p:nvPr/>
        </p:nvSpPr>
        <p:spPr>
          <a:xfrm>
            <a:off x="2000250" y="2714625"/>
            <a:ext cx="504825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全 Worker Rush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62AE987-4B3F-448E-8B74-60BEC59198BF}"/>
              </a:ext>
            </a:extLst>
          </p:cNvPr>
          <p:cNvSpPr>
            <a:spLocks noGrp="1"/>
          </p:cNvSpPr>
          <p:nvPr/>
        </p:nvSpPr>
        <p:spPr>
          <a:xfrm>
            <a:off x="8953500" y="2714625"/>
            <a:ext cx="504825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Mixed policies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E91BDA5-063B-43FB-8856-0DB1778764D0}"/>
              </a:ext>
            </a:extLst>
          </p:cNvPr>
          <p:cNvSpPr>
            <a:spLocks noGrp="1"/>
          </p:cNvSpPr>
          <p:nvPr/>
        </p:nvSpPr>
        <p:spPr>
          <a:xfrm>
            <a:off x="2000250" y="3381375"/>
            <a:ext cx="5048250" cy="1143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69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69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4.0%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DF7F74C-26ED-4358-B6EF-D1B9BF2457F1}"/>
              </a:ext>
            </a:extLst>
          </p:cNvPr>
          <p:cNvSpPr>
            <a:spLocks noGrp="1"/>
          </p:cNvSpPr>
          <p:nvPr/>
        </p:nvSpPr>
        <p:spPr>
          <a:xfrm>
            <a:off x="8953500" y="3381375"/>
            <a:ext cx="5048250" cy="1143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6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6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42.7%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1CBD785-390F-4D43-AB6C-6BC98CF67953}"/>
              </a:ext>
            </a:extLst>
          </p:cNvPr>
          <p:cNvSpPr>
            <a:spLocks noGrp="1"/>
          </p:cNvSpPr>
          <p:nvPr/>
        </p:nvSpPr>
        <p:spPr>
          <a:xfrm>
            <a:off x="1714500" y="4714875"/>
            <a:ext cx="561975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24 勝／141 和／435 敗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47D70CF-8016-4254-A9FE-175DFA3760DC}"/>
              </a:ext>
            </a:extLst>
          </p:cNvPr>
          <p:cNvSpPr>
            <a:spLocks noGrp="1"/>
          </p:cNvSpPr>
          <p:nvPr/>
        </p:nvSpPr>
        <p:spPr>
          <a:xfrm>
            <a:off x="8667750" y="4714875"/>
            <a:ext cx="561975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256 勝／12 和／332 敗</a:t>
            </a:r>
          </a:p>
        </p:txBody>
      </p:sp>
      <p:graphicFrame>
        <p:nvGraphicFramePr>
          <p:cNvPr id="19" name="表格 18"/>
          <p:cNvGraphicFramePr/>
          <p:nvPr/>
        </p:nvGraphicFramePr>
        <p:xfrm>
          <a:off x="1428750" y="5715000"/>
          <a:ext cx="13068300" cy="1762125"/>
        </p:xfrm>
        <a:graphic>
          <a:graphicData uri="http://schemas.openxmlformats.org/drawingml/2006/table">
            <a:tbl>
              <a:tblPr/>
              <a:tblGrid>
                <a:gridCol w="447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5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5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7375">
                <a:tc>
                  <a:txBody>
                    <a:bodyPr/>
                    <a:lstStyle/>
                    <a:p>
                      <a:pPr algn="l"/>
                      <a:r>
                        <a:rPr sz="217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最終族群 GP</a:t>
                      </a:r>
                    </a:p>
                  </a:txBody>
                  <a:tcPr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全 Worker Rush</a:t>
                      </a:r>
                    </a:p>
                  </a:txBody>
                  <a:tcPr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Mixed</a:t>
                      </a:r>
                    </a:p>
                  </a:txBody>
                  <a:tcPr>
                    <a:solidFill>
                      <a:srgbClr val="DEB4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pPr algn="l"/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最佳</a:t>
                      </a:r>
                    </a:p>
                  </a:txBody>
                  <a:tcPr>
                    <a:solidFill>
                      <a:srgbClr val="FAED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−87.78</a:t>
                      </a:r>
                    </a:p>
                  </a:txBody>
                  <a:tcPr>
                    <a:solidFill>
                      <a:srgbClr val="FAED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−50.51</a:t>
                      </a:r>
                    </a:p>
                  </a:txBody>
                  <a:tcPr>
                    <a:solidFill>
                      <a:srgbClr val="FAED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pPr algn="l"/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平均／中位數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−88.89／−89.09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−65.35／−67.67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BB01A6AA-B4BE-4A57-9996-D5E2AB0A1F45}"/>
              </a:ext>
            </a:extLst>
          </p:cNvPr>
          <p:cNvSpPr>
            <a:spLocks noGrp="1"/>
          </p:cNvSpPr>
          <p:nvPr/>
        </p:nvSpPr>
        <p:spPr>
          <a:xfrm>
            <a:off x="1666875" y="7829550"/>
            <a:ext cx="1259205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勝率增加 38.7 個百分點；搜尋時間由 15.21 小時增加至 16.72 小時（約 ＋9.9%）</a:t>
            </a:r>
          </a:p>
        </p:txBody>
      </p:sp>
      <p:sp>
        <p:nvSpPr>
          <p:cNvPr id="9000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86F72865-AAFC-41B5-A791-ADFC68487091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8</a:t>
            </a:fld>
            <a:endParaRPr sz="1650" b="0">
              <a:solidFill>
                <a:srgbClr val="CF8792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12072031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A764304F-0740-4A98-A8F0-9CAA047F5A48}"/>
              </a:ext>
            </a:extLst>
          </p:cNvPr>
          <p:cNvSpPr>
            <a:spLocks noGrp="1"/>
          </p:cNvSpPr>
          <p:nvPr/>
        </p:nvSpPr>
        <p:spPr>
          <a:xfrm>
            <a:off x="1285875" y="619125"/>
            <a:ext cx="13354050" cy="857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0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兩組從相近的 G0 開始分化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6A11BDC-81EE-4BFA-8FEE-E7AA2DD091CF}"/>
              </a:ext>
            </a:extLst>
          </p:cNvPr>
          <p:cNvSpPr>
            <a:spLocks noGrp="1"/>
          </p:cNvSpPr>
          <p:nvPr/>
        </p:nvSpPr>
        <p:spPr>
          <a:xfrm>
            <a:off x="1428750" y="1619250"/>
            <a:ext cx="13068300" cy="542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所列世代的 best GP；越高越好，並非 best-so-far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="1428750" y="2619375"/>
          <a:ext cx="10572750" cy="4524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C38FD946-0A59-475A-AB53-CA4465C08198}"/>
              </a:ext>
            </a:extLst>
          </p:cNvPr>
          <p:cNvSpPr>
            <a:spLocks noGrp="1"/>
          </p:cNvSpPr>
          <p:nvPr/>
        </p:nvSpPr>
        <p:spPr>
          <a:xfrm>
            <a:off x="12192000" y="3381375"/>
            <a:ext cx="257175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G12 主要突破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D3B91EE-5FD7-469B-8A9C-80BB845EB491}"/>
              </a:ext>
            </a:extLst>
          </p:cNvPr>
          <p:cNvSpPr>
            <a:spLocks noGrp="1"/>
          </p:cNvSpPr>
          <p:nvPr/>
        </p:nvSpPr>
        <p:spPr>
          <a:xfrm>
            <a:off x="12192000" y="4238625"/>
            <a:ext cx="2571750" cy="2476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Mixed</a:t>
            </a:r>
          </a:p>
          <a:p>
            <a:pPr algn="l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G11：−68.43</a:t>
            </a:r>
          </a:p>
          <a:p>
            <a:pPr algn="l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G12：−52.10</a:t>
            </a:r>
          </a:p>
          <a:p>
            <a:endParaRPr sz="2175" b="0">
              <a:solidFill>
                <a:srgbClr val="423C3B"/>
              </a:solidFill>
              <a:latin typeface="Source Han Serif TW"/>
              <a:ea typeface="Source Han Serif TW"/>
              <a:cs typeface="Source Han Serif TW"/>
            </a:endParaRPr>
          </a:p>
          <a:p>
            <a:pPr algn="l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G18：−50.51</a:t>
            </a:r>
          </a:p>
          <a:p>
            <a:pPr algn="l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G20 維持同值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86C88FE-A261-47B7-8B72-80638F8FE19F}"/>
              </a:ext>
            </a:extLst>
          </p:cNvPr>
          <p:cNvSpPr>
            <a:spLocks noGrp="1"/>
          </p:cNvSpPr>
          <p:nvPr/>
        </p:nvSpPr>
        <p:spPr>
          <a:xfrm>
            <a:off x="1666875" y="7829550"/>
            <a:ext cx="1259205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折線只連接分析稿提供的世代觀測點；Lexicase 不保證 aggregate GP 單調上升</a:t>
            </a:r>
          </a:p>
        </p:txBody>
      </p:sp>
      <p:sp>
        <p:nvSpPr>
          <p:cNvPr id="9000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991B6F48-A1D1-4832-B678-CDB2DCB38827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9</a:t>
            </a:fld>
            <a:endParaRPr sz="1650" b="0">
              <a:solidFill>
                <a:srgbClr val="CF8792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16119953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7D4F5DC4-7925-4BD7-9031-13CF8CC392F5}"/>
              </a:ext>
            </a:extLst>
          </p:cNvPr>
          <p:cNvSpPr>
            <a:spLocks noGrp="1"/>
          </p:cNvSpPr>
          <p:nvPr/>
        </p:nvSpPr>
        <p:spPr>
          <a:xfrm>
            <a:off x="1285875" y="619125"/>
            <a:ext cx="13354050" cy="857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0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Final test 的對手別表現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2919FE6-F7F7-437C-A7CC-6ABFA12161C0}"/>
              </a:ext>
            </a:extLst>
          </p:cNvPr>
          <p:cNvSpPr>
            <a:spLocks noGrp="1"/>
          </p:cNvSpPr>
          <p:nvPr/>
        </p:nvSpPr>
        <p:spPr>
          <a:xfrm>
            <a:off x="1428750" y="1619250"/>
            <a:ext cx="13068300" cy="542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 opponent 60 場；W / D / L 代表勝／和／敗</a:t>
            </a:r>
          </a:p>
        </p:txBody>
      </p:sp>
      <p:graphicFrame>
        <p:nvGraphicFramePr>
          <p:cNvPr id="7" name="表格 6"/>
          <p:cNvGraphicFramePr/>
          <p:nvPr/>
        </p:nvGraphicFramePr>
        <p:xfrm>
          <a:off x="1428750" y="2476500"/>
          <a:ext cx="13068300" cy="5143500"/>
        </p:xfrm>
        <a:graphic>
          <a:graphicData uri="http://schemas.openxmlformats.org/drawingml/2006/table">
            <a:tbl>
              <a:tblPr/>
              <a:tblGrid>
                <a:gridCol w="428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1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91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7591">
                <a:tc>
                  <a:txBody>
                    <a:bodyPr/>
                    <a:lstStyle/>
                    <a:p>
                      <a:pPr algn="l"/>
                      <a:r>
                        <a:rPr sz="20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Opponent</a:t>
                      </a:r>
                    </a:p>
                  </a:txBody>
                  <a:tcPr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全 Worker Rush</a:t>
                      </a:r>
                    </a:p>
                  </a:txBody>
                  <a:tcPr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Mixed policies</a:t>
                      </a:r>
                    </a:p>
                  </a:txBody>
                  <a:tcPr>
                    <a:solidFill>
                      <a:srgbClr val="DEB4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7591">
                <a:tc>
                  <a:txBody>
                    <a:bodyPr/>
                    <a:lstStyle/>
                    <a:p>
                      <a:pPr algn="l"/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Passive</a:t>
                      </a:r>
                    </a:p>
                  </a:txBody>
                  <a:tcPr>
                    <a:solidFill>
                      <a:srgbClr val="FAED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 / 60 / 0</a:t>
                      </a:r>
                    </a:p>
                  </a:txBody>
                  <a:tcPr>
                    <a:solidFill>
                      <a:srgbClr val="FAED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60 / 0 / 0</a:t>
                      </a:r>
                    </a:p>
                  </a:txBody>
                  <a:tcPr>
                    <a:solidFill>
                      <a:srgbClr val="FAED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7591">
                <a:tc>
                  <a:txBody>
                    <a:bodyPr/>
                    <a:lstStyle/>
                    <a:p>
                      <a:pPr algn="l"/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Random</a:t>
                      </a:r>
                    </a:p>
                  </a:txBody>
                  <a:tcPr>
                    <a:solidFill>
                      <a:srgbClr val="FAED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22 / 38 / 0</a:t>
                      </a:r>
                    </a:p>
                  </a:txBody>
                  <a:tcPr>
                    <a:solidFill>
                      <a:srgbClr val="FAED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59 / 1 / 0</a:t>
                      </a:r>
                    </a:p>
                  </a:txBody>
                  <a:tcPr>
                    <a:solidFill>
                      <a:srgbClr val="FAED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7591">
                <a:tc>
                  <a:txBody>
                    <a:bodyPr/>
                    <a:lstStyle/>
                    <a:p>
                      <a:pPr algn="l"/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RandomBiased</a:t>
                      </a:r>
                    </a:p>
                  </a:txBody>
                  <a:tcPr>
                    <a:solidFill>
                      <a:srgbClr val="FAED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 / 43 / 15</a:t>
                      </a:r>
                    </a:p>
                  </a:txBody>
                  <a:tcPr>
                    <a:solidFill>
                      <a:srgbClr val="FAED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57 / 1 / 2</a:t>
                      </a:r>
                    </a:p>
                  </a:txBody>
                  <a:tcPr>
                    <a:solidFill>
                      <a:srgbClr val="FAED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7591">
                <a:tc>
                  <a:txBody>
                    <a:bodyPr/>
                    <a:lstStyle/>
                    <a:p>
                      <a:pPr algn="l"/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LightRush</a:t>
                      </a:r>
                    </a:p>
                  </a:txBody>
                  <a:tcPr>
                    <a:solidFill>
                      <a:srgbClr val="FAED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 / 0 / 60</a:t>
                      </a:r>
                    </a:p>
                  </a:txBody>
                  <a:tcPr>
                    <a:solidFill>
                      <a:srgbClr val="FAED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30 / 10 / 20</a:t>
                      </a:r>
                    </a:p>
                  </a:txBody>
                  <a:tcPr>
                    <a:solidFill>
                      <a:srgbClr val="FAED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7591">
                <a:tc>
                  <a:txBody>
                    <a:bodyPr/>
                    <a:lstStyle/>
                    <a:p>
                      <a:pPr algn="l"/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HeavyRush</a:t>
                      </a:r>
                    </a:p>
                  </a:txBody>
                  <a:tcPr>
                    <a:solidFill>
                      <a:srgbClr val="FAED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 / 0 / 60</a:t>
                      </a:r>
                    </a:p>
                  </a:txBody>
                  <a:tcPr>
                    <a:solidFill>
                      <a:srgbClr val="FAED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40 / 0 / 20</a:t>
                      </a:r>
                    </a:p>
                  </a:txBody>
                  <a:tcPr>
                    <a:solidFill>
                      <a:srgbClr val="FAED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7591">
                <a:tc>
                  <a:txBody>
                    <a:bodyPr/>
                    <a:lstStyle/>
                    <a:p>
                      <a:pPr algn="l"/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WorkerRush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 / 0 / 60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 / 0 / 60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7591">
                <a:tc>
                  <a:txBody>
                    <a:bodyPr/>
                    <a:lstStyle/>
                    <a:p>
                      <a:pPr algn="l"/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AllInBot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 / 0 / 60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 / 0 / 60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7591">
                <a:tc>
                  <a:txBody>
                    <a:bodyPr/>
                    <a:lstStyle/>
                    <a:p>
                      <a:pPr algn="l"/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Mayari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 / 0 / 60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 / 0 / 60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7591">
                <a:tc>
                  <a:txBody>
                    <a:bodyPr/>
                    <a:lstStyle/>
                    <a:p>
                      <a:pPr algn="l"/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COAC</a:t>
                      </a:r>
                    </a:p>
                  </a:txBody>
                  <a:tcPr>
                    <a:solidFill>
                      <a:srgbClr val="FAED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 / 0 / 60</a:t>
                      </a:r>
                    </a:p>
                  </a:txBody>
                  <a:tcPr>
                    <a:solidFill>
                      <a:srgbClr val="FAED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 / 0 / 50</a:t>
                      </a:r>
                    </a:p>
                  </a:txBody>
                  <a:tcPr>
                    <a:solidFill>
                      <a:srgbClr val="FAED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67591">
                <a:tc>
                  <a:txBody>
                    <a:bodyPr/>
                    <a:lstStyle/>
                    <a:p>
                      <a:pPr algn="l"/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TMA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 / 0 / 60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 / 0 / 60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EE08FD66-462F-4D77-A121-BED6C81730E4}"/>
              </a:ext>
            </a:extLst>
          </p:cNvPr>
          <p:cNvSpPr>
            <a:spLocks noGrp="1"/>
          </p:cNvSpPr>
          <p:nvPr/>
        </p:nvSpPr>
        <p:spPr>
          <a:xfrm>
            <a:off x="1666875" y="7829550"/>
            <a:ext cx="1259205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Mixed 將基礎對手的和局轉為勝局；WorkerRush、AllInBot、Mayari 與 TMA 仍全敗</a:t>
            </a:r>
          </a:p>
        </p:txBody>
      </p:sp>
      <p:sp>
        <p:nvSpPr>
          <p:cNvPr id="9000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04560133-1FCF-4A34-B201-1D6E2BC9D72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10</a:t>
            </a:fld>
            <a:endParaRPr sz="1650" b="0">
              <a:solidFill>
                <a:srgbClr val="CF8792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11547752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99CCE00A-ABEF-45E5-8C5D-E87E0B641089}"/>
              </a:ext>
            </a:extLst>
          </p:cNvPr>
          <p:cNvSpPr>
            <a:spLocks noGrp="1"/>
          </p:cNvSpPr>
          <p:nvPr/>
        </p:nvSpPr>
        <p:spPr>
          <a:xfrm>
            <a:off x="1285875" y="619125"/>
            <a:ext cx="13354050" cy="857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0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Mixed 在較大地圖的勝率下降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A022105-51CD-4043-A825-0D792CE06633}"/>
              </a:ext>
            </a:extLst>
          </p:cNvPr>
          <p:cNvSpPr>
            <a:spLocks noGrp="1"/>
          </p:cNvSpPr>
          <p:nvPr/>
        </p:nvSpPr>
        <p:spPr>
          <a:xfrm>
            <a:off x="1428750" y="1619250"/>
            <a:ext cx="13068300" cy="542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Final test 沿用既有地圖尺寸，不能據此宣稱 holdout 泛化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="1619250" y="2762250"/>
          <a:ext cx="8096250" cy="4381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A349E8F0-5F00-4E9E-9CAA-B281D6522707}"/>
              </a:ext>
            </a:extLst>
          </p:cNvPr>
          <p:cNvSpPr>
            <a:spLocks noGrp="1"/>
          </p:cNvSpPr>
          <p:nvPr/>
        </p:nvSpPr>
        <p:spPr>
          <a:xfrm>
            <a:off x="10382250" y="2781300"/>
            <a:ext cx="4048125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每張地圖 200 場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9D82291-E248-4335-8B9C-BB0143D8AAE8}"/>
              </a:ext>
            </a:extLst>
          </p:cNvPr>
          <p:cNvSpPr>
            <a:spLocks noGrp="1"/>
          </p:cNvSpPr>
          <p:nvPr/>
        </p:nvSpPr>
        <p:spPr>
          <a:xfrm>
            <a:off x="10382250" y="3619500"/>
            <a:ext cx="4143375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8×8　98 / 0 / 102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8B7F0F4-914D-44AE-B50F-B52453DC6167}"/>
              </a:ext>
            </a:extLst>
          </p:cNvPr>
          <p:cNvSpPr>
            <a:spLocks noGrp="1"/>
          </p:cNvSpPr>
          <p:nvPr/>
        </p:nvSpPr>
        <p:spPr>
          <a:xfrm>
            <a:off x="10382250" y="4305300"/>
            <a:ext cx="4143375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16×16　90 / 10 / 100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75954A1-45E7-4122-B721-98DA15FFA88C}"/>
              </a:ext>
            </a:extLst>
          </p:cNvPr>
          <p:cNvSpPr>
            <a:spLocks noGrp="1"/>
          </p:cNvSpPr>
          <p:nvPr/>
        </p:nvSpPr>
        <p:spPr>
          <a:xfrm>
            <a:off x="10382250" y="4991100"/>
            <a:ext cx="4143375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24×24　68 / 2 / 130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9147EB4-37F5-4A2F-A7FC-A9291A6564B5}"/>
              </a:ext>
            </a:extLst>
          </p:cNvPr>
          <p:cNvSpPr>
            <a:spLocks noGrp="1"/>
          </p:cNvSpPr>
          <p:nvPr/>
        </p:nvSpPr>
        <p:spPr>
          <a:xfrm>
            <a:off x="10382250" y="5953125"/>
            <a:ext cx="4143375" cy="1238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p0 與 p1 各 128 勝</a:t>
            </a:r>
          </a:p>
          <a:p>
            <a:pPr algn="l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整體勝數平衡，局部 matchup</a:t>
            </a:r>
          </a:p>
          <a:p>
            <a:pPr algn="l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仍可能依賴 player side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6A7BC48-3811-4421-A125-7CB9BAA77152}"/>
              </a:ext>
            </a:extLst>
          </p:cNvPr>
          <p:cNvSpPr>
            <a:spLocks noGrp="1"/>
          </p:cNvSpPr>
          <p:nvPr/>
        </p:nvSpPr>
        <p:spPr>
          <a:xfrm>
            <a:off x="1666875" y="7829550"/>
            <a:ext cx="1259205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長距離經濟、移動與進攻決策可能是瓶頸；目前尚未做機制隔離驗證</a:t>
            </a:r>
          </a:p>
        </p:txBody>
      </p:sp>
      <p:sp>
        <p:nvSpPr>
          <p:cNvPr id="9000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6188CEAD-C0C5-488A-8725-15004B1E614D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11</a:t>
            </a:fld>
            <a:endParaRPr sz="1650" b="0">
              <a:solidFill>
                <a:srgbClr val="CF8792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5797529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74F65551-DA2A-49B2-AAB6-F4DC27700EE5}"/>
              </a:ext>
            </a:extLst>
          </p:cNvPr>
          <p:cNvSpPr>
            <a:spLocks noGrp="1"/>
          </p:cNvSpPr>
          <p:nvPr/>
        </p:nvSpPr>
        <p:spPr>
          <a:xfrm>
            <a:off x="1285875" y="619125"/>
            <a:ext cx="13354050" cy="857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0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突破候選者的實際變化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3CE172E-F9A3-404C-9844-85E1832F0E16}"/>
              </a:ext>
            </a:extLst>
          </p:cNvPr>
          <p:cNvSpPr>
            <a:spLocks noGrp="1"/>
          </p:cNvSpPr>
          <p:nvPr/>
        </p:nvSpPr>
        <p:spPr>
          <a:xfrm>
            <a:off x="1428750" y="1619250"/>
            <a:ext cx="13068300" cy="542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依既有 candidate lineage 與 Java diff 分析記錄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79F0D54-B1C6-4459-A651-5DD1951D530D}"/>
              </a:ext>
            </a:extLst>
          </p:cNvPr>
          <p:cNvSpPr>
            <a:spLocks noGrp="1"/>
          </p:cNvSpPr>
          <p:nvPr/>
        </p:nvSpPr>
        <p:spPr>
          <a:xfrm>
            <a:off x="1571625" y="2762250"/>
            <a:ext cx="1278255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5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G12：Strategy mutation 被拒絕，candidate 仍達到 GP −52.10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1F31B8C-C5AD-4CD0-B318-CC9CDDA85DCD}"/>
              </a:ext>
            </a:extLst>
          </p:cNvPr>
          <p:cNvSpPr>
            <a:spLocks noGrp="1"/>
          </p:cNvSpPr>
          <p:nvPr/>
        </p:nvSpPr>
        <p:spPr>
          <a:xfrm>
            <a:off x="1571625" y="3829050"/>
            <a:ext cx="1278255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5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最終 Mixed 族群：10 個 survivors 中，僅 1 個成功套用 mutation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0305ED4-5DFD-428A-83BE-4A065F44137C}"/>
              </a:ext>
            </a:extLst>
          </p:cNvPr>
          <p:cNvSpPr>
            <a:spLocks noGrp="1"/>
          </p:cNvSpPr>
          <p:nvPr/>
        </p:nvSpPr>
        <p:spPr>
          <a:xfrm>
            <a:off x="1571625" y="4895850"/>
            <a:ext cx="1278255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5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最佳 candidate：標記 Code Reflection，三次 Java revision 均失敗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516C164-9D67-4151-8A01-73FD3B322C40}"/>
              </a:ext>
            </a:extLst>
          </p:cNvPr>
          <p:cNvSpPr>
            <a:spLocks noGrp="1"/>
          </p:cNvSpPr>
          <p:nvPr/>
        </p:nvSpPr>
        <p:spPr>
          <a:xfrm>
            <a:off x="1571625" y="5962650"/>
            <a:ext cx="1278255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5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最佳 Java 沿用父代內容，分析記錄僅發現結尾換行差異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7F79D54-65D9-4656-9EE5-10AC054CC11B}"/>
              </a:ext>
            </a:extLst>
          </p:cNvPr>
          <p:cNvSpPr>
            <a:spLocks noGrp="1"/>
          </p:cNvSpPr>
          <p:nvPr/>
        </p:nvSpPr>
        <p:spPr>
          <a:xfrm>
            <a:off x="1666875" y="7829550"/>
            <a:ext cx="1259205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Lineage 顯示重組與重新生成值得追蹤；仍需 ablation 才能估計各機制的因果貢獻</a:t>
            </a:r>
          </a:p>
        </p:txBody>
      </p:sp>
      <p:sp>
        <p:nvSpPr>
          <p:cNvPr id="9000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AEDC9163-986B-4B77-B510-9521CCBDF7E3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12</a:t>
            </a:fld>
            <a:endParaRPr sz="1650" b="0">
              <a:solidFill>
                <a:srgbClr val="CF8792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17694838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0F8790A4-6829-4CFF-A004-2942E05D04B2}"/>
              </a:ext>
            </a:extLst>
          </p:cNvPr>
          <p:cNvSpPr>
            <a:spLocks noGrp="1"/>
          </p:cNvSpPr>
          <p:nvPr/>
        </p:nvSpPr>
        <p:spPr>
          <a:xfrm>
            <a:off x="1285875" y="619125"/>
            <a:ext cx="13354050" cy="857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0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Static reflection 的套用與收益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EBDD4E9-28DA-40B4-BB35-3E14BE0D2722}"/>
              </a:ext>
            </a:extLst>
          </p:cNvPr>
          <p:cNvSpPr>
            <a:spLocks noGrp="1"/>
          </p:cNvSpPr>
          <p:nvPr/>
        </p:nvSpPr>
        <p:spPr>
          <a:xfrm>
            <a:off x="1428750" y="1619250"/>
            <a:ext cx="13068300" cy="542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Mixed run；ΔGP 以各 operator 的 evidence parent 為基準</a:t>
            </a:r>
          </a:p>
        </p:txBody>
      </p:sp>
      <p:graphicFrame>
        <p:nvGraphicFramePr>
          <p:cNvPr id="9" name="表格 8"/>
          <p:cNvGraphicFramePr/>
          <p:nvPr/>
        </p:nvGraphicFramePr>
        <p:xfrm>
          <a:off x="1428750" y="2714625"/>
          <a:ext cx="13068300" cy="2762250"/>
        </p:xfrm>
        <a:graphic>
          <a:graphicData uri="http://schemas.openxmlformats.org/drawingml/2006/table">
            <a:tbl>
              <a:tblPr/>
              <a:tblGrid>
                <a:gridCol w="323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81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90563">
                <a:tc>
                  <a:txBody>
                    <a:bodyPr/>
                    <a:lstStyle/>
                    <a:p>
                      <a:pPr algn="l"/>
                      <a:r>
                        <a:rPr sz="23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Operator</a:t>
                      </a:r>
                    </a:p>
                  </a:txBody>
                  <a:tcPr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分配</a:t>
                      </a:r>
                    </a:p>
                  </a:txBody>
                  <a:tcPr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實際套用</a:t>
                      </a:r>
                    </a:p>
                  </a:txBody>
                  <a:tcPr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Candidate 失敗</a:t>
                      </a:r>
                    </a:p>
                  </a:txBody>
                  <a:tcPr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平均 ΔGP¹</a:t>
                      </a:r>
                    </a:p>
                  </a:txBody>
                  <a:tcPr>
                    <a:solidFill>
                      <a:srgbClr val="DEB4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0563">
                <a:tc>
                  <a:txBody>
                    <a:bodyPr/>
                    <a:lstStyle/>
                    <a:p>
                      <a:pPr algn="l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Strategy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70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46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4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−9.87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0563">
                <a:tc>
                  <a:txBody>
                    <a:bodyPr/>
                    <a:lstStyle/>
                    <a:p>
                      <a:pPr algn="l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Prompt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72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40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7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−3.74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0563">
                <a:tc>
                  <a:txBody>
                    <a:bodyPr/>
                    <a:lstStyle/>
                    <a:p>
                      <a:pPr algn="l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Code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58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39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12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−5.59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6F9C9FEF-FBA0-4FFD-BF26-35E8C8D92360}"/>
              </a:ext>
            </a:extLst>
          </p:cNvPr>
          <p:cNvSpPr>
            <a:spLocks noGrp="1"/>
          </p:cNvSpPr>
          <p:nvPr/>
        </p:nvSpPr>
        <p:spPr>
          <a:xfrm>
            <a:off x="1571625" y="6096000"/>
            <a:ext cx="1278255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成功套用且可執行的 child，約四分之一優於 evidence parent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9D26E98-611A-43F4-AFF2-06C6EF9271CA}"/>
              </a:ext>
            </a:extLst>
          </p:cNvPr>
          <p:cNvSpPr>
            <a:spLocks noGrp="1"/>
          </p:cNvSpPr>
          <p:nvPr/>
        </p:nvSpPr>
        <p:spPr>
          <a:xfrm>
            <a:off x="1571625" y="6858000"/>
            <a:ext cx="1278255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Strategy 相關 LLM 呼叫約 4.6 小時，無成功套用者留在最終族群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DBA3613-EBEB-485B-9205-B0D970EAF18B}"/>
              </a:ext>
            </a:extLst>
          </p:cNvPr>
          <p:cNvSpPr>
            <a:spLocks noGrp="1"/>
          </p:cNvSpPr>
          <p:nvPr/>
        </p:nvSpPr>
        <p:spPr>
          <a:xfrm>
            <a:off x="1666875" y="7829550"/>
            <a:ext cx="1259205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¹ 僅統計已套用且可執行者；child 可能含 crossover，ΔGP 並非純 mutation 效果</a:t>
            </a:r>
          </a:p>
        </p:txBody>
      </p:sp>
      <p:sp>
        <p:nvSpPr>
          <p:cNvPr id="9000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C54F9F52-B11E-4BDD-BA2C-6BB35AA1B6EE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13</a:t>
            </a:fld>
            <a:endParaRPr sz="1650" b="0">
              <a:solidFill>
                <a:srgbClr val="CF8792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19586051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2FD7F107-5B1F-4712-8E68-F835EC45D7A1}"/>
              </a:ext>
            </a:extLst>
          </p:cNvPr>
          <p:cNvSpPr>
            <a:spLocks noGrp="1"/>
          </p:cNvSpPr>
          <p:nvPr/>
        </p:nvSpPr>
        <p:spPr>
          <a:xfrm>
            <a:off x="1285875" y="619125"/>
            <a:ext cx="13354050" cy="857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0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效能改善伴隨較多 pipeline 失敗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BE29767-5E8B-41CF-9E2C-87F51D92AF50}"/>
              </a:ext>
            </a:extLst>
          </p:cNvPr>
          <p:cNvSpPr>
            <a:spLocks noGrp="1"/>
          </p:cNvSpPr>
          <p:nvPr/>
        </p:nvSpPr>
        <p:spPr>
          <a:xfrm>
            <a:off x="1428750" y="1619250"/>
            <a:ext cx="13068300" cy="542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Candidate 狀態與 Java generation 狀態的分母不同</a:t>
            </a:r>
          </a:p>
        </p:txBody>
      </p:sp>
      <p:graphicFrame>
        <p:nvGraphicFramePr>
          <p:cNvPr id="8" name="表格 7"/>
          <p:cNvGraphicFramePr/>
          <p:nvPr/>
        </p:nvGraphicFramePr>
        <p:xfrm>
          <a:off x="1428750" y="2714625"/>
          <a:ext cx="13068300" cy="4000500"/>
        </p:xfrm>
        <a:graphic>
          <a:graphicData uri="http://schemas.openxmlformats.org/drawingml/2006/table">
            <a:tbl>
              <a:tblPr/>
              <a:tblGrid>
                <a:gridCol w="533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67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67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22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指標</a:t>
                      </a:r>
                    </a:p>
                  </a:txBody>
                  <a:tcPr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全 Worker Rush</a:t>
                      </a:r>
                    </a:p>
                  </a:txBody>
                  <a:tcPr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Mixed</a:t>
                      </a:r>
                    </a:p>
                  </a:txBody>
                  <a:tcPr>
                    <a:solidFill>
                      <a:srgbClr val="DEB4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22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成功評估 candidate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207 / 210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187 / 210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22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Candidate failures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 / 210（1.4%）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23 / 210（11.0%）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22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Generation-stage 成功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209 / 210¹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183 / 200²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22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LLM requests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1,538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1,659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22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LLM 累積時間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9.61 小時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10.98 小時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22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搜尋時間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15.21 小時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16.72 小時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F8674C67-B543-4ECE-AB74-9570F53F078B}"/>
              </a:ext>
            </a:extLst>
          </p:cNvPr>
          <p:cNvSpPr>
            <a:spLocks noGrp="1"/>
          </p:cNvSpPr>
          <p:nvPr/>
        </p:nvSpPr>
        <p:spPr>
          <a:xfrm>
            <a:off x="1524000" y="7000875"/>
            <a:ext cx="1287780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Mixed failures：Validation 7、Runtime 6、Generation 5、Compilation 5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BFBB33D-3C5F-4545-A70F-09D35BE99BDD}"/>
              </a:ext>
            </a:extLst>
          </p:cNvPr>
          <p:cNvSpPr>
            <a:spLocks noGrp="1"/>
          </p:cNvSpPr>
          <p:nvPr/>
        </p:nvSpPr>
        <p:spPr>
          <a:xfrm>
            <a:off x="1666875" y="7829550"/>
            <a:ext cx="1259205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¹ 含 G0 的 10 次生成　² Mixed G0 共用 Java，所以僅計 200 個 offspring</a:t>
            </a:r>
          </a:p>
        </p:txBody>
      </p:sp>
      <p:sp>
        <p:nvSpPr>
          <p:cNvPr id="9000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00ECF793-2382-4B79-A89D-9BB7C32BF123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14</a:t>
            </a:fld>
            <a:endParaRPr sz="1650" b="0">
              <a:solidFill>
                <a:srgbClr val="CF8792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4220003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1B822B76-CFB4-4E3C-831F-FD762F9063AA}"/>
              </a:ext>
            </a:extLst>
          </p:cNvPr>
          <p:cNvSpPr>
            <a:spLocks noGrp="1"/>
          </p:cNvSpPr>
          <p:nvPr/>
        </p:nvSpPr>
        <p:spPr>
          <a:xfrm>
            <a:off x="1285875" y="619125"/>
            <a:ext cx="13354050" cy="857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0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高 Function Capability 仍可能含語義錯誤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43B146B-8E53-4558-96D9-D59E7551FFDA}"/>
              </a:ext>
            </a:extLst>
          </p:cNvPr>
          <p:cNvSpPr>
            <a:spLocks noGrp="1"/>
          </p:cNvSpPr>
          <p:nvPr/>
        </p:nvSpPr>
        <p:spPr>
          <a:xfrm>
            <a:off x="1428750" y="1619250"/>
            <a:ext cx="13068300" cy="542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最佳 Mixed agent：GP −50.51，Function Capability 100/100</a:t>
            </a:r>
          </a:p>
        </p:txBody>
      </p:sp>
      <p:graphicFrame>
        <p:nvGraphicFramePr>
          <p:cNvPr id="8" name="表格 7"/>
          <p:cNvGraphicFramePr/>
          <p:nvPr/>
        </p:nvGraphicFramePr>
        <p:xfrm>
          <a:off x="1428750" y="2714625"/>
          <a:ext cx="13068300" cy="3095625"/>
        </p:xfrm>
        <a:graphic>
          <a:graphicData uri="http://schemas.openxmlformats.org/drawingml/2006/table">
            <a:tbl>
              <a:tblPr/>
              <a:tblGrid>
                <a:gridCol w="657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9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3906">
                <a:tc>
                  <a:txBody>
                    <a:bodyPr/>
                    <a:lstStyle/>
                    <a:p>
                      <a:pPr algn="l"/>
                      <a:r>
                        <a:rPr sz="23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分析記錄中的程式問題</a:t>
                      </a:r>
                    </a:p>
                  </a:txBody>
                  <a:tcPr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可能影響</a:t>
                      </a:r>
                    </a:p>
                  </a:txBody>
                  <a:tcPr>
                    <a:solidFill>
                      <a:srgbClr val="DEB4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906">
                <a:tc>
                  <a:txBody>
                    <a:bodyPr/>
                    <a:lstStyle/>
                    <a:p>
                      <a:pPr algn="l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以 enemy.getPlayer() &lt; 0 尋找敵人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選到 neutral / resource，敵方目標判定失效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3906">
                <a:tc>
                  <a:txBody>
                    <a:bodyPr/>
                    <a:lstStyle/>
                    <a:p>
                      <a:pPr algn="l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commandHarvest(worker, null, base)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null target 使 action helper 拒絕執行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3906">
                <a:tc>
                  <a:txBody>
                    <a:bodyPr/>
                    <a:lstStyle/>
                    <a:p>
                      <a:pPr algn="l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由 Base 呼叫 commandBuild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builder 類型不合法，建造行為不執行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E5EA0766-4502-4A76-B11A-5D47397B4F18}"/>
              </a:ext>
            </a:extLst>
          </p:cNvPr>
          <p:cNvSpPr>
            <a:spLocks noGrp="1"/>
          </p:cNvSpPr>
          <p:nvPr/>
        </p:nvSpPr>
        <p:spPr>
          <a:xfrm>
            <a:off x="1571625" y="6334125"/>
            <a:ext cx="1278255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Strategy Alignment 4/10　　Code Quality 26.14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9079DB4-C1EA-4ED5-A995-9DB74232712E}"/>
              </a:ext>
            </a:extLst>
          </p:cNvPr>
          <p:cNvSpPr>
            <a:spLocks noGrp="1"/>
          </p:cNvSpPr>
          <p:nvPr/>
        </p:nvSpPr>
        <p:spPr>
          <a:xfrm>
            <a:off x="1666875" y="7829550"/>
            <a:ext cx="1259205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結構、API 與編譯檢查不足以保證策略語義；尚不能把特定敗局全部歸因於上述錯誤</a:t>
            </a:r>
          </a:p>
        </p:txBody>
      </p:sp>
      <p:sp>
        <p:nvSpPr>
          <p:cNvPr id="9000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1A65C38F-8A24-4EFA-9B62-F18948608778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15</a:t>
            </a:fld>
            <a:endParaRPr sz="1650" b="0">
              <a:solidFill>
                <a:srgbClr val="CF8792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11178929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A490BC61-3965-46E8-A134-AD711447AB34}"/>
              </a:ext>
            </a:extLst>
          </p:cNvPr>
          <p:cNvSpPr>
            <a:spLocks noGrp="1"/>
          </p:cNvSpPr>
          <p:nvPr/>
        </p:nvSpPr>
        <p:spPr>
          <a:xfrm>
            <a:off x="1285875" y="619125"/>
            <a:ext cx="13354050" cy="857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0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診斷多樣性與實際戰力分開看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25370EC-1CAE-4783-9DE7-50D05B144857}"/>
              </a:ext>
            </a:extLst>
          </p:cNvPr>
          <p:cNvSpPr>
            <a:spLocks noGrp="1"/>
          </p:cNvSpPr>
          <p:nvPr/>
        </p:nvSpPr>
        <p:spPr>
          <a:xfrm>
            <a:off x="1428750" y="1619250"/>
            <a:ext cx="13068300" cy="542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最終族群；niche 與 code quality 不參與 Lexicase 選擇</a:t>
            </a:r>
          </a:p>
        </p:txBody>
      </p:sp>
      <p:graphicFrame>
        <p:nvGraphicFramePr>
          <p:cNvPr id="7" name="表格 6"/>
          <p:cNvGraphicFramePr/>
          <p:nvPr/>
        </p:nvGraphicFramePr>
        <p:xfrm>
          <a:off x="1428750" y="2714625"/>
          <a:ext cx="13068300" cy="4286250"/>
        </p:xfrm>
        <a:graphic>
          <a:graphicData uri="http://schemas.openxmlformats.org/drawingml/2006/table">
            <a:tbl>
              <a:tblPr/>
              <a:tblGrid>
                <a:gridCol w="590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1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81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2321">
                <a:tc>
                  <a:txBody>
                    <a:bodyPr/>
                    <a:lstStyle/>
                    <a:p>
                      <a:pPr algn="l"/>
                      <a:r>
                        <a:rPr sz="23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指標</a:t>
                      </a:r>
                    </a:p>
                  </a:txBody>
                  <a:tcPr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全 Worker Rush</a:t>
                      </a:r>
                    </a:p>
                  </a:txBody>
                  <a:tcPr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Mixed</a:t>
                      </a:r>
                    </a:p>
                  </a:txBody>
                  <a:tcPr>
                    <a:solidFill>
                      <a:srgbClr val="DEB4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321">
                <a:tc>
                  <a:txBody>
                    <a:bodyPr/>
                    <a:lstStyle/>
                    <a:p>
                      <a:pPr algn="l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Strategy niches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8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321">
                <a:tc>
                  <a:txBody>
                    <a:bodyPr/>
                    <a:lstStyle/>
                    <a:p>
                      <a:pPr algn="l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Dominant niche ratio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20%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60%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2321">
                <a:tc>
                  <a:txBody>
                    <a:bodyPr/>
                    <a:lstStyle/>
                    <a:p>
                      <a:pPr algn="l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Unique Java hashes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9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321">
                <a:tc>
                  <a:txBody>
                    <a:bodyPr/>
                    <a:lstStyle/>
                    <a:p>
                      <a:pPr algn="l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平均 Strategy Alignment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6.2 / 10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5.7 / 10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2321">
                <a:tc>
                  <a:txBody>
                    <a:bodyPr/>
                    <a:lstStyle/>
                    <a:p>
                      <a:pPr algn="l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平均 Code Quality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27.85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23.65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2321">
                <a:tc>
                  <a:txBody>
                    <a:bodyPr/>
                    <a:lstStyle/>
                    <a:p>
                      <a:pPr algn="l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平均 Game Performance</a:t>
                      </a:r>
                    </a:p>
                  </a:txBody>
                  <a:tcPr>
                    <a:solidFill>
                      <a:srgbClr val="FAED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−88.89</a:t>
                      </a:r>
                    </a:p>
                  </a:txBody>
                  <a:tcPr>
                    <a:solidFill>
                      <a:srgbClr val="FAED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−65.35</a:t>
                      </a:r>
                    </a:p>
                  </a:txBody>
                  <a:tcPr>
                    <a:solidFill>
                      <a:srgbClr val="FAED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75601310-6831-421C-AC2C-596A27E1904D}"/>
              </a:ext>
            </a:extLst>
          </p:cNvPr>
          <p:cNvSpPr>
            <a:spLocks noGrp="1"/>
          </p:cNvSpPr>
          <p:nvPr/>
        </p:nvSpPr>
        <p:spPr>
          <a:xfrm>
            <a:off x="1666875" y="7829550"/>
            <a:ext cx="1259205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全 Worker Rush 的 niche 較多、診斷分數較高，但本次遊戲表現仍較差</a:t>
            </a:r>
          </a:p>
        </p:txBody>
      </p:sp>
      <p:sp>
        <p:nvSpPr>
          <p:cNvPr id="9000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1A9AAEFF-7029-4D30-88F1-82A2CAA0551B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16</a:t>
            </a:fld>
            <a:endParaRPr sz="1650" b="0">
              <a:solidFill>
                <a:srgbClr val="CF8792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16674867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F391D248-0F16-4701-84E2-E733E9E8AB10}"/>
              </a:ext>
            </a:extLst>
          </p:cNvPr>
          <p:cNvSpPr>
            <a:spLocks noGrp="1"/>
          </p:cNvSpPr>
          <p:nvPr/>
        </p:nvSpPr>
        <p:spPr>
          <a:xfrm>
            <a:off x="1285875" y="619125"/>
            <a:ext cx="13354050" cy="857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0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這次比較能支持的結論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B79234C-E35A-4275-898E-CA1A4F06D336}"/>
              </a:ext>
            </a:extLst>
          </p:cNvPr>
          <p:cNvSpPr>
            <a:spLocks noGrp="1"/>
          </p:cNvSpPr>
          <p:nvPr/>
        </p:nvSpPr>
        <p:spPr>
          <a:xfrm>
            <a:off x="1428750" y="1619250"/>
            <a:ext cx="13068300" cy="542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600 場 Final test 測量同一 champion，不能取代跨 evolutionary seed 重複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E1F76C4-7C05-40A2-A21D-B0F5E49B628F}"/>
              </a:ext>
            </a:extLst>
          </p:cNvPr>
          <p:cNvSpPr>
            <a:spLocks noGrp="1"/>
          </p:cNvSpPr>
          <p:nvPr/>
        </p:nvSpPr>
        <p:spPr>
          <a:xfrm>
            <a:off x="1571625" y="2619375"/>
            <a:ext cx="59055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已有觀察支持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9A21804-ED05-4A8F-A0EE-3D02D65F17F8}"/>
              </a:ext>
            </a:extLst>
          </p:cNvPr>
          <p:cNvSpPr>
            <a:spLocks noGrp="1"/>
          </p:cNvSpPr>
          <p:nvPr/>
        </p:nvSpPr>
        <p:spPr>
          <a:xfrm>
            <a:off x="1571625" y="3571875"/>
            <a:ext cx="59055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Mixed 完整初始化方案在本次 run 較好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71BC0E7-16DE-4CA0-B532-50ED626E8957}"/>
              </a:ext>
            </a:extLst>
          </p:cNvPr>
          <p:cNvSpPr>
            <a:spLocks noGrp="1"/>
          </p:cNvSpPr>
          <p:nvPr/>
        </p:nvSpPr>
        <p:spPr>
          <a:xfrm>
            <a:off x="1571625" y="4638675"/>
            <a:ext cx="59055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搜尋 GP 與 final-test 勝場方向一致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46A78EA-D183-41E2-A40E-A9F6E0DAD3D0}"/>
              </a:ext>
            </a:extLst>
          </p:cNvPr>
          <p:cNvSpPr>
            <a:spLocks noGrp="1"/>
          </p:cNvSpPr>
          <p:nvPr/>
        </p:nvSpPr>
        <p:spPr>
          <a:xfrm>
            <a:off x="1571625" y="5705475"/>
            <a:ext cx="59055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額外搜尋時間約 1.5 小時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6D5B875-E78F-4A05-9E0B-0F34D514DA4D}"/>
              </a:ext>
            </a:extLst>
          </p:cNvPr>
          <p:cNvSpPr>
            <a:spLocks noGrp="1"/>
          </p:cNvSpPr>
          <p:nvPr/>
        </p:nvSpPr>
        <p:spPr>
          <a:xfrm>
            <a:off x="8334375" y="2619375"/>
            <a:ext cx="60198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仍需後續驗證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A884F96-B2C7-4DEC-9206-1F5E34B26A3A}"/>
              </a:ext>
            </a:extLst>
          </p:cNvPr>
          <p:cNvSpPr>
            <a:spLocks noGrp="1"/>
          </p:cNvSpPr>
          <p:nvPr/>
        </p:nvSpPr>
        <p:spPr>
          <a:xfrm>
            <a:off x="8334375" y="3571875"/>
            <a:ext cx="60198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Policy diversity 的單獨因果效果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D70ACE4-CCE4-42F4-BC33-650F6F519972}"/>
              </a:ext>
            </a:extLst>
          </p:cNvPr>
          <p:cNvSpPr>
            <a:spLocks noGrp="1"/>
          </p:cNvSpPr>
          <p:nvPr/>
        </p:nvSpPr>
        <p:spPr>
          <a:xfrm>
            <a:off x="8334375" y="4638675"/>
            <a:ext cx="60198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跨 seed 的平均收益與變異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85BB1AA-2A6D-4428-8A44-42B0062F569B}"/>
              </a:ext>
            </a:extLst>
          </p:cNvPr>
          <p:cNvSpPr>
            <a:spLocks noGrp="1"/>
          </p:cNvSpPr>
          <p:nvPr/>
        </p:nvSpPr>
        <p:spPr>
          <a:xfrm>
            <a:off x="8334375" y="5705475"/>
            <a:ext cx="60198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未參與演化的 maps / opponents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907F9E9-F6CA-4DF5-BD4E-AB3FAE3D5AD4}"/>
              </a:ext>
            </a:extLst>
          </p:cNvPr>
          <p:cNvSpPr>
            <a:spLocks noGrp="1"/>
          </p:cNvSpPr>
          <p:nvPr/>
        </p:nvSpPr>
        <p:spPr>
          <a:xfrm>
            <a:off x="1666875" y="7829550"/>
            <a:ext cx="1259205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每條件僅 1 run；重複 matchup 也不一定是完全獨立樣本</a:t>
            </a:r>
          </a:p>
        </p:txBody>
      </p:sp>
      <p:sp>
        <p:nvSpPr>
          <p:cNvPr id="9000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39D38F-991C-42E5-AC1C-A043D7D2F29C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17</a:t>
            </a:fld>
            <a:endParaRPr sz="1650" b="0">
              <a:solidFill>
                <a:srgbClr val="CF8792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17158266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13073593-2FA7-486E-8700-319561F3C793}"/>
              </a:ext>
            </a:extLst>
          </p:cNvPr>
          <p:cNvSpPr>
            <a:spLocks noGrp="1"/>
          </p:cNvSpPr>
          <p:nvPr/>
        </p:nvSpPr>
        <p:spPr>
          <a:xfrm>
            <a:off x="1285875" y="619125"/>
            <a:ext cx="13354050" cy="857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0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下一輪：2×2 初始化控制實驗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935AA02-F0D7-4EEF-99EC-41AA82A0FE64}"/>
              </a:ext>
            </a:extLst>
          </p:cNvPr>
          <p:cNvSpPr>
            <a:spLocks noGrp="1"/>
          </p:cNvSpPr>
          <p:nvPr/>
        </p:nvSpPr>
        <p:spPr>
          <a:xfrm>
            <a:off x="1428750" y="1619250"/>
            <a:ext cx="13068300" cy="542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分離 policy 組成與 Java seed／G0 materialization 方案</a:t>
            </a:r>
          </a:p>
        </p:txBody>
      </p:sp>
      <p:graphicFrame>
        <p:nvGraphicFramePr>
          <p:cNvPr id="10" name="表格 9"/>
          <p:cNvGraphicFramePr/>
          <p:nvPr/>
        </p:nvGraphicFramePr>
        <p:xfrm>
          <a:off x="1428750" y="2714625"/>
          <a:ext cx="13068300" cy="2571750"/>
        </p:xfrm>
        <a:graphic>
          <a:graphicData uri="http://schemas.openxmlformats.org/drawingml/2006/table">
            <a:tbl>
              <a:tblPr/>
              <a:tblGrid>
                <a:gridCol w="419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6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91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57250">
                <a:tc>
                  <a:txBody>
                    <a:bodyPr/>
                    <a:lstStyle/>
                    <a:p>
                      <a:pPr algn="l"/>
                      <a:r>
                        <a:rPr sz="22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初始 policy</a:t>
                      </a:r>
                    </a:p>
                  </a:txBody>
                  <a:tcPr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固定 WorkerRush Java</a:t>
                      </a:r>
                    </a:p>
                  </a:txBody>
                  <a:tcPr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no-op seed ＋ G0 生成</a:t>
                      </a:r>
                    </a:p>
                  </a:txBody>
                  <a:tcPr>
                    <a:solidFill>
                      <a:srgbClr val="DEB4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l"/>
                      <a:r>
                        <a:rPr sz="22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 個相同 Worker Rush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條件 A（新增）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條件 B（現有全 Worker Rush）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l"/>
                      <a:r>
                        <a:rPr sz="22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 Worker Rush ＋ 9 LLM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條件 C（現有 Mixed）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條件 D（新增）</a:t>
                      </a:r>
                    </a:p>
                  </a:txBody>
                  <a:tcPr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6C5BFCCF-EEFC-484B-B157-2F54E4F0FF6D}"/>
              </a:ext>
            </a:extLst>
          </p:cNvPr>
          <p:cNvSpPr>
            <a:spLocks noGrp="1"/>
          </p:cNvSpPr>
          <p:nvPr/>
        </p:nvSpPr>
        <p:spPr>
          <a:xfrm>
            <a:off x="1571625" y="5810250"/>
            <a:ext cx="1278255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每條件至少 3 個 evolutionary seeds，保留完整 20 代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20F39CF-2CD9-4343-A8CA-3B59941DFFBF}"/>
              </a:ext>
            </a:extLst>
          </p:cNvPr>
          <p:cNvSpPr>
            <a:spLocks noGrp="1"/>
          </p:cNvSpPr>
          <p:nvPr/>
        </p:nvSpPr>
        <p:spPr>
          <a:xfrm>
            <a:off x="1571625" y="6496050"/>
            <a:ext cx="1278255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模型、selection、operator 配比與 evaluation matrix 相同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8036D0B-DAED-4CB9-97B3-196A92C04550}"/>
              </a:ext>
            </a:extLst>
          </p:cNvPr>
          <p:cNvSpPr>
            <a:spLocks noGrp="1"/>
          </p:cNvSpPr>
          <p:nvPr/>
        </p:nvSpPr>
        <p:spPr>
          <a:xfrm>
            <a:off x="1571625" y="7181850"/>
            <a:ext cx="1278255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另加入未參與演化的 holdout maps 或 opponents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025A416-285E-46D3-8D54-FB510026CF30}"/>
              </a:ext>
            </a:extLst>
          </p:cNvPr>
          <p:cNvSpPr>
            <a:spLocks noGrp="1"/>
          </p:cNvSpPr>
          <p:nvPr/>
        </p:nvSpPr>
        <p:spPr>
          <a:xfrm>
            <a:off x="1666875" y="7829550"/>
            <a:ext cx="1259205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此 2×2 分離 policy 因子與 Java 初始化方案；Java seed 和 G0 生成仍作為同一方案因子</a:t>
            </a:r>
          </a:p>
        </p:txBody>
      </p:sp>
      <p:sp>
        <p:nvSpPr>
          <p:cNvPr id="9000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42C28267-B3B6-4661-99A3-CA6A8B74CA8E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18</a:t>
            </a:fld>
            <a:endParaRPr sz="1650" b="0">
              <a:solidFill>
                <a:srgbClr val="CF8792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17095318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647514E6-2BBE-40CD-BE4D-B1F7A7CBFFBA}"/>
              </a:ext>
            </a:extLst>
          </p:cNvPr>
          <p:cNvSpPr>
            <a:spLocks noGrp="1"/>
          </p:cNvSpPr>
          <p:nvPr/>
        </p:nvSpPr>
        <p:spPr>
          <a:xfrm>
            <a:off x="1285875" y="619125"/>
            <a:ext cx="13354050" cy="857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0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近期基線與後續優先順序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25E97ED-4600-4F6D-B0AB-5B59D13B91FC}"/>
              </a:ext>
            </a:extLst>
          </p:cNvPr>
          <p:cNvSpPr>
            <a:spLocks noGrp="1"/>
          </p:cNvSpPr>
          <p:nvPr/>
        </p:nvSpPr>
        <p:spPr>
          <a:xfrm>
            <a:off x="1428750" y="1619250"/>
            <a:ext cx="13068300" cy="542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先用 Mixed 方案延續實驗，再確認收益來源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35C4FF9-B7B3-4C55-B0F1-F3B3486B2018}"/>
              </a:ext>
            </a:extLst>
          </p:cNvPr>
          <p:cNvSpPr>
            <a:spLocks noGrp="1"/>
          </p:cNvSpPr>
          <p:nvPr/>
        </p:nvSpPr>
        <p:spPr>
          <a:xfrm>
            <a:off x="1571625" y="2714625"/>
            <a:ext cx="1278255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5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暫定基線：Mixed，Final-test 勝率 42.7%，仍保留單 run 限制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2C6FDA6-1452-4C9B-8077-F86FDA69A404}"/>
              </a:ext>
            </a:extLst>
          </p:cNvPr>
          <p:cNvSpPr>
            <a:spLocks noGrp="1"/>
          </p:cNvSpPr>
          <p:nvPr/>
        </p:nvSpPr>
        <p:spPr>
          <a:xfrm>
            <a:off x="1571625" y="3781425"/>
            <a:ext cx="1278255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5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第一優先：2×2 初始化設計與跨 seed replication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AAFF23C-2C78-4CAF-9BD4-77CE15C8931E}"/>
              </a:ext>
            </a:extLst>
          </p:cNvPr>
          <p:cNvSpPr>
            <a:spLocks noGrp="1"/>
          </p:cNvSpPr>
          <p:nvPr/>
        </p:nvSpPr>
        <p:spPr>
          <a:xfrm>
            <a:off x="1571625" y="4848225"/>
            <a:ext cx="1278255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5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第二優先：enemy ownership、null target、builder 的語義檢查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9C30C9E-DB30-4B00-ABDF-C03FF3399859}"/>
              </a:ext>
            </a:extLst>
          </p:cNvPr>
          <p:cNvSpPr>
            <a:spLocks noGrp="1"/>
          </p:cNvSpPr>
          <p:nvPr/>
        </p:nvSpPr>
        <p:spPr>
          <a:xfrm>
            <a:off x="1571625" y="5915025"/>
            <a:ext cx="1278255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5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後續效率實驗：static 與 aos_opponent，比較收益及失敗成本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FAC39EF-122F-4E4F-960E-B013AC859A8A}"/>
              </a:ext>
            </a:extLst>
          </p:cNvPr>
          <p:cNvSpPr>
            <a:spLocks noGrp="1"/>
          </p:cNvSpPr>
          <p:nvPr/>
        </p:nvSpPr>
        <p:spPr>
          <a:xfrm>
            <a:off x="1666875" y="7829550"/>
            <a:ext cx="1259205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Mixed 提供可延續的方向；下一步是釐清性能來源，降低生成與反思的失敗成本</a:t>
            </a:r>
          </a:p>
        </p:txBody>
      </p:sp>
      <p:sp>
        <p:nvSpPr>
          <p:cNvPr id="9000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DE0E6A92-A0EF-47D8-9B19-F97303980BC9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19</a:t>
            </a:fld>
            <a:endParaRPr sz="1650" b="0">
              <a:solidFill>
                <a:srgbClr val="CF8792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21349022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09882B29-AE3D-4C64-B851-7954C5FA779C}"/>
              </a:ext>
            </a:extLst>
          </p:cNvPr>
          <p:cNvSpPr>
            <a:spLocks noGrp="1"/>
          </p:cNvSpPr>
          <p:nvPr/>
        </p:nvSpPr>
        <p:spPr>
          <a:xfrm>
            <a:off x="1285875" y="619125"/>
            <a:ext cx="13354050" cy="857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0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附錄：指標定義與資料來源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8F0582F-D743-494A-9B7D-E8936716B949}"/>
              </a:ext>
            </a:extLst>
          </p:cNvPr>
          <p:cNvSpPr>
            <a:spLocks noGrp="1"/>
          </p:cNvSpPr>
          <p:nvPr/>
        </p:nvSpPr>
        <p:spPr>
          <a:xfrm>
            <a:off x="1428750" y="1619250"/>
            <a:ext cx="13068300" cy="542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報告日期 0917；本次比較資料整理截至 0912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B18D2E0-E135-494D-BA63-8EE30D5327F8}"/>
              </a:ext>
            </a:extLst>
          </p:cNvPr>
          <p:cNvSpPr>
            <a:spLocks noGrp="1"/>
          </p:cNvSpPr>
          <p:nvPr/>
        </p:nvSpPr>
        <p:spPr>
          <a:xfrm>
            <a:off x="1571625" y="2619375"/>
            <a:ext cx="12782550" cy="704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GP：10 個 opponent 分數的加權平均，越高越好，只供報告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D0A9537-B83A-41D3-80CD-161247B41ED7}"/>
              </a:ext>
            </a:extLst>
          </p:cNvPr>
          <p:cNvSpPr>
            <a:spLocks noGrp="1"/>
          </p:cNvSpPr>
          <p:nvPr/>
        </p:nvSpPr>
        <p:spPr>
          <a:xfrm>
            <a:off x="1571625" y="3438525"/>
            <a:ext cx="12782550" cy="704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Candidate 總數：G0 的 10 個，加上 20 × 10 offspring，共 210 個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76F3750-4553-46B1-9BD9-814339755EEE}"/>
              </a:ext>
            </a:extLst>
          </p:cNvPr>
          <p:cNvSpPr>
            <a:spLocks noGrp="1"/>
          </p:cNvSpPr>
          <p:nvPr/>
        </p:nvSpPr>
        <p:spPr>
          <a:xfrm>
            <a:off x="1571625" y="4257675"/>
            <a:ext cx="12782550" cy="704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Final test：每組最佳 agent 600 場；不等同最終族群的 1,800 場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0804C88-1EAA-4A30-A1CC-600FF2065B11}"/>
              </a:ext>
            </a:extLst>
          </p:cNvPr>
          <p:cNvSpPr>
            <a:spLocks noGrp="1"/>
          </p:cNvSpPr>
          <p:nvPr/>
        </p:nvSpPr>
        <p:spPr>
          <a:xfrm>
            <a:off x="1571625" y="5476875"/>
            <a:ext cx="12782550" cy="1809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實驗分析：0912 initial population comparison 內容稿</a:t>
            </a:r>
          </a:p>
          <a:p>
            <a:pPr algn="l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設定：configs/experiments/0910_initial_population_comparison_20x10/</a:t>
            </a:r>
          </a:p>
          <a:p>
            <a:pPr algn="l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演算法：docs/eagle_architecture_spec.md、eagle/selection.py</a:t>
            </a:r>
          </a:p>
          <a:p>
            <a:pPr algn="l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Run IDs：20260910_160655_907573、20260911_072610_382082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0BAD441-0A30-45CF-A28F-9F81D1E7E8DD}"/>
              </a:ext>
            </a:extLst>
          </p:cNvPr>
          <p:cNvSpPr>
            <a:spLocks noGrp="1"/>
          </p:cNvSpPr>
          <p:nvPr/>
        </p:nvSpPr>
        <p:spPr>
          <a:xfrm>
            <a:off x="1666875" y="7829550"/>
            <a:ext cx="1259205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原始 September run artifacts 未隨本地 checkout 提供；結果沿用既有分析，未重新執行實驗</a:t>
            </a:r>
          </a:p>
        </p:txBody>
      </p:sp>
      <p:sp>
        <p:nvSpPr>
          <p:cNvPr id="9000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0B4B660E-8F05-4C5F-A2D5-3CB7692FF83F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20</a:t>
            </a:fld>
            <a:endParaRPr sz="1650" b="0">
              <a:solidFill>
                <a:srgbClr val="CF8792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421184775"/>
      </p:ext>
    </p:extLst>
  </p:cSld>
  <p:clrMapOvr>
    <a:masterClrMapping/>
  </p:clrMapOvr>
</p:sld>
</file>

<file path=ppt/theme/theme1.xml><?xml version="1.0" encoding="utf-8"?>
<a:theme xmlns:a="http://schemas.openxmlformats.org/drawingml/2006/main" name="EAGLE">
  <a:themeElements>
    <a:clrScheme name="Meeting 0830 Rose &amp; Gold">
      <a:dk1>
        <a:srgbClr val="47171C"/>
      </a:dk1>
      <a:lt1>
        <a:srgbClr val="FCF8F5"/>
      </a:lt1>
      <a:dk2>
        <a:srgbClr val="423C3B"/>
      </a:dk2>
      <a:lt2>
        <a:srgbClr val="FFFFFF"/>
      </a:lt2>
      <a:accent1>
        <a:srgbClr val="CF8792"/>
      </a:accent1>
      <a:accent2>
        <a:srgbClr val="C69B45"/>
      </a:accent2>
      <a:accent3>
        <a:srgbClr val="DEB4BA"/>
      </a:accent3>
      <a:accent4>
        <a:srgbClr val="47171C"/>
      </a:accent4>
      <a:accent5>
        <a:srgbClr val="F4DEA0"/>
      </a:accent5>
      <a:accent6>
        <a:srgbClr val="423C3B"/>
      </a:accent6>
      <a:hlink>
        <a:srgbClr val="CF8792"/>
      </a:hlink>
      <a:folHlink>
        <a:srgbClr val="C69B45"/>
      </a:folHlink>
    </a:clrScheme>
    <a:fontScheme name="Office">
      <a:majorFont>
        <a:latin typeface="Source Han Serif TW"/>
        <a:ea typeface="Source Han Serif TW"/>
        <a:cs typeface="Source Han Serif TW"/>
      </a:majorFont>
      <a:minorFont>
        <a:latin typeface="Source Han Serif TW"/>
        <a:ea typeface="Source Han Serif TW"/>
        <a:cs typeface="Source Han Serif TW"/>
      </a:minorFont>
    </a:fontScheme>
    <a:fmtScheme name="Meeting 0830 Rose &amp; Gold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EAGLE</Template>
  <TotalTime>0</TotalTime>
  <Words>2350</Words>
  <Application>Microsoft Office PowerPoint</Application>
  <DocSecurity>0</DocSecurity>
  <PresentationFormat>自訂</PresentationFormat>
  <Paragraphs>397</Paragraphs>
  <Slides>20</Slides>
  <Notes>20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20</vt:i4>
      </vt:variant>
    </vt:vector>
  </HeadingPairs>
  <TitlesOfParts>
    <vt:vector size="23" baseType="lpstr">
      <vt:lpstr>Source Han Serif TW</vt:lpstr>
      <vt:lpstr>Calibri</vt:lpstr>
      <vt:lpstr>EAGLE</vt:lpstr>
      <vt:lpstr>PowerPoint 簡報</vt:lpstr>
      <vt:lpstr>EAGLE 目前完整流程</vt:lpstr>
      <vt:lpstr>EAGLE 演化的對象</vt:lpstr>
      <vt:lpstr>三種 Operator 選擇模式</vt:lpstr>
      <vt:lpstr>三種 Reflection 的責任邊界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Sophie Lien</cp:lastModifiedBy>
  <cp:revision>2</cp:revision>
  <dcterms:created xsi:type="dcterms:W3CDTF">2026-09-12T03:48:08Z</dcterms:created>
  <dcterms:modified xsi:type="dcterms:W3CDTF">2026-09-12T04:48:29Z</dcterms:modified>
</cp:coreProperties>
</file>