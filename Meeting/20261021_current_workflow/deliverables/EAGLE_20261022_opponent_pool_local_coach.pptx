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charts/chart8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9.xml" ContentType="application/vnd.openxmlformats-officedocument.drawingml.chart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60" r:id="rId4"/>
    <p:sldId id="301" r:id="rId5"/>
    <p:sldId id="302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5925800" cy="896302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5.5920040000000002</c:v>
                </c:pt>
                <c:pt idx="1">
                  <c:v>25.732783000000001</c:v>
                </c:pt>
                <c:pt idx="2">
                  <c:v>-32.036904</c:v>
                </c:pt>
                <c:pt idx="3">
                  <c:v>10.988061999999999</c:v>
                </c:pt>
                <c:pt idx="4">
                  <c:v>6.7605069999999996</c:v>
                </c:pt>
                <c:pt idx="5">
                  <c:v>18.267322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E-4E42-9C5B-399B6406C530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-3.3417479999999999</c:v>
                </c:pt>
                <c:pt idx="1">
                  <c:v>22.999510000000001</c:v>
                </c:pt>
                <c:pt idx="2">
                  <c:v>-32.033214000000001</c:v>
                </c:pt>
                <c:pt idx="3">
                  <c:v>13.117691000000001</c:v>
                </c:pt>
                <c:pt idx="4">
                  <c:v>8.5607469999999992</c:v>
                </c:pt>
                <c:pt idx="5">
                  <c:v>22.949003000000001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E-4E42-9C5B-399B6406C5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-57.327551</c:v>
                </c:pt>
                <c:pt idx="1">
                  <c:v>-1.3601799999999999</c:v>
                </c:pt>
                <c:pt idx="2">
                  <c:v>6.1837340000000003</c:v>
                </c:pt>
                <c:pt idx="3">
                  <c:v>5.1238979999999996</c:v>
                </c:pt>
                <c:pt idx="4">
                  <c:v>5.5920040000000002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B2-41BC-8518-318DA86F8D9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-57.338081000000003</c:v>
                </c:pt>
                <c:pt idx="1">
                  <c:v>-1.1078809999999999</c:v>
                </c:pt>
                <c:pt idx="2">
                  <c:v>5.6429869999999998</c:v>
                </c:pt>
                <c:pt idx="3">
                  <c:v>5.7164869999999999</c:v>
                </c:pt>
                <c:pt idx="4">
                  <c:v>-3.3417479999999999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B2-41BC-8518-318DA86F8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-71.713680999999994</c:v>
                </c:pt>
                <c:pt idx="1">
                  <c:v>-58.546765000000001</c:v>
                </c:pt>
                <c:pt idx="2">
                  <c:v>-18.482364</c:v>
                </c:pt>
                <c:pt idx="3">
                  <c:v>22.950039</c:v>
                </c:pt>
                <c:pt idx="4">
                  <c:v>25.732783000000001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CF-4331-9AB4-A580810D3B9F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-71.712625000000003</c:v>
                </c:pt>
                <c:pt idx="1">
                  <c:v>-58.571534999999997</c:v>
                </c:pt>
                <c:pt idx="2">
                  <c:v>-19.243351000000001</c:v>
                </c:pt>
                <c:pt idx="3">
                  <c:v>22.495612000000001</c:v>
                </c:pt>
                <c:pt idx="4">
                  <c:v>22.999510000000001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CF-4331-9AB4-A580810D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-70.591722000000004</c:v>
                </c:pt>
                <c:pt idx="1">
                  <c:v>-49.131152</c:v>
                </c:pt>
                <c:pt idx="2">
                  <c:v>-41.481330999999997</c:v>
                </c:pt>
                <c:pt idx="3">
                  <c:v>-14.999245999999999</c:v>
                </c:pt>
                <c:pt idx="4">
                  <c:v>-32.036904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7B-4D56-9F4C-41F72D6C0388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-70.590024999999997</c:v>
                </c:pt>
                <c:pt idx="1">
                  <c:v>-49.136225000000003</c:v>
                </c:pt>
                <c:pt idx="2">
                  <c:v>-41.492792000000001</c:v>
                </c:pt>
                <c:pt idx="3">
                  <c:v>-15.00325</c:v>
                </c:pt>
                <c:pt idx="4">
                  <c:v>-32.033214000000001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7B-4D56-9F4C-41F72D6C0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-69.303635999999997</c:v>
                </c:pt>
                <c:pt idx="1">
                  <c:v>4.5859209999999999</c:v>
                </c:pt>
                <c:pt idx="2">
                  <c:v>24.209648000000001</c:v>
                </c:pt>
                <c:pt idx="3">
                  <c:v>22.449908000000001</c:v>
                </c:pt>
                <c:pt idx="4">
                  <c:v>10.988061999999999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60-48FE-BCFA-48BAD51E510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-69.299691999999993</c:v>
                </c:pt>
                <c:pt idx="1">
                  <c:v>7.34023</c:v>
                </c:pt>
                <c:pt idx="2">
                  <c:v>20.632829999999998</c:v>
                </c:pt>
                <c:pt idx="3">
                  <c:v>24.229255999999999</c:v>
                </c:pt>
                <c:pt idx="4">
                  <c:v>13.117691000000001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60-48FE-BCFA-48BAD51E5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-70.456542999999996</c:v>
                </c:pt>
                <c:pt idx="1">
                  <c:v>9.5429999999999994E-3</c:v>
                </c:pt>
                <c:pt idx="2">
                  <c:v>9.6784199999999991</c:v>
                </c:pt>
                <c:pt idx="3">
                  <c:v>23.497714999999999</c:v>
                </c:pt>
                <c:pt idx="4">
                  <c:v>6.7605069999999996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EB-4BDA-B688-430C79F1C90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-70.450811999999999</c:v>
                </c:pt>
                <c:pt idx="1">
                  <c:v>6.855E-3</c:v>
                </c:pt>
                <c:pt idx="2">
                  <c:v>12.554926999999999</c:v>
                </c:pt>
                <c:pt idx="3">
                  <c:v>24.649235000000001</c:v>
                </c:pt>
                <c:pt idx="4">
                  <c:v>8.5607469999999992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EB-4BDA-B688-430C79F1C9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-70.967267000000007</c:v>
                </c:pt>
                <c:pt idx="1">
                  <c:v>-11.476352</c:v>
                </c:pt>
                <c:pt idx="2">
                  <c:v>-2.7987700000000002</c:v>
                </c:pt>
                <c:pt idx="3">
                  <c:v>-5.8546240000000003</c:v>
                </c:pt>
                <c:pt idx="4">
                  <c:v>18.267322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DB-42AA-AF02-F8F54793138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-70.964789999999994</c:v>
                </c:pt>
                <c:pt idx="1">
                  <c:v>-11.474717999999999</c:v>
                </c:pt>
                <c:pt idx="2">
                  <c:v>-3.014888</c:v>
                </c:pt>
                <c:pt idx="3">
                  <c:v>1.579132</c:v>
                </c:pt>
                <c:pt idx="4">
                  <c:v>22.949003000000001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B-42AA-AF02-F8F547931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>
              <a:srgbClr val="CF879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32.333300000000001</c:v>
                </c:pt>
                <c:pt idx="1">
                  <c:v>31.166699999999999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0-46CD-8EDD-457A82A53E0F}"/>
            </c:ext>
          </c:extLst>
        </c:ser>
        <c:ser>
          <c:idx val="1"/>
          <c:order val="1"/>
          <c:tx>
            <c:v>和 D</c:v>
          </c:tx>
          <c:spPr>
            <a:solidFill>
              <a:srgbClr val="FAEDC6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4.1111000000000004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10-46CD-8EDD-457A82A53E0F}"/>
            </c:ext>
          </c:extLst>
        </c:ser>
        <c:ser>
          <c:idx val="2"/>
          <c:order val="2"/>
          <c:tx>
            <c:v>敗 L</c:v>
          </c:tx>
          <c:spPr>
            <a:solidFill>
              <a:srgbClr val="47171C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63.444400000000002</c:v>
                </c:pt>
                <c:pt idx="1">
                  <c:v>64.722200000000001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10-46CD-8EDD-457A82A53E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3-4C2C-9B23-5DD8E251EA03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73-4C2C-9B23-5DD8E251EA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>
            <a:endParaRPr/>
          </a:p>
          <a:p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>
            <a:endParaRPr/>
          </a:p>
          <a:p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>
            <a:endParaRPr/>
          </a:p>
          <a:p>
            <a:r>
              <a:t>程式來源：eagle/generation/framework_slots.py:304-340、445-470。worker_target 實例來源：configs/framework_bundles/fixed_worker_combat/bundle.json。</a:t>
            </a:r>
          </a:p>
          <a:p>
            <a:endParaRPr/>
          </a:p>
          <a:p>
            <a:r>
              <a:t>版本截點：2026-10-21。程式版本：fcc8b770。</a:t>
            </a:r>
          </a:p>
          <a:p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docs/architecture/framework_slots.md:24-75</a:t>
            </a:r>
          </a:p>
          <a:p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模式先依凍結 bundle 的合法槽位範圍，為 G0 每位候選採樣完整 control_genome。後續交配對每個槽位獨立選取父代 A 或 B 的值。若指派突變，選一個有替代值的槽位，改成不同的合法值；沒有可變槽位時維持原值。完整基因通過驗證後填入固定 Java 模板，再進行驗證、編譯、Integration、語意探針及 MicroRTS 評估。local 演化不呼叫候選階段 LLM。來源：docs/architecture/framework_slots.md:15-22；eagle/generation/framework_slots.py:267-340；eagle/operators/framework_slots.py:65-200。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91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 llm_coach 路徑：準備或載入 framework 並凍結 bundle。LLM 為每個 G0 候選選擇完整合法 control_genome，之後本地渲染 Java、驗證、編譯、Integration、語意探針與對戰。每代選父代並逐槽交配。指派 Strategy mutation 時，使用已評估的 mutation-context parent A 作證據，不使用尚未評估子代的對戰。取父代 A 恰好一場最差已完成對戰，由 Match Commentator 診斷；Coach 同時收到賽評、父代全場摘要、父代與交配後子代的基因、凍結 bundle，並回傳完整合法子代基因。未指派 Strategy mutation 的子代直接進入評估。Coach 失敗時保留突變前完整子代基因與 lineage，標記 reflection 失敗，不隨機補值或部分套用；初代選值失敗保留採樣基因並標記 initialization 失敗。下游評估後進行父子代選擇；維護 opponent pool，快照刷新時依協定重評，再進入下一代。完成搜尋後進行獨立固定基準 Final Test。此圖介紹可選模式，目前這批實驗使用 local。來源：docs/architecture/framework_slots.md:15-75；eagle/operators/strategy.py:448-865；eagle/operators/framework_slots.py:65-200；docs/eagle_architecture_spec.md 的 opponent-pool 協定。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574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一般世代產生 population_size 個子代；到期刷新對手快照時，繁殖前先重評父代。父代與子代必須在同一快照下比較。完成者以 Game Performance 分層，語意差異僅在層內輔助選擇。選擇之後更新 opponent pool，入池來源為所有已評估子代，不限倖存者。self_play 要求 static 反思操作；對手池挑戰與更新不會立即改變已凍結的評估快照。</a:t>
            </a:r>
          </a:p>
          <a:p>
            <a:endParaRPr/>
          </a:p>
          <a:p>
            <a:r>
              <a:t>來源：eagle/evolution/generation.py:94-285；eagle/config.py:747-760。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繁殖父代來自目前 population，與用來提供評估對手的歷史 opponent pool 分開。使用單一 Game Performance fitness；從目前最高分往下 tolerance 以內形成頂層，預設 tolerance=1.0 且包含邊界，不採相鄰分數串連。第一父代以 seeded RNG 從有完整語意簽章者抽樣；若沒有完整簽章則從頂層候選抽樣。第二父代以第一父代為參照，優先選相容動作簽章距離最大者，距離相同時 seeded 抽樣；沒有可比資料時保留 fallback。兩次選擇沒有強制父代 ID 相異。</a:t>
            </a:r>
          </a:p>
          <a:p>
            <a:endParaRPr/>
          </a:p>
          <a:p>
            <a:r>
              <a:t>來源：eagle/operators/selection.py:42-68、200-215、245-282；eagle/evolution/offspring.py:91-119。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>
            <a:endParaRPr/>
          </a:p>
          <a:p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docs/eagle_architecture_spec.md:216-223</a:t>
            </a:r>
          </a:p>
          <a:p>
            <a:r>
              <a:t>eagle/operators/crossover.py:1-170</a:t>
            </a:r>
          </a:p>
          <a:p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docs/eagle_architecture_spec.md:49-78</a:t>
            </a:r>
          </a:p>
          <a:p>
            <a:r>
              <a:t>eagle/operators/code.py:29-180</a:t>
            </a:r>
          </a:p>
          <a:p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eagle/operators/strategy.py:202-447</a:t>
            </a:r>
          </a:p>
          <a:p>
            <a:r>
              <a:t>eagle/operators/strategy.py:576-865</a:t>
            </a:r>
          </a:p>
          <a:p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eagle/operators/strategy.py:1222-1308</a:t>
            </a:r>
          </a:p>
          <a:p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docs/eagle_architecture_spec.md:277-309</a:t>
            </a:r>
          </a:p>
          <a:p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docs/eagle_architecture_spec.md:313-405</a:t>
            </a:r>
          </a:p>
          <a:p>
            <a:r>
              <a:t>docs/eagle_architecture_spec.md:700-820</a:t>
            </a:r>
          </a:p>
          <a:p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docs/eagle_architecture_spec.md:350-405</a:t>
            </a:r>
          </a:p>
          <a:p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docs/eagle_architecture_spec.md:378-424</a:t>
            </a:r>
          </a:p>
          <a:p>
            <a:r>
              <a:t>eagle/generation/java_agent_generator.py:256-329</a:t>
            </a:r>
          </a:p>
          <a:p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>
            <a:endParaRPr/>
          </a:p>
          <a:p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>
            <a:endParaRPr/>
          </a:p>
          <a:p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>
            <a:endParaRPr/>
          </a:p>
          <a:p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docs/eagle_architecture_spec.md:461-481</a:t>
            </a:r>
          </a:p>
          <a:p>
            <a:r>
              <a:t>eagle/opponent_pool.py:22-35</a:t>
            </a:r>
          </a:p>
          <a:p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eagle/evolution/search.py:208-219</a:t>
            </a:r>
          </a:p>
          <a:p>
            <a:r>
              <a:t>eagle/evolution/generation.py:254-262</a:t>
            </a:r>
          </a:p>
          <a:p>
            <a:r>
              <a:t>eagle/opponent_pool.py:162-219</a:t>
            </a:r>
          </a:p>
          <a:p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docs/eagle_architecture_spec.md:482-511</a:t>
            </a:r>
          </a:p>
          <a:p>
            <a:r>
              <a:t>eagle/opponent_pool.py:136-159</a:t>
            </a:r>
          </a:p>
          <a:p>
            <a:r>
              <a:t>eagle/self_play.py:24-79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>
            <a:endParaRPr/>
          </a:p>
          <a:p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>
            <a:endParaRPr/>
          </a:p>
          <a:p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>
            <a:endParaRPr/>
          </a:p>
          <a:p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docs/eagle_architecture_spec.md:350-424</a:t>
            </a:r>
          </a:p>
          <a:p>
            <a:r>
              <a:t>docs/evaluation/game_performance.md:33-40</a:t>
            </a:r>
          </a:p>
          <a:p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eagle/run_artifacts.py:160-197</a:t>
            </a:r>
          </a:p>
          <a:p>
            <a:r>
              <a:t>eagle/run_artifacts.py:363-375</a:t>
            </a:r>
          </a:p>
          <a:p>
            <a:r>
              <a:t>docs/artifacts/artifact_schema.md:37-92</a:t>
            </a:r>
          </a:p>
          <a:p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eagle/evolution/resume.py:1-150</a:t>
            </a:r>
          </a:p>
          <a:p>
            <a:r>
              <a:t>eagle/run_artifacts.py:686-703</a:t>
            </a:r>
          </a:p>
          <a:p>
            <a:r>
              <a:t>docs/eagle_architecture_spec.md:162-215</a:t>
            </a:r>
          </a:p>
          <a:p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eagle/config.py:863-879</a:t>
            </a:r>
          </a:p>
          <a:p>
            <a:r>
              <a:t>eagle/experiment.py:355-540</a:t>
            </a:r>
          </a:p>
          <a:p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docs/eagle_architecture_spec.md:162-215</a:t>
            </a:r>
          </a:p>
          <a:p>
            <a:r>
              <a:t>eagle/evaluation/determinism.py:1-170</a:t>
            </a:r>
          </a:p>
          <a:p>
            <a:r>
              <a:t>eagle/execution.py:14-68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>
            <a:endParaRPr/>
          </a:p>
          <a:p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docs/evaluation/evaluation_pipeline.md:160-166</a:t>
            </a:r>
          </a:p>
          <a:p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docs/evaluation/game_performance.md:42-57</a:t>
            </a:r>
          </a:p>
          <a:p>
            <a:r>
              <a:t>docs/artifacts/timing_schema.md:1-65</a:t>
            </a:r>
          </a:p>
          <a:p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docs/implementation/current_status.md:42-66</a:t>
            </a:r>
          </a:p>
          <a:p>
            <a:r>
              <a:t>docs/architecture/evolutionary_flow.md:169-200</a:t>
            </a:r>
          </a:p>
          <a:p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configs/framework_coach.yaml:1-98</a:t>
            </a:r>
          </a:p>
          <a:p>
            <a:r>
              <a:t>eagle/config.py:580-658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模式：framework_slots / local；population 10；G1–20；self_play / tournament-v1；搜尋 180 場／candidate；Final Test 600 場／run。</a:t>
            </a:r>
          </a:p>
          <a:p>
            <a:r>
              <a:t>批次與 run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20,"generations_target":20,"final_test_completed":600,"final_test_target":600,"status":"complete"}],"reported_completed_runs":12,"reported_pending_runs":0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population best、population mean、population sd、semantic unique。</a:t>
            </a:r>
          </a:p>
          <a:p>
            <a:r>
              <a:t>{"previous":{"runs":6,"rows":[{"seed":8,"best":5.592004,"population_mean":4.306859,"population_sd":0.675312,"semantic_unique":1,"population_size":10},{"seed":9,"best":25.732783,"population_mean":24.711095,"population_sd":0.690845,"semantic_unique":2,"population_size":10},{"seed":10,"best":-32.036904,"population_mean":-38.78931,"population_sd":3.609358,"semantic_unique":2,"population_size":10},{"seed":11,"best":10.988062,"population_mean":9.419064,"population_sd":0.695889,"semantic_unique":1,"population_size":10},{"seed":12,"best":6.760507,"population_mean":5.639454,"population_sd":0.698418,"semantic_unique":1,"population_size":10},{"seed":13,"best":18.267322,"population_mean":15.719177,"population_sd":1.029331,"semantic_unique":4,"population_size":10}],"mean_best":5.883962333333334,"semantic_unique_counts":[1,2,2,1,1,4]},"current_completed":{"runs":6,"rows":[{"seed":8,"best":-3.341748,"population_mean":-5.261612,"population_sd":0.801493,"semantic_unique":3,"population_size":10},{"seed":9,"best":22.99951,"population_mean":21.125998,"population_sd":1.072581,"semantic_unique":1,"population_size":10},{"seed":10,"best":-32.033214,"population_mean":-38.787987,"population_sd":3.612801,"semantic_unique":2,"population_size":10},{"seed":11,"best":13.117691,"population_mean":12.466486,"population_sd":0.306807,"semantic_unique":1,"population_size":10},{"seed":12,"best":8.560747,"population_mean":7.885555,"population_sd":0.410018,"semantic_unique":1,"population_size":10},{"seed":13,"best":22.949003,"population_mean":21.969302,"population_sd":0.39363,"semantic_unique":5,"population_size":10}],"mean_best":5.375331500000001,"semantic_unique_counts":[3,1,2,1,1,5]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各世代 population best；世代為 G0、G5、G10、G15、G20。</a:t>
            </a:r>
          </a:p>
          <a:p>
            <a:r>
              <a:t>{"columns":["seed","cohort","g0","g5","g10","g15","g20"],"rows":[{"seed":8,"cohort":"上次","g0":-57.327551,"g5":-1.36018,"g10":6.183734,"g15":5.123898,"g20":5.592004},{"seed":9,"cohort":"上次","g0":-71.713681,"g5":-58.546765,"g10":-18.482364,"g15":22.950039,"g20":25.732783},{"seed":10,"cohort":"上次","g0":-70.591722,"g5":-49.131152,"g10":-41.481331,"g15":-14.999246,"g20":-32.036904},{"seed":11,"cohort":"上次","g0":-69.303636,"g5":4.585921,"g10":24.209648,"g15":22.449908,"g20":10.988062},{"seed":12,"cohort":"上次","g0":-70.456543,"g5":0.009543,"g10":9.67842,"g15":23.497715,"g20":6.760507},{"seed":13,"cohort":"上次","g0":-70.967267,"g5":-11.476352,"g10":-2.79877,"g15":-5.854624,"g20":18.267322},{"seed":8,"cohort":"本次","g0":-57.338081,"g5":-1.107881,"g10":5.642987,"g15":5.716487,"g20":-3.341748},{"seed":9,"cohort":"本次","g0":-71.712625,"g5":-58.571535,"g10":-19.243351,"g15":22.495612,"g20":22.99951},{"seed":10,"cohort":"本次","g0":-70.590025,"g5":-49.136225,"g10":-41.492792,"g15":-15.00325,"g20":-32.033214},{"seed":11,"cohort":"本次","g0":-69.299692,"g5":7.34023,"g10":20.63283,"g15":24.229256,"g20":13.117691},{"seed":12,"cohort":"本次","g0":-70.450812,"g5":0.006855,"g10":12.554927,"g15":24.649235,"g20":8.560747},{"seed":13,"cohort":"本次","g0":-70.96479,"g5":-11.474718,"g10":-3.014888,"g15":1.579132,"g20":22.949003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Final Test：10 opponents × 3 maps × 10 games/side = 600 matches/run。W=勝、D=和、L=負、E=錯誤；勝率=勝／總場數。</a:t>
            </a:r>
          </a:p>
          <a:p>
            <a:r>
              <a:t>{"protocol_matches_per_run":600,"columns":["cohort","runs","wins","losses","draws","errors","matches","aggregate_win_rate_percent"],"cohorts":[{"cohort":"上次","runs":6,"wins":1164,"draws":152,"losses":2284,"errors":0,"matches":3600,"aggregate_win_rate_percent":32.33},{"cohort":"本次","runs":6,"wins":1122,"draws":148,"losses":2330,"errors":0,"matches":3600,"aggregate_win_rate_percent":31.17}],"source_note":"runs/&lt;run_id&gt;/final_test/final_test_summary.json: table, total_matches"}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兩批各 seed 8–13；每個對手為 6 runs × 60 matches = 360 matches。</a:t>
            </a:r>
          </a:p>
          <a:p>
            <a:r>
              <a:t>{"previous":[{"opponent":"passive","wins":300,"draws":60,"losses":0,"errors":0,"matches":360},{"opponent":"random","wins":328,"draws":30,"losses":2,"errors":0,"matches":360},{"opponent":"randombias","wins":300,"draws":22,"losses":38,"errors":0,"matches":360},{"opponent":"lightrush","wins":50,"draws":10,"losses":300,"errors":0,"matches":360},{"opponent":"heavyrush","wins":130,"draws":0,"losses":230,"errors":0,"matches":360},{"opponent":"workerrush","wins":40,"draws":10,"losses":310,"errors":0,"matches":360},{"opponent":"allinbot","wins":6,"draws":5,"losses":349,"errors":0,"matches":360},{"opponent":"mayari","wins":0,"draws":15,"losses":345,"errors":0,"matches":360},{"opponent":"coac","wins":10,"draws":0,"losses":350,"errors":0,"matches":360},{"opponent":"tma","wins":0,"draws":0,"losses":360,"errors":0,"matches":360}],"current":[{"opponent":"passive","wins":300,"draws":60,"losses":0,"errors":0,"matches":360},{"opponent":"random","wins":329,"draws":31,"losses":0,"errors":0,"matches":360},{"opponent":"randombias","wins":292,"draws":32,"losses":36,"errors":0,"matches":360},{"opponent":"lightrush","wins":60,"draws":0,"losses":300,"errors":0,"matches":360},{"opponent":"heavyrush","wins":100,"draws":0,"losses":260,"errors":0,"matches":360},{"opponent":"workerrush","wins":30,"draws":10,"losses":320,"errors":0,"matches":360},{"opponent":"allinbot","wins":1,"draws":4,"losses":355,"errors":0,"matches":360},{"opponent":"mayari","wins":0,"draws":11,"losses":349,"errors":0,"matches":360},{"opponent":"coac","wins":10,"draws":0,"losses":350,"errors":0,"matches":360},{"opponent":"tma","wins":0,"draws":0,"losses":360,"errors":0,"matches":360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semantic unique；population 10；三張地圖 × 三個階段。</a:t>
            </a:r>
          </a:p>
          <a:p>
            <a:r>
              <a:t>{"previous":[1,2,2,1,1,4],"current":[3,1,2,1,1,5]}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時間：搜尋 wall time 為 G0 開始至 G20 完成；G0 為該代 duration；G1–20 為世代 duration 加總；Final Test 為 600 場對戰的時間跨度，排除 compilation 與 Integration。單位 seconds，表格四捨五入至整秒。</a:t>
            </a:r>
          </a:p>
          <a:p>
            <a:r>
              <a:t>{"available":true,"rows":[{"cohort":"上次","seed":8,"run_id":"20261019_152601_037528","status":"complete","generations_completed":20,"search_wall_seconds":10374.866,"initialization_seconds":522.792,"evolution_seconds":9848.488,"final_test_seconds":99.512,"wins":239,"draws":13,"losses":348,"errors":0,"matches":600},{"cohort":"上次","seed":9,"run_id":"20261019_182037_312877","status":"complete","generations_completed":20,"search_wall_seconds":12257.945,"initialization_seconds":497.646,"evolution_seconds":11755.547,"final_test_seconds":119.06,"wins":251,"draws":1,"losses":348,"errors":0,"matches":600},{"cohort":"上次","seed":10,"run_id":"20261019_103405_871333","status":"complete","generations_completed":20,"search_wall_seconds":17362.051,"initialization_seconds":515.172,"evolution_seconds":16843.476,"final_test_seconds":150.677,"wins":79,"draws":97,"losses":424,"errors":0,"matches":600},{"cohort":"上次","seed":11,"run_id":"20261020_135403_027378","status":"complete","generations_completed":20,"search_wall_seconds":11343.296,"initialization_seconds":570.849,"evolution_seconds":10771.148,"final_test_seconds":125.726,"wins":225,"draws":17,"losses":358,"errors":0,"matches":600},{"cohort":"上次","seed":12,"run_id":"20261020_170514_392422","status":"complete","generations_completed":20,"search_wall_seconds":10308.799,"initialization_seconds":498.24,"evolution_seconds":9809.485,"final_test_seconds":122.554,"wins":198,"draws":19,"losses":383,"errors":0,"matches":600},{"cohort":"上次","seed":13,"run_id":"20261020_195907_969170","status":"complete","generations_completed":20,"search_wall_seconds":12509.009,"initialization_seconds":487.231,"evolution_seconds":12020.596,"final_test_seconds":92.874,"wins":172,"draws":5,"losses":423,"errors":0,"matches":600},{"cohort":"本次","seed":8,"run_id":"20261021_002848_496277","status":"complete","generations_completed":20,"search_wall_seconds":11907.924,"initialization_seconds":554.364,"evolution_seconds":11351.931,"final_test_seconds":116.34,"wins":209,"draws":3,"losses":388,"errors":0,"matches":600},{"cohort":"本次","seed":9,"run_id":"20261021_034914_985024","status":"complete","generations_completed":20,"search_wall_seconds":14015.655,"initialization_seconds":561.888,"evolution_seconds":13451.897,"final_test_seconds":132.173,"wins":210,"draws":4,"losses":386,"errors":0,"matches":600},{"cohort":"本次","seed":10,"run_id":"20261021_074505_348782","status":"complete","generations_completed":20,"search_wall_seconds":19553.744,"initialization_seconds":561.167,"evolution_seconds":18989.792,"final_test_seconds":173.538,"wins":79,"draws":97,"losses":424,"errors":0,"matches":600},{"cohort":"本次","seed":11,"run_id":"20261021_131355_062329","status":"complete","generations_completed":20,"search_wall_seconds":13098.014,"initialization_seconds":558.229,"evolution_seconds":12536.799,"final_test_seconds":146.619,"wins":228,"draws":15,"losses":357,"errors":0,"matches":600},{"cohort":"本次","seed":12,"run_id":"20261021_165442_013504","status":"complete","generations_completed":20,"search_wall_seconds":12183.715,"initialization_seconds":566.996,"evolution_seconds":11614.279,"final_test_seconds":152.023,"wins":179,"draws":26,"losses":395,"errors":0,"matches":600},{"cohort":"本次","seed":13,"run_id":"20261021_202021_187555","status":"complete","generations_completed":20,"search_wall_seconds":14174.662,"initialization_seconds":549.497,"evolution_seconds":13622.763,"final_test_seconds":102.667,"wins":217,"draws":3,"losses":380,"errors":0,"matches":600}],"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sequences"},"source":{"thread_id":"01a1532f-8c1e-7d52-9e39-db06a38b5812","host":"remote-control:env_e_6a8460e4e7d0832ebe87dbd74cff01a5","artifact_root":"/home/mhlab/EAGLE","snapshot_label":"2026-10-22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圖解流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選項與對應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矩陣與規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結果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較與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時間與證據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Pr>
        <a:blipFill>
          <a:blip r:embed="rId2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E36B5EA-7053-4260-A16E-9CF7F5C589B2}"/>
              </a:ext>
            </a:extLst>
          </p:cNvPr>
          <p:cNvCxnSpPr>
            <a:stCxn id="7" idx="1"/>
            <a:endCxn id="5" idx="1"/>
          </p:cNvCxnSpPr>
          <p:nvPr/>
        </p:nvCxnSpPr>
        <p:spPr>
          <a:xfrm flipV="1">
            <a:off x="7667625" y="2705100"/>
            <a:ext cx="0" cy="33909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47B59FE1-13D1-4011-8002-520163E0B1F2}"/>
              </a:ext>
            </a:extLst>
          </p:cNvPr>
          <p:cNvCxnSpPr>
            <a:stCxn id="6" idx="2"/>
            <a:endCxn id="7" idx="3"/>
          </p:cNvCxnSpPr>
          <p:nvPr/>
        </p:nvCxnSpPr>
        <p:spPr>
          <a:xfrm flipH="1">
            <a:off x="10810875" y="4895850"/>
            <a:ext cx="2238375" cy="1200150"/>
          </a:xfrm>
          <a:prstGeom prst="bentConnector5">
            <a:avLst>
              <a:gd name="adj1" fmla="val 0"/>
              <a:gd name="adj2" fmla="val 19048"/>
              <a:gd name="adj3" fmla="val 89787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830FAF73-7307-403E-8F6D-E3B28971283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810875" y="2705100"/>
            <a:ext cx="666750" cy="16954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D85D4CD-6594-4D5F-8BEF-5170D40C069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40B768-1FD9-47D5-84C7-B58652D8B63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806C9-EB6D-4698-9298-7CDEFECAD5C3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E87D5B-1891-4F8A-8C51-6FA3ED88BA4B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5619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8E2ECB-B08A-42B5-A9C8-69E2BBF4A9CA}"/>
              </a:ext>
            </a:extLst>
          </p:cNvPr>
          <p:cNvSpPr>
            <a:spLocks noGrp="1"/>
          </p:cNvSpPr>
          <p:nvPr/>
        </p:nvSpPr>
        <p:spPr>
          <a:xfrm>
            <a:off x="7667625" y="22098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6D7F78-E7F8-4077-80CA-9B015E4ADE13}"/>
              </a:ext>
            </a:extLst>
          </p:cNvPr>
          <p:cNvSpPr>
            <a:spLocks noGrp="1"/>
          </p:cNvSpPr>
          <p:nvPr/>
        </p:nvSpPr>
        <p:spPr>
          <a:xfrm>
            <a:off x="11477625" y="39052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28386D1-3E17-42B9-BAB1-F8557F2A5AEC}"/>
              </a:ext>
            </a:extLst>
          </p:cNvPr>
          <p:cNvSpPr>
            <a:spLocks noGrp="1"/>
          </p:cNvSpPr>
          <p:nvPr/>
        </p:nvSpPr>
        <p:spPr>
          <a:xfrm>
            <a:off x="7667625" y="5600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115CF2-6145-49A1-8E0C-2CFDDED58308}"/>
              </a:ext>
            </a:extLst>
          </p:cNvPr>
          <p:cNvSpPr>
            <a:spLocks noGrp="1"/>
          </p:cNvSpPr>
          <p:nvPr/>
        </p:nvSpPr>
        <p:spPr>
          <a:xfrm>
            <a:off x="11477625" y="25527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85A1FB-8093-4D03-8C62-FD35E9510EBD}"/>
              </a:ext>
            </a:extLst>
          </p:cNvPr>
          <p:cNvSpPr>
            <a:spLocks noGrp="1"/>
          </p:cNvSpPr>
          <p:nvPr/>
        </p:nvSpPr>
        <p:spPr>
          <a:xfrm>
            <a:off x="11763375" y="54673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7D65CF-CC61-4C22-9C5A-39FC9A69BD70}"/>
              </a:ext>
            </a:extLst>
          </p:cNvPr>
          <p:cNvSpPr>
            <a:spLocks noGrp="1"/>
          </p:cNvSpPr>
          <p:nvPr/>
        </p:nvSpPr>
        <p:spPr>
          <a:xfrm>
            <a:off x="5869811" y="4019550"/>
            <a:ext cx="2571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2DAEF6F-DA0C-402B-9D27-0A4879EF4CBB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40005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A01728-72E7-4E99-B7A9-4B02836A1988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5429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58F5A-A8FF-467F-935F-D3E25AEEEC64}"/>
              </a:ext>
            </a:extLst>
          </p:cNvPr>
          <p:cNvSpPr>
            <a:spLocks noGrp="1"/>
          </p:cNvSpPr>
          <p:nvPr/>
        </p:nvSpPr>
        <p:spPr>
          <a:xfrm>
            <a:off x="723900" y="699135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20BACA-2B44-4349-99C8-E7D6A012510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7794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74C1727-0AFC-41B5-BF2B-6657D9D3C03A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4048125" y="7072313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6746C6-49DC-46C7-92A8-FD3866D0E4D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429625" y="707231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44F57C4-FB87-4FD0-A88D-18DECDEED28D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001500" y="5334000"/>
            <a:ext cx="0" cy="11430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C1A05EB-D5DE-4EA2-8524-114E33C938E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10625" y="466725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C3DA10-56F1-4C1B-AACE-D201533BE95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048125" y="46672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AC01063-A94E-44FE-AF80-6BAB0DBC2997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500313" y="3095625"/>
            <a:ext cx="928688" cy="1095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6B28470-31DB-4435-A877-FEECA7BC8FF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5A3FB-C2FC-4903-8259-88F46C1CC4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6A8775-B611-4348-8F99-8867008778C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4668500" cy="1381125"/>
          </a:xfrm>
          <a:prstGeom prst="roundRect">
            <a:avLst>
              <a:gd name="adj" fmla="val 11034"/>
            </a:avLst>
          </a:prstGeom>
          <a:solidFill>
            <a:srgbClr val="FAEDC6"/>
          </a:solidFill>
          <a:ln w="0">
            <a:noFill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2BCA68-F8A1-4888-B300-CAAB1FA3F2FC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DCAF4C-66C9-4D41-95C8-BEB92A44D232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7429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63E51E2-1577-47DA-8A5D-3778A3168486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3095625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159341-272E-43CC-AD94-16C70EA0E9CB}"/>
              </a:ext>
            </a:extLst>
          </p:cNvPr>
          <p:cNvSpPr>
            <a:spLocks noGrp="1"/>
          </p:cNvSpPr>
          <p:nvPr/>
        </p:nvSpPr>
        <p:spPr>
          <a:xfrm>
            <a:off x="5000625" y="4191000"/>
            <a:ext cx="38100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89F8F0C-E75B-4A91-84CC-2693428B85FF}"/>
              </a:ext>
            </a:extLst>
          </p:cNvPr>
          <p:cNvSpPr>
            <a:spLocks noGrp="1"/>
          </p:cNvSpPr>
          <p:nvPr/>
        </p:nvSpPr>
        <p:spPr>
          <a:xfrm>
            <a:off x="10001250" y="4000500"/>
            <a:ext cx="4000500" cy="1333500"/>
          </a:xfrm>
          <a:prstGeom prst="roundRect">
            <a:avLst>
              <a:gd name="adj" fmla="val 11429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 dirty="0" err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</a:t>
            </a:r>
            <a:r>
              <a:rPr sz="2100" b="1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4</a:t>
            </a:r>
            <a:r>
              <a:rPr lang="zh-TW" altLang="en-US" sz="2100" b="1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歷屆冠軍</a:t>
            </a:r>
            <a:r>
              <a:rPr sz="2100" b="1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</a:t>
            </a:r>
            <a:r>
              <a:rPr lang="zh-TW" altLang="en-US" sz="2100" b="1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</a:t>
            </a:r>
            <a:r>
              <a:rPr lang="en-US" altLang="zh-TW" sz="2100" b="1" dirty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</a:t>
            </a:r>
            <a:endParaRPr sz="2100" b="1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 dirty="0" err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  <a:endParaRPr sz="2100" b="1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E577EEE-55EE-454D-B2BA-01B19A1E7EC7}"/>
              </a:ext>
            </a:extLst>
          </p:cNvPr>
          <p:cNvSpPr>
            <a:spLocks noGrp="1"/>
          </p:cNvSpPr>
          <p:nvPr/>
        </p:nvSpPr>
        <p:spPr>
          <a:xfrm>
            <a:off x="9906000" y="6477000"/>
            <a:ext cx="41910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676B17-51CE-4AB4-B229-651FD22E1E51}"/>
              </a:ext>
            </a:extLst>
          </p:cNvPr>
          <p:cNvSpPr>
            <a:spLocks noGrp="1"/>
          </p:cNvSpPr>
          <p:nvPr/>
        </p:nvSpPr>
        <p:spPr>
          <a:xfrm>
            <a:off x="5000625" y="6572250"/>
            <a:ext cx="342900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80328FB-E974-45B8-99C7-56AB94389AA8}"/>
              </a:ext>
            </a:extLst>
          </p:cNvPr>
          <p:cNvSpPr>
            <a:spLocks noGrp="1"/>
          </p:cNvSpPr>
          <p:nvPr/>
        </p:nvSpPr>
        <p:spPr>
          <a:xfrm>
            <a:off x="952500" y="6572250"/>
            <a:ext cx="3095625" cy="1000125"/>
          </a:xfrm>
          <a:prstGeom prst="roundRect">
            <a:avLst>
              <a:gd name="adj" fmla="val 15238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3970588-76E4-476B-9B97-FFC1641DE234}"/>
              </a:ext>
            </a:extLst>
          </p:cNvPr>
          <p:cNvCxnSpPr/>
          <p:nvPr/>
        </p:nvCxnSpPr>
        <p:spPr>
          <a:xfrm flipV="1">
            <a:off x="6715125" y="571500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623D54C-C71F-48F8-A08D-12AA7EE2E36E}"/>
              </a:ext>
            </a:extLst>
          </p:cNvPr>
          <p:cNvCxnSpPr/>
          <p:nvPr/>
        </p:nvCxnSpPr>
        <p:spPr>
          <a:xfrm>
            <a:off x="6715125" y="5715000"/>
            <a:ext cx="771525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86C4ECF-69EF-4005-BBED-1E6D03973788}"/>
              </a:ext>
            </a:extLst>
          </p:cNvPr>
          <p:cNvCxnSpPr/>
          <p:nvPr/>
        </p:nvCxnSpPr>
        <p:spPr>
          <a:xfrm flipV="1">
            <a:off x="14430375" y="4667250"/>
            <a:ext cx="0" cy="1047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552E064-A9E8-4C33-A281-6FBFDA3842B2}"/>
              </a:ext>
            </a:extLst>
          </p:cNvPr>
          <p:cNvCxnSpPr/>
          <p:nvPr/>
        </p:nvCxnSpPr>
        <p:spPr>
          <a:xfrm flipH="1">
            <a:off x="14001750" y="4667250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542D7CF-13D3-4F65-A1EC-D7938A7FA9F9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B17936-3848-4DC8-90AE-C422EBE278D2}"/>
              </a:ext>
            </a:extLst>
          </p:cNvPr>
          <p:cNvSpPr>
            <a:spLocks noGrp="1"/>
          </p:cNvSpPr>
          <p:nvPr/>
        </p:nvSpPr>
        <p:spPr>
          <a:xfrm>
            <a:off x="4286250" y="6391275"/>
            <a:ext cx="666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D6E93E10-C4D3-484E-9A87-EBCCF729864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1DF944-7A9D-4D27-A48D-EB462CF5E4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635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3B10690-5523-45AE-8836-D771C669EB09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6429375" y="771525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E06C15B-F031-404F-A615-90E517050F1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AC6AA5-03CE-432B-9532-CFE5A1F930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D5DE1-A134-4A05-A3AB-B7E70EF053A3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BF7D9-BD92-43AC-8DF4-105A3AA85DF1}"/>
              </a:ext>
            </a:extLst>
          </p:cNvPr>
          <p:cNvSpPr>
            <a:spLocks noGrp="1"/>
          </p:cNvSpPr>
          <p:nvPr/>
        </p:nvSpPr>
        <p:spPr>
          <a:xfrm>
            <a:off x="4143375" y="18573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3F88F-2768-40CB-AB9A-E2B11DDDB2B8}"/>
              </a:ext>
            </a:extLst>
          </p:cNvPr>
          <p:cNvSpPr>
            <a:spLocks noGrp="1"/>
          </p:cNvSpPr>
          <p:nvPr/>
        </p:nvSpPr>
        <p:spPr>
          <a:xfrm>
            <a:off x="10668000" y="1857375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E95273-D4E4-46A8-8CEA-E00C94E60048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16196A-EB44-4DA9-ACDF-C7363CCDDAEA}"/>
              </a:ext>
            </a:extLst>
          </p:cNvPr>
          <p:cNvSpPr>
            <a:spLocks noGrp="1"/>
          </p:cNvSpPr>
          <p:nvPr/>
        </p:nvSpPr>
        <p:spPr>
          <a:xfrm>
            <a:off x="714375" y="3181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25D768-BB5C-4CFF-B1CC-8075EB103C66}"/>
              </a:ext>
            </a:extLst>
          </p:cNvPr>
          <p:cNvSpPr>
            <a:spLocks noGrp="1"/>
          </p:cNvSpPr>
          <p:nvPr/>
        </p:nvSpPr>
        <p:spPr>
          <a:xfrm>
            <a:off x="41433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BD67D7-7955-4948-9CD6-AF03A4D2936F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0B257BE-1196-4E85-9F86-0155F7E9F250}"/>
              </a:ext>
            </a:extLst>
          </p:cNvPr>
          <p:cNvSpPr>
            <a:spLocks noGrp="1"/>
          </p:cNvSpPr>
          <p:nvPr/>
        </p:nvSpPr>
        <p:spPr>
          <a:xfrm>
            <a:off x="57245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CF5508-07E8-477E-9DEF-EAF4BA104CDB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4A9C6C-B8C9-4012-8EBF-116907F6E77F}"/>
              </a:ext>
            </a:extLst>
          </p:cNvPr>
          <p:cNvSpPr>
            <a:spLocks noGrp="1"/>
          </p:cNvSpPr>
          <p:nvPr/>
        </p:nvSpPr>
        <p:spPr>
          <a:xfrm>
            <a:off x="73056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C6903DF-C5BC-4546-9829-1A6E8378A78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166D244-5B2E-4CAC-B768-A41239AFACA6}"/>
              </a:ext>
            </a:extLst>
          </p:cNvPr>
          <p:cNvSpPr>
            <a:spLocks noGrp="1"/>
          </p:cNvSpPr>
          <p:nvPr/>
        </p:nvSpPr>
        <p:spPr>
          <a:xfrm>
            <a:off x="88868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235B6E-4565-441E-A7E7-C899FC07AE8D}"/>
              </a:ext>
            </a:extLst>
          </p:cNvPr>
          <p:cNvSpPr>
            <a:spLocks noGrp="1"/>
          </p:cNvSpPr>
          <p:nvPr/>
        </p:nvSpPr>
        <p:spPr>
          <a:xfrm>
            <a:off x="4143375" y="348615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2608087-0510-45D6-82F9-FB53C588965B}"/>
              </a:ext>
            </a:extLst>
          </p:cNvPr>
          <p:cNvCxnSpPr/>
          <p:nvPr/>
        </p:nvCxnSpPr>
        <p:spPr>
          <a:xfrm>
            <a:off x="9953625" y="31718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94439AB-E7C0-4C0C-91D9-E3B5468D03E5}"/>
              </a:ext>
            </a:extLst>
          </p:cNvPr>
          <p:cNvSpPr>
            <a:spLocks noGrp="1"/>
          </p:cNvSpPr>
          <p:nvPr/>
        </p:nvSpPr>
        <p:spPr>
          <a:xfrm>
            <a:off x="10668000" y="27622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52AB9B-83A4-4768-82C6-26143034AA8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31F7B1-9A44-4E01-9FDF-D2FD54946C39}"/>
              </a:ext>
            </a:extLst>
          </p:cNvPr>
          <p:cNvSpPr>
            <a:spLocks noGrp="1"/>
          </p:cNvSpPr>
          <p:nvPr/>
        </p:nvSpPr>
        <p:spPr>
          <a:xfrm>
            <a:off x="714375" y="48006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889DC0B-E080-4D85-B3DF-442FBD365914}"/>
              </a:ext>
            </a:extLst>
          </p:cNvPr>
          <p:cNvSpPr>
            <a:spLocks noGrp="1"/>
          </p:cNvSpPr>
          <p:nvPr/>
        </p:nvSpPr>
        <p:spPr>
          <a:xfrm>
            <a:off x="41433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5C740-3415-4536-9626-6A5EF4D0A3EF}"/>
              </a:ext>
            </a:extLst>
          </p:cNvPr>
          <p:cNvSpPr>
            <a:spLocks noGrp="1"/>
          </p:cNvSpPr>
          <p:nvPr/>
        </p:nvSpPr>
        <p:spPr>
          <a:xfrm>
            <a:off x="523875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98C8C25-FB1F-4BC8-A595-750C81831560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975582-48D0-4A7A-83AD-2115707C992A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615F74-5FED-4A9F-BD8C-5F7AD47B857F}"/>
              </a:ext>
            </a:extLst>
          </p:cNvPr>
          <p:cNvSpPr>
            <a:spLocks noGrp="1"/>
          </p:cNvSpPr>
          <p:nvPr/>
        </p:nvSpPr>
        <p:spPr>
          <a:xfrm>
            <a:off x="85248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F312F1-1AFB-4749-ADC9-2446346CE4B2}"/>
              </a:ext>
            </a:extLst>
          </p:cNvPr>
          <p:cNvSpPr>
            <a:spLocks noGrp="1"/>
          </p:cNvSpPr>
          <p:nvPr/>
        </p:nvSpPr>
        <p:spPr>
          <a:xfrm>
            <a:off x="4143375" y="510540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523D06A-A199-454C-9416-7D7F26AB52AF}"/>
              </a:ext>
            </a:extLst>
          </p:cNvPr>
          <p:cNvCxnSpPr/>
          <p:nvPr/>
        </p:nvCxnSpPr>
        <p:spPr>
          <a:xfrm>
            <a:off x="9953625" y="479107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74436FE5-3363-4D49-9009-7C2D116D07F9}"/>
              </a:ext>
            </a:extLst>
          </p:cNvPr>
          <p:cNvSpPr>
            <a:spLocks noGrp="1"/>
          </p:cNvSpPr>
          <p:nvPr/>
        </p:nvSpPr>
        <p:spPr>
          <a:xfrm>
            <a:off x="10668000" y="438150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EF0375-DA86-4E78-853D-BA7125440916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C0E588-C1FC-4C7E-B65C-FAD3B1AC4DF6}"/>
              </a:ext>
            </a:extLst>
          </p:cNvPr>
          <p:cNvSpPr>
            <a:spLocks noGrp="1"/>
          </p:cNvSpPr>
          <p:nvPr/>
        </p:nvSpPr>
        <p:spPr>
          <a:xfrm>
            <a:off x="714375" y="64198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49DA2C4-A5D8-43C4-8693-D89B045EF078}"/>
              </a:ext>
            </a:extLst>
          </p:cNvPr>
          <p:cNvSpPr>
            <a:spLocks noGrp="1"/>
          </p:cNvSpPr>
          <p:nvPr/>
        </p:nvSpPr>
        <p:spPr>
          <a:xfrm>
            <a:off x="414337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B8543C3-01F3-4E7C-AF87-ED7DA87D379A}"/>
              </a:ext>
            </a:extLst>
          </p:cNvPr>
          <p:cNvSpPr>
            <a:spLocks noGrp="1"/>
          </p:cNvSpPr>
          <p:nvPr/>
        </p:nvSpPr>
        <p:spPr>
          <a:xfrm>
            <a:off x="6000750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6CA1603-27A5-4251-8325-FCB4778C71EC}"/>
              </a:ext>
            </a:extLst>
          </p:cNvPr>
          <p:cNvSpPr>
            <a:spLocks noGrp="1"/>
          </p:cNvSpPr>
          <p:nvPr/>
        </p:nvSpPr>
        <p:spPr>
          <a:xfrm>
            <a:off x="785812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56E3CC-176E-4ADA-A3B8-B049923729B8}"/>
              </a:ext>
            </a:extLst>
          </p:cNvPr>
          <p:cNvSpPr>
            <a:spLocks noGrp="1"/>
          </p:cNvSpPr>
          <p:nvPr/>
        </p:nvSpPr>
        <p:spPr>
          <a:xfrm>
            <a:off x="4143375" y="6762750"/>
            <a:ext cx="6572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6C60838-A760-49EF-8001-FCD6E67E68C6}"/>
              </a:ext>
            </a:extLst>
          </p:cNvPr>
          <p:cNvCxnSpPr/>
          <p:nvPr/>
        </p:nvCxnSpPr>
        <p:spPr>
          <a:xfrm>
            <a:off x="9953625" y="64103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3FEDBECA-DCB5-4D26-87C0-28268608F48E}"/>
              </a:ext>
            </a:extLst>
          </p:cNvPr>
          <p:cNvSpPr>
            <a:spLocks noGrp="1"/>
          </p:cNvSpPr>
          <p:nvPr/>
        </p:nvSpPr>
        <p:spPr>
          <a:xfrm>
            <a:off x="10668000" y="60007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F3429F6-B655-446C-BD3D-74B66630C9E8}"/>
              </a:ext>
            </a:extLst>
          </p:cNvPr>
          <p:cNvSpPr>
            <a:spLocks noGrp="1"/>
          </p:cNvSpPr>
          <p:nvPr/>
        </p:nvSpPr>
        <p:spPr>
          <a:xfrm>
            <a:off x="714375" y="7419975"/>
            <a:ext cx="5715000" cy="590550"/>
          </a:xfrm>
          <a:prstGeom prst="roundRect">
            <a:avLst>
              <a:gd name="adj" fmla="val 2580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86EBD80-3671-439A-841C-9F3E91A45261}"/>
              </a:ext>
            </a:extLst>
          </p:cNvPr>
          <p:cNvSpPr>
            <a:spLocks noGrp="1"/>
          </p:cNvSpPr>
          <p:nvPr/>
        </p:nvSpPr>
        <p:spPr>
          <a:xfrm>
            <a:off x="7858125" y="7419975"/>
            <a:ext cx="7286625" cy="590550"/>
          </a:xfrm>
          <a:prstGeom prst="roundRect">
            <a:avLst>
              <a:gd name="adj" fmla="val 25806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A1149D-6241-4311-94FD-D3A9B5CA407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4BE50C44-B37C-4E59-AA59-F284000979C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B47FB2F-19B8-4CFD-B2AA-B057EA05B25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866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A50284CF-B460-45F8-A2F6-D5260C774CA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演化流程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9FB7E00-57F1-49C1-8017-36CE8C976D7A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演化的是完整 JSON 槽位基因，Java 框架與合法選單保持固定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B31D17-EAEB-49A7-94EF-26F19785CB30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F54F6625-6890-484B-9D26-112A9449C84F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每個槽位從合法範圍抽值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為每位候選組成完整基因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4752482A-9968-479F-BCEE-3B4FAEA99AC0}"/>
              </a:ext>
            </a:extLst>
          </p:cNvPr>
          <p:cNvCxnSpPr/>
          <p:nvPr/>
        </p:nvCxnSpPr>
        <p:spPr>
          <a:xfrm>
            <a:off x="514350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846E234D-F02F-41EE-BCE5-5A14CD406260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</a:t>
            </a:r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BFE57690-2A42-4C9C-9D8E-F2BFEB860309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每個槽位各自從兩位父代擇一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組成子代的完整基因</a:t>
            </a: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624BE1CD-5AAB-4E8D-9BCE-34CE7FFD3833}"/>
              </a:ext>
            </a:extLst>
          </p:cNvPr>
          <p:cNvCxnSpPr/>
          <p:nvPr/>
        </p:nvCxnSpPr>
        <p:spPr>
          <a:xfrm>
            <a:off x="1019175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2D8E295B-BF6C-4537-9A74-5103B21E9B78}"/>
              </a:ext>
            </a:extLst>
          </p:cNvPr>
          <p:cNvSpPr>
            <a:spLocks noGrp="1"/>
          </p:cNvSpPr>
          <p:nvPr/>
        </p:nvSpPr>
        <p:spPr>
          <a:xfrm>
            <a:off x="108585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單槽突變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A39A911A-8B81-4B63-8BD4-8F93BCCEDD11}"/>
              </a:ext>
            </a:extLst>
          </p:cNvPr>
          <p:cNvSpPr>
            <a:spLocks noGrp="1"/>
          </p:cNvSpPr>
          <p:nvPr/>
        </p:nvSpPr>
        <p:spPr>
          <a:xfrm>
            <a:off x="108585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若觸發突變，最多改一個槽位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換成另一個合法值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CEF09C7A-AD81-4FE7-BBD0-C3E2C8D8F704}"/>
              </a:ext>
            </a:extLst>
          </p:cNvPr>
          <p:cNvSpPr>
            <a:spLocks noGrp="1"/>
          </p:cNvSpPr>
          <p:nvPr/>
        </p:nvSpPr>
        <p:spPr>
          <a:xfrm>
            <a:off x="1524000" y="6286500"/>
            <a:ext cx="3524250" cy="857250"/>
          </a:xfrm>
          <a:prstGeom prst="roundRect">
            <a:avLst>
              <a:gd name="adj" fmla="val 1777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D479A175-24C9-4997-A1B8-E54CA41DDA3E}"/>
              </a:ext>
            </a:extLst>
          </p:cNvPr>
          <p:cNvCxnSpPr/>
          <p:nvPr/>
        </p:nvCxnSpPr>
        <p:spPr>
          <a:xfrm>
            <a:off x="5238750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5" name="矩形: 圓角 114">
            <a:extLst>
              <a:ext uri="{FF2B5EF4-FFF2-40B4-BE49-F238E27FC236}">
                <a16:creationId xmlns:a16="http://schemas.microsoft.com/office/drawing/2014/main" id="{A9071D74-BF6D-49B6-AEE6-233286D9DBED}"/>
              </a:ext>
            </a:extLst>
          </p:cNvPr>
          <p:cNvSpPr>
            <a:spLocks noGrp="1"/>
          </p:cNvSpPr>
          <p:nvPr/>
        </p:nvSpPr>
        <p:spPr>
          <a:xfrm>
            <a:off x="6334125" y="628650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填入凍結 Java 模板</a:t>
            </a:r>
          </a:p>
        </p:txBody>
      </p: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F40A9362-CBDE-4367-8975-236B7F0389BD}"/>
              </a:ext>
            </a:extLst>
          </p:cNvPr>
          <p:cNvCxnSpPr/>
          <p:nvPr/>
        </p:nvCxnSpPr>
        <p:spPr>
          <a:xfrm>
            <a:off x="10620375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D5000919-C1F6-4061-9D8C-2AE42E54EB6A}"/>
              </a:ext>
            </a:extLst>
          </p:cNvPr>
          <p:cNvSpPr>
            <a:spLocks noGrp="1"/>
          </p:cNvSpPr>
          <p:nvPr/>
        </p:nvSpPr>
        <p:spPr>
          <a:xfrm>
            <a:off x="11715750" y="628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驗證、編譯與對戰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8318909-ADF5-4E0E-943D-FF03401AFB8E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初始化一次。後續世代由選出的父代交配、突變，再評估子代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5BDC02-326B-4A55-B8CE-EFFEA65D59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演化期間不呼叫 LLM。genome 代表一位候選的完整槽位設定</a:t>
            </a:r>
          </a:p>
        </p:txBody>
      </p:sp>
      <p:sp>
        <p:nvSpPr>
          <p:cNvPr id="120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157942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FF07CBC8-5129-444A-A110-394A7F4D406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含 Coach 的完整流程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2850340-5F31-46FE-B189-0AC6E23B44C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llm_coach 為可選模式，目前這批 local 實驗未啟用</a:t>
            </a:r>
          </a:p>
        </p:txBody>
      </p: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3C514AA2-9867-4EE0-ABF6-354D02CD9C4E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準備並凍結 framework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模板與合法槽位選單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B7D87714-E4C6-454A-93BD-CD292066E223}"/>
              </a:ext>
            </a:extLst>
          </p:cNvPr>
          <p:cNvSpPr>
            <a:spLocks noGrp="1"/>
          </p:cNvSpPr>
          <p:nvPr/>
        </p:nvSpPr>
        <p:spPr>
          <a:xfrm>
            <a:off x="5905500" y="2143125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為每位初代候選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選出完整 JSON 基因</a:t>
            </a: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9BB331EC-4B75-4BFC-8949-76696FDC40AF}"/>
              </a:ext>
            </a:extLst>
          </p:cNvPr>
          <p:cNvSpPr>
            <a:spLocks noGrp="1"/>
          </p:cNvSpPr>
          <p:nvPr/>
        </p:nvSpPr>
        <p:spPr>
          <a:xfrm>
            <a:off x="11191875" y="2143125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 Java、驗證與編譯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對戰並記錄結果</a:t>
            </a:r>
          </a:p>
        </p:txBody>
      </p: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59F14A7D-ACE8-4530-B4D2-AD2824A96D55}"/>
              </a:ext>
            </a:extLst>
          </p:cNvPr>
          <p:cNvCxnSpPr/>
          <p:nvPr/>
        </p:nvCxnSpPr>
        <p:spPr>
          <a:xfrm>
            <a:off x="4810125" y="2638425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5A79919A-28DF-4CF1-B8C6-4F2B80275510}"/>
              </a:ext>
            </a:extLst>
          </p:cNvPr>
          <p:cNvCxnSpPr/>
          <p:nvPr/>
        </p:nvCxnSpPr>
        <p:spPr>
          <a:xfrm>
            <a:off x="10096500" y="2638425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8C161AC7-7BA7-481E-A6E5-AD73F4ACE9AD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每個演化世代</a:t>
            </a:r>
          </a:p>
        </p:txBody>
      </p:sp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AA4AFFD5-6D5B-45C2-A091-F6538641D923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選父代，逐槽交配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保留突變前子代基因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7B765DE4-8450-4886-936D-B01AECE630F6}"/>
              </a:ext>
            </a:extLst>
          </p:cNvPr>
          <p:cNvSpPr>
            <a:spLocks noGrp="1"/>
          </p:cNvSpPr>
          <p:nvPr/>
        </p:nvSpPr>
        <p:spPr>
          <a:xfrm>
            <a:off x="5905500" y="419100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 最差單場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Match Commentator 賽評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DE33C47D-5E62-4816-B47D-67AFED06BF52}"/>
              </a:ext>
            </a:extLst>
          </p:cNvPr>
          <p:cNvSpPr>
            <a:spLocks noGrp="1"/>
          </p:cNvSpPr>
          <p:nvPr/>
        </p:nvSpPr>
        <p:spPr>
          <a:xfrm>
            <a:off x="11191875" y="419100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讀賽評與全場摘要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回傳完整子代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F9B6BB45-3A40-4E80-A21D-B6F14B5DE3EF}"/>
              </a:ext>
            </a:extLst>
          </p:cNvPr>
          <p:cNvCxnSpPr/>
          <p:nvPr/>
        </p:nvCxnSpPr>
        <p:spPr>
          <a:xfrm>
            <a:off x="4810125" y="468630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903EBE42-2126-457F-B1F6-700AB9F598C6}"/>
              </a:ext>
            </a:extLst>
          </p:cNvPr>
          <p:cNvCxnSpPr/>
          <p:nvPr/>
        </p:nvCxnSpPr>
        <p:spPr>
          <a:xfrm>
            <a:off x="10096500" y="468630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1B6F7E86-A607-4C9B-A740-E74F80B160C8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9382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指派 Strategy mutation 時啟用</a:t>
            </a:r>
          </a:p>
        </p:txBody>
      </p: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5C521420-67E1-4BFA-80CE-A4B32E9EBAA6}"/>
              </a:ext>
            </a:extLst>
          </p:cNvPr>
          <p:cNvCxnSpPr/>
          <p:nvPr/>
        </p:nvCxnSpPr>
        <p:spPr>
          <a:xfrm>
            <a:off x="13239750" y="5286375"/>
            <a:ext cx="0" cy="904875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8" name="矩形: 圓角 117">
            <a:extLst>
              <a:ext uri="{FF2B5EF4-FFF2-40B4-BE49-F238E27FC236}">
                <a16:creationId xmlns:a16="http://schemas.microsoft.com/office/drawing/2014/main" id="{6A4CA252-7F98-4E90-91B4-88018D8ECDB7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 JSON，填入固定 Java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編譯、語意探針與子代對戰</a:t>
            </a: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AE63E11-7CB5-462A-AE01-770E328AA975}"/>
              </a:ext>
            </a:extLst>
          </p:cNvPr>
          <p:cNvSpPr>
            <a:spLocks noGrp="1"/>
          </p:cNvSpPr>
          <p:nvPr/>
        </p:nvSpPr>
        <p:spPr>
          <a:xfrm>
            <a:off x="5905500" y="638175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父代與子代合併選擇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留下下一代候選</a:t>
            </a:r>
          </a:p>
        </p:txBody>
      </p: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2DC271EE-F043-430E-A0BB-25587556434E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維護 Opponent Pool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到期凍結 roster 並刷新重評</a:t>
            </a:r>
          </a:p>
        </p:txBody>
      </p:sp>
      <p:cxnSp>
        <p:nvCxnSpPr>
          <p:cNvPr id="121" name="直線單箭頭接點 120">
            <a:extLst>
              <a:ext uri="{FF2B5EF4-FFF2-40B4-BE49-F238E27FC236}">
                <a16:creationId xmlns:a16="http://schemas.microsoft.com/office/drawing/2014/main" id="{733F48C3-2919-410B-B673-46EAEAC6D734}"/>
              </a:ext>
            </a:extLst>
          </p:cNvPr>
          <p:cNvCxnSpPr/>
          <p:nvPr/>
        </p:nvCxnSpPr>
        <p:spPr>
          <a:xfrm flipH="1">
            <a:off x="10096500" y="687705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E2FA6F80-6428-4FE5-857F-45A61C759222}"/>
              </a:ext>
            </a:extLst>
          </p:cNvPr>
          <p:cNvCxnSpPr/>
          <p:nvPr/>
        </p:nvCxnSpPr>
        <p:spPr>
          <a:xfrm flipH="1">
            <a:off x="4810125" y="687705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2AC6701C-DD6C-4BB3-9D23-212BDE6733C1}"/>
              </a:ext>
            </a:extLst>
          </p:cNvPr>
          <p:cNvSpPr>
            <a:spLocks noGrp="1"/>
          </p:cNvSpPr>
          <p:nvPr/>
        </p:nvSpPr>
        <p:spPr>
          <a:xfrm>
            <a:off x="619125" y="7543800"/>
            <a:ext cx="14668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未達停止條件時，回到父代選擇。搜尋結束後，使用固定基準進行 Final Test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FCBD6EF-32C2-4BA7-9988-6F3C927D50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回覆不合法：保留突變前基因並標記失敗。未指派突變時，交配子代直接進入評估</a:t>
            </a:r>
          </a:p>
        </p:txBody>
      </p:sp>
      <p:sp>
        <p:nvSpPr>
          <p:cNvPr id="125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125249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0AA79D20-1D2A-4606-9A7C-0B86C5D17560}"/>
              </a:ext>
            </a:extLst>
          </p:cNvPr>
          <p:cNvCxnSpPr>
            <a:stCxn id="21" idx="0"/>
            <a:endCxn id="14" idx="1"/>
          </p:cNvCxnSpPr>
          <p:nvPr/>
        </p:nvCxnSpPr>
        <p:spPr>
          <a:xfrm flipV="1">
            <a:off x="2381250" y="2971800"/>
            <a:ext cx="2714625" cy="3267075"/>
          </a:xfrm>
          <a:prstGeom prst="bentConnector5">
            <a:avLst>
              <a:gd name="adj1" fmla="val 0"/>
              <a:gd name="adj2" fmla="val 6997"/>
              <a:gd name="adj3" fmla="val 91579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0CA9ED5F-6FAB-4BF4-AB65-7FAE27002A90}"/>
              </a:ext>
            </a:extLst>
          </p:cNvPr>
          <p:cNvCxnSpPr>
            <a:stCxn id="19" idx="1"/>
            <a:endCxn id="21" idx="3"/>
          </p:cNvCxnSpPr>
          <p:nvPr/>
        </p:nvCxnSpPr>
        <p:spPr>
          <a:xfrm flipH="1">
            <a:off x="3952875" y="6810375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CDC0CF94-CAC7-4600-966D-6DDB0165E8D4}"/>
              </a:ext>
            </a:extLst>
          </p:cNvPr>
          <p:cNvCxnSpPr>
            <a:stCxn id="17" idx="2"/>
            <a:endCxn id="19" idx="3"/>
          </p:cNvCxnSpPr>
          <p:nvPr/>
        </p:nvCxnSpPr>
        <p:spPr>
          <a:xfrm flipH="1">
            <a:off x="7953375" y="5667375"/>
            <a:ext cx="4143375" cy="1143000"/>
          </a:xfrm>
          <a:prstGeom prst="bentConnector5">
            <a:avLst>
              <a:gd name="adj1" fmla="val 0"/>
              <a:gd name="adj2" fmla="val 20000"/>
              <a:gd name="adj3" fmla="val 94483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71C3749-8167-4803-A17C-379EC9A3338C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12096750" y="3419475"/>
            <a:ext cx="0" cy="12001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59CCE27-4095-4E0F-9B59-A8198FAE66E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7953375" y="2971800"/>
            <a:ext cx="2190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FA5B97D-F095-4A84-AAC0-AD3FE8C36E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的每個世代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DEBC7F-52EA-4A5F-8601-2DCE0C5BF31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同一凍結快照內，10 位父代與 10 位子代選出 10 位下一代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D7FD34-BD5F-4F34-840C-390DCE1D427F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A7F513C-A125-440F-A737-803E4CE03CBE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F2CB9B3-B6B8-4625-ACF1-F7CCDA0BE0AF}"/>
              </a:ext>
            </a:extLst>
          </p:cNvPr>
          <p:cNvSpPr>
            <a:spLocks noGrp="1"/>
          </p:cNvSpPr>
          <p:nvPr/>
        </p:nvSpPr>
        <p:spPr>
          <a:xfrm>
            <a:off x="1447800" y="3048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F6B9693-6437-4A5F-889A-C2BE55006B6D}"/>
              </a:ext>
            </a:extLst>
          </p:cNvPr>
          <p:cNvSpPr>
            <a:spLocks noGrp="1"/>
          </p:cNvSpPr>
          <p:nvPr/>
        </p:nvSpPr>
        <p:spPr>
          <a:xfrm>
            <a:off x="2114550" y="3048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477E2C6-4E38-4A83-976C-F2E01D0CEF2E}"/>
              </a:ext>
            </a:extLst>
          </p:cNvPr>
          <p:cNvSpPr>
            <a:spLocks noGrp="1"/>
          </p:cNvSpPr>
          <p:nvPr/>
        </p:nvSpPr>
        <p:spPr>
          <a:xfrm>
            <a:off x="2781300" y="3048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0ADE6FA-B616-49D8-873C-319A8B0AFAC6}"/>
              </a:ext>
            </a:extLst>
          </p:cNvPr>
          <p:cNvSpPr>
            <a:spLocks noGrp="1"/>
          </p:cNvSpPr>
          <p:nvPr/>
        </p:nvSpPr>
        <p:spPr>
          <a:xfrm>
            <a:off x="3448050" y="3048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9EFF128-9C38-473C-B2DC-417B915AFDF3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2179ABD-5D0A-40FF-B600-DDE95C9FB6A1}"/>
              </a:ext>
            </a:extLst>
          </p:cNvPr>
          <p:cNvSpPr>
            <a:spLocks noGrp="1"/>
          </p:cNvSpPr>
          <p:nvPr/>
        </p:nvSpPr>
        <p:spPr>
          <a:xfrm>
            <a:off x="1447800" y="3714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7E25682-004F-424C-BFFD-585C2403E85C}"/>
              </a:ext>
            </a:extLst>
          </p:cNvPr>
          <p:cNvSpPr>
            <a:spLocks noGrp="1"/>
          </p:cNvSpPr>
          <p:nvPr/>
        </p:nvSpPr>
        <p:spPr>
          <a:xfrm>
            <a:off x="2114550" y="3714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7043B12-1779-4E8E-870E-9DD3659E6A8C}"/>
              </a:ext>
            </a:extLst>
          </p:cNvPr>
          <p:cNvSpPr>
            <a:spLocks noGrp="1"/>
          </p:cNvSpPr>
          <p:nvPr/>
        </p:nvSpPr>
        <p:spPr>
          <a:xfrm>
            <a:off x="2781300" y="3714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DECA779-A217-414F-9352-FDA25C1A51B0}"/>
              </a:ext>
            </a:extLst>
          </p:cNvPr>
          <p:cNvSpPr>
            <a:spLocks noGrp="1"/>
          </p:cNvSpPr>
          <p:nvPr/>
        </p:nvSpPr>
        <p:spPr>
          <a:xfrm>
            <a:off x="3448050" y="3714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868C875-8136-4CFF-BCC1-02ECAB122EB8}"/>
              </a:ext>
            </a:extLst>
          </p:cNvPr>
          <p:cNvSpPr>
            <a:spLocks noGrp="1"/>
          </p:cNvSpPr>
          <p:nvPr/>
        </p:nvSpPr>
        <p:spPr>
          <a:xfrm>
            <a:off x="5095875" y="2524125"/>
            <a:ext cx="285750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F01B25C-9418-411F-A75D-6FEDAEB8086B}"/>
              </a:ext>
            </a:extLst>
          </p:cNvPr>
          <p:cNvSpPr>
            <a:spLocks noGrp="1"/>
          </p:cNvSpPr>
          <p:nvPr/>
        </p:nvSpPr>
        <p:spPr>
          <a:xfrm>
            <a:off x="10144125" y="2524125"/>
            <a:ext cx="3905250" cy="895350"/>
          </a:xfrm>
          <a:prstGeom prst="roundRect">
            <a:avLst>
              <a:gd name="adj" fmla="val 1702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E3CCA38-2D92-4552-A40D-EA85D31D37CC}"/>
              </a:ext>
            </a:extLst>
          </p:cNvPr>
          <p:cNvSpPr>
            <a:spLocks noGrp="1"/>
          </p:cNvSpPr>
          <p:nvPr/>
        </p:nvSpPr>
        <p:spPr>
          <a:xfrm>
            <a:off x="10144125" y="4619625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86F8682-3C11-4030-9CF4-05ED5E0023F9}"/>
              </a:ext>
            </a:extLst>
          </p:cNvPr>
          <p:cNvSpPr>
            <a:spLocks noGrp="1"/>
          </p:cNvSpPr>
          <p:nvPr/>
        </p:nvSpPr>
        <p:spPr>
          <a:xfrm>
            <a:off x="5095875" y="6238875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13EEEC16-0F77-40EE-B716-9E810EACCC14}"/>
              </a:ext>
            </a:extLst>
          </p:cNvPr>
          <p:cNvSpPr>
            <a:spLocks noGrp="1"/>
          </p:cNvSpPr>
          <p:nvPr/>
        </p:nvSpPr>
        <p:spPr>
          <a:xfrm>
            <a:off x="809625" y="6238875"/>
            <a:ext cx="314325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4FC5C4C-35AD-4ED4-BC37-8CDC179B92F0}"/>
              </a:ext>
            </a:extLst>
          </p:cNvPr>
          <p:cNvSpPr>
            <a:spLocks noGrp="1"/>
          </p:cNvSpPr>
          <p:nvPr/>
        </p:nvSpPr>
        <p:spPr>
          <a:xfrm>
            <a:off x="5095875" y="4029075"/>
            <a:ext cx="89535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對手快照到期刷新時，繁殖前先重評父代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B9D937-D02D-439D-89E5-3BEA03C1F5E8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13BFBFEE-0650-4990-A277-B38E011F0C7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6CBF837-4B58-431F-A5F3-CC916326A8C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580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DBCC9991-3918-4438-95D5-46D9FBA7BA69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0334625" y="2905125"/>
            <a:ext cx="1381125" cy="4048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6027EF9-054E-4274-A255-B71085130AD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3309938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C7A855D-6F5C-42AE-BE4D-683A3903E4E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的繁殖父代選擇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77BD9-9E8C-497B-B2C5-9DEE80BB16E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先用 Game Performance 決定頂層，再在這一層中選繁殖父代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F77DA7-A661-4EB0-B574-C3CB0EC552DA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952875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180CD56-6209-4E4E-B937-851198BB94A0}"/>
              </a:ext>
            </a:extLst>
          </p:cNvPr>
          <p:cNvSpPr>
            <a:spLocks noGrp="1"/>
          </p:cNvSpPr>
          <p:nvPr/>
        </p:nvSpPr>
        <p:spPr>
          <a:xfrm>
            <a:off x="5953125" y="2667000"/>
            <a:ext cx="43815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B5F7DC-80FF-4A2F-BF69-284AB10608F1}"/>
              </a:ext>
            </a:extLst>
          </p:cNvPr>
          <p:cNvSpPr>
            <a:spLocks noGrp="1"/>
          </p:cNvSpPr>
          <p:nvPr/>
        </p:nvSpPr>
        <p:spPr>
          <a:xfrm>
            <a:off x="11715750" y="2381250"/>
            <a:ext cx="3286125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抽樣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ED1ECC-664E-43CF-AD87-AC2E14A1C0B3}"/>
              </a:ext>
            </a:extLst>
          </p:cNvPr>
          <p:cNvSpPr>
            <a:spLocks noGrp="1"/>
          </p:cNvSpPr>
          <p:nvPr/>
        </p:nvSpPr>
        <p:spPr>
          <a:xfrm>
            <a:off x="11715750" y="5619750"/>
            <a:ext cx="3286125" cy="1190625"/>
          </a:xfrm>
          <a:prstGeom prst="roundRect">
            <a:avLst>
              <a:gd name="adj" fmla="val 12800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C4C1293-0E59-41AD-A0FB-1E0CE09255F2}"/>
              </a:ext>
            </a:extLst>
          </p:cNvPr>
          <p:cNvCxnSpPr/>
          <p:nvPr/>
        </p:nvCxnSpPr>
        <p:spPr>
          <a:xfrm>
            <a:off x="10334625" y="3714750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F84E388-BAB7-4C0A-92B4-547A37583D8E}"/>
              </a:ext>
            </a:extLst>
          </p:cNvPr>
          <p:cNvCxnSpPr/>
          <p:nvPr/>
        </p:nvCxnSpPr>
        <p:spPr>
          <a:xfrm>
            <a:off x="10953750" y="3714750"/>
            <a:ext cx="0" cy="24955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7F36BD6-2D5E-41FD-8DBA-B8EAB20DF0A3}"/>
              </a:ext>
            </a:extLst>
          </p:cNvPr>
          <p:cNvCxnSpPr/>
          <p:nvPr/>
        </p:nvCxnSpPr>
        <p:spPr>
          <a:xfrm>
            <a:off x="10953750" y="6210300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08C374D-AFA9-4B9D-B78B-89BA49B52BB1}"/>
              </a:ext>
            </a:extLst>
          </p:cNvPr>
          <p:cNvSpPr>
            <a:spLocks noGrp="1"/>
          </p:cNvSpPr>
          <p:nvPr/>
        </p:nvSpPr>
        <p:spPr>
          <a:xfrm>
            <a:off x="11525250" y="41910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193DC9B-7264-48E7-9918-2253B566740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9048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EDD810-E739-4175-90E1-E8C7EC2E8926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BC6146-0602-4E11-89DA-9AF9E9C0D16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繁殖父代提供基因；opponent pool 提供評估對手。沒有相容簽章時採 seeded fallback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289962B-DCE4-4950-94A1-FC934C4C8BD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1FFCA84-7688-4E8A-9F46-E8F1DB7F0FD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1436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48FAE12-C054-4C39-855D-85F69B7946EF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11477625" y="5667375"/>
            <a:ext cx="0" cy="1000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72BBCF-7E24-4E94-81D1-ACC509E610C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1477625" y="3390900"/>
            <a:ext cx="0" cy="10858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151CED8-713F-4E0F-87F2-4C94D7287E2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的父代選擇示例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8F3D2C-A253-4CCB-98ED-A83AD3D0583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87618A5-A45A-481A-BB34-4451B651430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C785826-1ED0-49E3-9296-5900213B8A06}"/>
              </a:ext>
            </a:extLst>
          </p:cNvPr>
          <p:cNvSpPr>
            <a:spLocks noGrp="1"/>
          </p:cNvSpPr>
          <p:nvPr/>
        </p:nvSpPr>
        <p:spPr>
          <a:xfrm>
            <a:off x="2619375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2E6248-03DA-453D-95F2-CBF59288C1C0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B261675-48BB-4E9D-B2E0-E05E657FDE75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5C6F82-2F63-43CC-853E-E2BD0E91EAE7}"/>
              </a:ext>
            </a:extLst>
          </p:cNvPr>
          <p:cNvSpPr>
            <a:spLocks noGrp="1"/>
          </p:cNvSpPr>
          <p:nvPr/>
        </p:nvSpPr>
        <p:spPr>
          <a:xfrm>
            <a:off x="2619375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4564BED-A534-472F-9653-58399C9E6AF0}"/>
              </a:ext>
            </a:extLst>
          </p:cNvPr>
          <p:cNvSpPr>
            <a:spLocks noGrp="1"/>
          </p:cNvSpPr>
          <p:nvPr/>
        </p:nvSpPr>
        <p:spPr>
          <a:xfrm>
            <a:off x="447675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29C2A56-92C9-4F90-86FD-71EFEB4FCE31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9FF6A0-CAD7-444F-86CB-6474BD83B617}"/>
              </a:ext>
            </a:extLst>
          </p:cNvPr>
          <p:cNvSpPr>
            <a:spLocks noGrp="1"/>
          </p:cNvSpPr>
          <p:nvPr/>
        </p:nvSpPr>
        <p:spPr>
          <a:xfrm>
            <a:off x="2619375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6C11DE8-5137-48EA-A59D-6D707E5746C9}"/>
              </a:ext>
            </a:extLst>
          </p:cNvPr>
          <p:cNvSpPr>
            <a:spLocks noGrp="1"/>
          </p:cNvSpPr>
          <p:nvPr/>
        </p:nvSpPr>
        <p:spPr>
          <a:xfrm>
            <a:off x="447675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59E672-0698-4B5E-8EF3-D1FFD0256776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B01C679-4E33-4465-89C0-9B8DA98EC74E}"/>
              </a:ext>
            </a:extLst>
          </p:cNvPr>
          <p:cNvSpPr>
            <a:spLocks noGrp="1"/>
          </p:cNvSpPr>
          <p:nvPr/>
        </p:nvSpPr>
        <p:spPr>
          <a:xfrm>
            <a:off x="2619375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979927-4E81-404F-9A90-A0C72B202A80}"/>
              </a:ext>
            </a:extLst>
          </p:cNvPr>
          <p:cNvSpPr>
            <a:spLocks noGrp="1"/>
          </p:cNvSpPr>
          <p:nvPr/>
        </p:nvSpPr>
        <p:spPr>
          <a:xfrm>
            <a:off x="447675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822D2AD-88E1-40FB-98E2-957AA23D6C46}"/>
              </a:ext>
            </a:extLst>
          </p:cNvPr>
          <p:cNvSpPr>
            <a:spLocks noGrp="1"/>
          </p:cNvSpPr>
          <p:nvPr/>
        </p:nvSpPr>
        <p:spPr>
          <a:xfrm>
            <a:off x="76200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545572-1501-4202-9A6B-93EE9A6743CD}"/>
              </a:ext>
            </a:extLst>
          </p:cNvPr>
          <p:cNvSpPr>
            <a:spLocks noGrp="1"/>
          </p:cNvSpPr>
          <p:nvPr/>
        </p:nvSpPr>
        <p:spPr>
          <a:xfrm>
            <a:off x="2619375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CCAAC2-4C69-4943-AD23-37695B701F7C}"/>
              </a:ext>
            </a:extLst>
          </p:cNvPr>
          <p:cNvSpPr>
            <a:spLocks noGrp="1"/>
          </p:cNvSpPr>
          <p:nvPr/>
        </p:nvSpPr>
        <p:spPr>
          <a:xfrm>
            <a:off x="447675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4277389-9B83-4CD1-BD58-262FA439EA5D}"/>
              </a:ext>
            </a:extLst>
          </p:cNvPr>
          <p:cNvSpPr>
            <a:spLocks noGrp="1"/>
          </p:cNvSpPr>
          <p:nvPr/>
        </p:nvSpPr>
        <p:spPr>
          <a:xfrm>
            <a:off x="8334375" y="2476500"/>
            <a:ext cx="628650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44577EB9-3E8C-4D1F-B9C7-03DC2C03F11A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466725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CA55BC9-8270-4D3D-BBD5-9FAEF164B3F4}"/>
              </a:ext>
            </a:extLst>
          </p:cNvPr>
          <p:cNvSpPr>
            <a:spLocks noGrp="1"/>
          </p:cNvSpPr>
          <p:nvPr/>
        </p:nvSpPr>
        <p:spPr>
          <a:xfrm>
            <a:off x="9144000" y="6667500"/>
            <a:ext cx="4667250" cy="1047750"/>
          </a:xfrm>
          <a:prstGeom prst="roundRect">
            <a:avLst>
              <a:gd name="adj" fmla="val 1454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A599A2-1BAD-4F60-A0D1-553139954C30}"/>
              </a:ext>
            </a:extLst>
          </p:cNvPr>
          <p:cNvSpPr>
            <a:spLocks noGrp="1"/>
          </p:cNvSpPr>
          <p:nvPr/>
        </p:nvSpPr>
        <p:spPr>
          <a:xfrm>
            <a:off x="762000" y="7391400"/>
            <a:ext cx="714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79EE69-6635-4A10-97CB-D6FD8F9E600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FA9FC058-6212-458A-B17B-990B1F6BCBF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4AB0D5B-67A7-4501-A4DF-003AD2D4EDA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96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7A7E528-859E-4F21-BFD4-09FAF38521B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4610100" y="602932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A703BB6-891C-4857-B338-8C0CA2F860F0}"/>
              </a:ext>
            </a:extLst>
          </p:cNvPr>
          <p:cNvCxnSpPr>
            <a:stCxn id="9" idx="1"/>
            <a:endCxn id="12" idx="3"/>
          </p:cNvCxnSpPr>
          <p:nvPr/>
        </p:nvCxnSpPr>
        <p:spPr>
          <a:xfrm flipH="1">
            <a:off x="9791700" y="4743450"/>
            <a:ext cx="14478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E93933D-83D8-4FC1-93BE-88BBDE8072B7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4610100" y="345757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0A5426D-5DB6-4BAA-B0A1-A99AB8CF08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005739-B9F0-496C-9ADE-2A59F6B846C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E6D15-736D-4860-9D38-C08DA6EA603A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B3D1A4-1027-47B1-B94D-340BDC51F0A1}"/>
              </a:ext>
            </a:extLst>
          </p:cNvPr>
          <p:cNvSpPr>
            <a:spLocks noGrp="1"/>
          </p:cNvSpPr>
          <p:nvPr/>
        </p:nvSpPr>
        <p:spPr>
          <a:xfrm>
            <a:off x="112395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1DED2CA-0619-439A-AAF2-7AD9D6A1205F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0E0F30-5461-4E28-94F9-6251F44C3315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639225-B530-4C8F-86DB-B3B25D63219C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B33931-43AE-4872-89FE-4F8382B00D36}"/>
              </a:ext>
            </a:extLst>
          </p:cNvPr>
          <p:cNvSpPr>
            <a:spLocks noGrp="1"/>
          </p:cNvSpPr>
          <p:nvPr/>
        </p:nvSpPr>
        <p:spPr>
          <a:xfrm>
            <a:off x="112395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7A45F51-3BB7-4E99-B8B0-9FB444BDB3EA}"/>
              </a:ext>
            </a:extLst>
          </p:cNvPr>
          <p:cNvSpPr>
            <a:spLocks noGrp="1"/>
          </p:cNvSpPr>
          <p:nvPr/>
        </p:nvSpPr>
        <p:spPr>
          <a:xfrm>
            <a:off x="112395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58BF93-348E-4548-B792-9EAEEBD6C885}"/>
              </a:ext>
            </a:extLst>
          </p:cNvPr>
          <p:cNvSpPr>
            <a:spLocks noGrp="1"/>
          </p:cNvSpPr>
          <p:nvPr/>
        </p:nvSpPr>
        <p:spPr>
          <a:xfrm>
            <a:off x="112395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CF4AA8-38AF-4183-9105-DB05529CF01A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FBF27DE-16A1-49A0-AB4A-B5571BA0AAE3}"/>
              </a:ext>
            </a:extLst>
          </p:cNvPr>
          <p:cNvSpPr>
            <a:spLocks noGrp="1"/>
          </p:cNvSpPr>
          <p:nvPr/>
        </p:nvSpPr>
        <p:spPr>
          <a:xfrm>
            <a:off x="6076950" y="4333875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8FE77D-DBDA-420E-AF0F-F8A4223A9819}"/>
              </a:ext>
            </a:extLst>
          </p:cNvPr>
          <p:cNvSpPr>
            <a:spLocks noGrp="1"/>
          </p:cNvSpPr>
          <p:nvPr/>
        </p:nvSpPr>
        <p:spPr>
          <a:xfrm>
            <a:off x="6076950" y="561975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5A2285F-18B4-4FCF-802C-177DF07881F5}"/>
              </a:ext>
            </a:extLst>
          </p:cNvPr>
          <p:cNvSpPr>
            <a:spLocks noGrp="1"/>
          </p:cNvSpPr>
          <p:nvPr/>
        </p:nvSpPr>
        <p:spPr>
          <a:xfrm>
            <a:off x="5772150" y="2143125"/>
            <a:ext cx="42862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2AC485-CE28-47C6-AE67-8B2B103784C8}"/>
              </a:ext>
            </a:extLst>
          </p:cNvPr>
          <p:cNvSpPr>
            <a:spLocks noGrp="1"/>
          </p:cNvSpPr>
          <p:nvPr/>
        </p:nvSpPr>
        <p:spPr>
          <a:xfrm>
            <a:off x="4905375" y="6972300"/>
            <a:ext cx="6762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3B90-CD84-40E2-9A20-CDC30B307AE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5CE4142-4AD1-413C-852E-C1604D62CA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3689F8D-A4C5-418C-B3CC-D8556E97F0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337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85EFF77-2B84-4A3A-9495-0B5739DD720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7143750" y="4619625"/>
            <a:ext cx="476250" cy="2438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FC8FA70-53DA-4B3A-BCD3-6A6DB4E1841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1430000" y="514350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A4CE7D0F-EA84-4A27-953C-625A596B33F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858250" y="3952875"/>
            <a:ext cx="171450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54E2DB1-D38F-4466-8739-975677E9E46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430000" y="276225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C31749A7-45A8-4640-809D-32145E19C542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8858250" y="2428875"/>
            <a:ext cx="1714500" cy="1524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733DE8-3420-4350-8608-59AB5D12140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05250" y="395287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7196400-FF4C-49CB-85A2-77B068E20BD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AA942-F9DF-49CA-843E-E1FECE936B73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F3DD07-A716-497B-A49F-3C7D31230E69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6A587DB-5483-40B1-BD20-C109975811AB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34290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E1A189-63EF-40D7-9A47-321E20ACDE99}"/>
              </a:ext>
            </a:extLst>
          </p:cNvPr>
          <p:cNvSpPr>
            <a:spLocks noGrp="1"/>
          </p:cNvSpPr>
          <p:nvPr/>
        </p:nvSpPr>
        <p:spPr>
          <a:xfrm>
            <a:off x="10572750" y="209550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B9113D-D905-4887-A07B-3F1D178BEC82}"/>
              </a:ext>
            </a:extLst>
          </p:cNvPr>
          <p:cNvSpPr>
            <a:spLocks noGrp="1"/>
          </p:cNvSpPr>
          <p:nvPr/>
        </p:nvSpPr>
        <p:spPr>
          <a:xfrm>
            <a:off x="10572750" y="2952750"/>
            <a:ext cx="423862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DCF1D20-ACE8-493E-B842-12FA0C8FC02C}"/>
              </a:ext>
            </a:extLst>
          </p:cNvPr>
          <p:cNvSpPr>
            <a:spLocks noGrp="1"/>
          </p:cNvSpPr>
          <p:nvPr/>
        </p:nvSpPr>
        <p:spPr>
          <a:xfrm>
            <a:off x="10572750" y="4476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8A0D435-8F01-487B-A74A-64E8A37B636C}"/>
              </a:ext>
            </a:extLst>
          </p:cNvPr>
          <p:cNvSpPr>
            <a:spLocks noGrp="1"/>
          </p:cNvSpPr>
          <p:nvPr/>
        </p:nvSpPr>
        <p:spPr>
          <a:xfrm>
            <a:off x="10572750" y="5334000"/>
            <a:ext cx="4238625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DC5F2C7-3777-403F-9FEB-A92A39E7A7BC}"/>
              </a:ext>
            </a:extLst>
          </p:cNvPr>
          <p:cNvSpPr>
            <a:spLocks noGrp="1"/>
          </p:cNvSpPr>
          <p:nvPr/>
        </p:nvSpPr>
        <p:spPr>
          <a:xfrm>
            <a:off x="3810000" y="7058025"/>
            <a:ext cx="7620000" cy="609600"/>
          </a:xfrm>
          <a:prstGeom prst="roundRect">
            <a:avLst>
              <a:gd name="adj" fmla="val 25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8589AB-059E-4E05-96FF-A8D3E2F00E5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64232EE-B88D-476A-A83B-37A254E0163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D8B93FB-9260-4AC4-976D-6E22A5A617D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1971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20BA7E4-B1F0-409B-BB10-3EA804993E4C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12787313" y="5172075"/>
            <a:ext cx="0" cy="15335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E5219D5-B10B-4921-8386-3BFB9AD1CACA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9429750" y="3190875"/>
            <a:ext cx="14287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AC4B8F0-FC74-4B41-8B55-EACB76A375E9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 flipV="1">
            <a:off x="9429750" y="4600575"/>
            <a:ext cx="142875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4001AEA4-CB45-4E59-A42C-D1B1ECDE2D27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191000" y="5867400"/>
            <a:ext cx="1333500" cy="857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EF12E2D-9018-45F5-A445-6E7094B107A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C08AA2-B9B8-4CB3-AC34-14EA7E4060A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F4FBE-8E65-42FA-B41D-E75D1D775B91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70CC67-B27C-4778-85A8-29D4E504FE3C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C824D4B-EF5C-4454-91C2-A34E08DAC13F}"/>
              </a:ext>
            </a:extLst>
          </p:cNvPr>
          <p:cNvSpPr>
            <a:spLocks noGrp="1"/>
          </p:cNvSpPr>
          <p:nvPr/>
        </p:nvSpPr>
        <p:spPr>
          <a:xfrm>
            <a:off x="14001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DB97FF-B35B-4C6A-BD00-97977195165E}"/>
              </a:ext>
            </a:extLst>
          </p:cNvPr>
          <p:cNvSpPr>
            <a:spLocks noGrp="1"/>
          </p:cNvSpPr>
          <p:nvPr/>
        </p:nvSpPr>
        <p:spPr>
          <a:xfrm>
            <a:off x="19907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DC6351B-486D-401C-8624-8BC96E55E0E5}"/>
              </a:ext>
            </a:extLst>
          </p:cNvPr>
          <p:cNvSpPr>
            <a:spLocks noGrp="1"/>
          </p:cNvSpPr>
          <p:nvPr/>
        </p:nvSpPr>
        <p:spPr>
          <a:xfrm>
            <a:off x="25812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9B65FE-079E-4EF1-BAA0-958E6C11714F}"/>
              </a:ext>
            </a:extLst>
          </p:cNvPr>
          <p:cNvSpPr>
            <a:spLocks noGrp="1"/>
          </p:cNvSpPr>
          <p:nvPr/>
        </p:nvSpPr>
        <p:spPr>
          <a:xfrm>
            <a:off x="31718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3A7EF0-C9E7-41FC-95EC-FE54365D930E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3F2CBEC-EA2D-4852-B779-4D503BDB2CBB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1034E37-35A9-456C-9384-A291058E9B8B}"/>
              </a:ext>
            </a:extLst>
          </p:cNvPr>
          <p:cNvSpPr>
            <a:spLocks noGrp="1"/>
          </p:cNvSpPr>
          <p:nvPr/>
        </p:nvSpPr>
        <p:spPr>
          <a:xfrm>
            <a:off x="14001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7CEA14-4FFA-4BE2-9E7C-3A818AB390A1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4948BC-0F05-4D50-990F-F468287A0566}"/>
              </a:ext>
            </a:extLst>
          </p:cNvPr>
          <p:cNvSpPr>
            <a:spLocks noGrp="1"/>
          </p:cNvSpPr>
          <p:nvPr/>
        </p:nvSpPr>
        <p:spPr>
          <a:xfrm>
            <a:off x="25812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9205B8D-04A4-4894-A64E-1D691BA4EDFF}"/>
              </a:ext>
            </a:extLst>
          </p:cNvPr>
          <p:cNvSpPr>
            <a:spLocks noGrp="1"/>
          </p:cNvSpPr>
          <p:nvPr/>
        </p:nvSpPr>
        <p:spPr>
          <a:xfrm>
            <a:off x="31718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7B90EC5-2F22-43BC-A21C-4B659849DCF0}"/>
              </a:ext>
            </a:extLst>
          </p:cNvPr>
          <p:cNvSpPr>
            <a:spLocks noGrp="1"/>
          </p:cNvSpPr>
          <p:nvPr/>
        </p:nvSpPr>
        <p:spPr>
          <a:xfrm>
            <a:off x="37623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3E181A6-1800-455D-9095-7ADE016E62FD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3F86C84-6EF0-487E-A3B6-F43EF8B3D95F}"/>
              </a:ext>
            </a:extLst>
          </p:cNvPr>
          <p:cNvSpPr>
            <a:spLocks noGrp="1"/>
          </p:cNvSpPr>
          <p:nvPr/>
        </p:nvSpPr>
        <p:spPr>
          <a:xfrm>
            <a:off x="14001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BBB8FCF-340C-4E58-B8AE-A50F43BC759B}"/>
              </a:ext>
            </a:extLst>
          </p:cNvPr>
          <p:cNvSpPr>
            <a:spLocks noGrp="1"/>
          </p:cNvSpPr>
          <p:nvPr/>
        </p:nvSpPr>
        <p:spPr>
          <a:xfrm>
            <a:off x="19907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B0A5F0C-93D2-4FD9-805E-C73252B41860}"/>
              </a:ext>
            </a:extLst>
          </p:cNvPr>
          <p:cNvSpPr>
            <a:spLocks noGrp="1"/>
          </p:cNvSpPr>
          <p:nvPr/>
        </p:nvSpPr>
        <p:spPr>
          <a:xfrm>
            <a:off x="25812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9999C55-B858-4A99-804E-FAA630CF26DA}"/>
              </a:ext>
            </a:extLst>
          </p:cNvPr>
          <p:cNvSpPr>
            <a:spLocks noGrp="1"/>
          </p:cNvSpPr>
          <p:nvPr/>
        </p:nvSpPr>
        <p:spPr>
          <a:xfrm>
            <a:off x="31718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13922F1-8065-4676-B64F-AF3135028ECE}"/>
              </a:ext>
            </a:extLst>
          </p:cNvPr>
          <p:cNvSpPr>
            <a:spLocks noGrp="1"/>
          </p:cNvSpPr>
          <p:nvPr/>
        </p:nvSpPr>
        <p:spPr>
          <a:xfrm>
            <a:off x="37623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8B7394E-22D3-4137-B0FA-58B252D2D2DE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D97F590-127F-433C-9838-4EE831E6615B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333375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B56B69B-41A7-46C7-A7CE-0DADE0D65436}"/>
              </a:ext>
            </a:extLst>
          </p:cNvPr>
          <p:cNvSpPr>
            <a:spLocks noGrp="1"/>
          </p:cNvSpPr>
          <p:nvPr/>
        </p:nvSpPr>
        <p:spPr>
          <a:xfrm>
            <a:off x="5524500" y="5429250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9F3A3E1-97B1-4CEB-A8B8-AF48CAFD0D95}"/>
              </a:ext>
            </a:extLst>
          </p:cNvPr>
          <p:cNvSpPr>
            <a:spLocks noGrp="1"/>
          </p:cNvSpPr>
          <p:nvPr/>
        </p:nvSpPr>
        <p:spPr>
          <a:xfrm>
            <a:off x="5524500" y="2733675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14498DD-E2B6-49F8-A7F8-8991684092FC}"/>
              </a:ext>
            </a:extLst>
          </p:cNvPr>
          <p:cNvSpPr>
            <a:spLocks noGrp="1"/>
          </p:cNvSpPr>
          <p:nvPr/>
        </p:nvSpPr>
        <p:spPr>
          <a:xfrm>
            <a:off x="10858500" y="4029075"/>
            <a:ext cx="3857625" cy="1143000"/>
          </a:xfrm>
          <a:prstGeom prst="roundRect">
            <a:avLst>
              <a:gd name="adj" fmla="val 1333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684CB3A-C673-44EA-8A9F-3F82C1072CB4}"/>
              </a:ext>
            </a:extLst>
          </p:cNvPr>
          <p:cNvSpPr>
            <a:spLocks noGrp="1"/>
          </p:cNvSpPr>
          <p:nvPr/>
        </p:nvSpPr>
        <p:spPr>
          <a:xfrm>
            <a:off x="10620375" y="6705600"/>
            <a:ext cx="43338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992028-09E0-41C1-843F-B5FDC9ACA013}"/>
              </a:ext>
            </a:extLst>
          </p:cNvPr>
          <p:cNvSpPr>
            <a:spLocks noGrp="1"/>
          </p:cNvSpPr>
          <p:nvPr/>
        </p:nvSpPr>
        <p:spPr>
          <a:xfrm>
            <a:off x="790575" y="46672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7A54A6-B282-436A-A117-3AB7EAFB43F4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>
              <a:ext uri="{FF2B5EF4-FFF2-40B4-BE49-F238E27FC236}">
                <a16:creationId xmlns:a16="http://schemas.microsoft.com/office/drawing/2014/main" id="{E1974AD5-C155-4415-9BBD-5F126C53FB5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5961325-30D6-40A6-90BC-42900D3269D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0731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83A2486-FAD0-4FDC-881A-B3F62EAAA10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762375" y="409575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E1C8B24-3279-41A4-BB19-1502ADFA6D6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72EB7-C109-4FEE-B593-271373C6572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647CAD-488C-4C0D-ABA5-A3564F4CEF68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0EAA1-5768-4237-81AD-62EC38F2ABF5}"/>
              </a:ext>
            </a:extLst>
          </p:cNvPr>
          <p:cNvSpPr>
            <a:spLocks noGrp="1"/>
          </p:cNvSpPr>
          <p:nvPr/>
        </p:nvSpPr>
        <p:spPr>
          <a:xfrm>
            <a:off x="8715375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09356C-A027-43D2-938D-401D828EABD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581025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3C05D4F-1BBB-41B8-9C00-43AB4075FD0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58102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92652E-FF38-48B0-9DCE-C094F3CDE787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9355272-FEBE-499A-932B-735F7BFF0E9A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D0EB4D-55B0-44BD-9F08-136B910A869A}"/>
              </a:ext>
            </a:extLst>
          </p:cNvPr>
          <p:cNvSpPr>
            <a:spLocks noGrp="1"/>
          </p:cNvSpPr>
          <p:nvPr/>
        </p:nvSpPr>
        <p:spPr>
          <a:xfrm>
            <a:off x="8810625" y="44767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DBBE7E2-E33F-4710-84AD-FF008A6CF2E2}"/>
              </a:ext>
            </a:extLst>
          </p:cNvPr>
          <p:cNvSpPr>
            <a:spLocks noGrp="1"/>
          </p:cNvSpPr>
          <p:nvPr/>
        </p:nvSpPr>
        <p:spPr>
          <a:xfrm>
            <a:off x="8810625" y="5810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2DF9342-BBCF-4F92-AA85-1CA1B5222D85}"/>
              </a:ext>
            </a:extLst>
          </p:cNvPr>
          <p:cNvCxnSpPr/>
          <p:nvPr/>
        </p:nvCxnSpPr>
        <p:spPr>
          <a:xfrm>
            <a:off x="7905750" y="2381250"/>
            <a:ext cx="0" cy="4857750"/>
          </a:xfrm>
          <a:prstGeom prst="straightConnector1">
            <a:avLst/>
          </a:prstGeom>
          <a:ln w="9525">
            <a:solidFill>
              <a:srgbClr val="DEB4BA"/>
            </a:solidFill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AB28DD8-9F2F-41B3-B233-071A5F7A7B3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26CA8EE-62CA-491F-8B44-40BDFD9DB27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E1AA0EC-FDD1-4336-89F1-4F14C1DE57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1134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26387D-4A96-463A-B2E5-E63EF5F414E0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>
            <a:off x="4095750" y="6048375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45A309D-0A9A-4353-A843-F9543E742A49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>
            <a:off x="9334500" y="6048375"/>
            <a:ext cx="1095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170EABA-A9B4-4350-8395-DC6483A86C1E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12620625" y="4095750"/>
            <a:ext cx="3333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BD937B0-1F56-4C0D-9083-2EB698FD9DE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572625" y="3619500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B6D6D37-5165-4B18-A5AE-5B973381DCA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3500" y="361950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0CC51A1-7056-4B9A-8412-CEF9D38B69A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94E31-043A-4AED-B0AE-1D118B8B8AB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B28D36-F86A-4E12-A2DD-CA54C292F564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381500" cy="2000250"/>
          </a:xfrm>
          <a:prstGeom prst="roundRect">
            <a:avLst>
              <a:gd name="adj" fmla="val 761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B12A2CB-9133-4D65-B90A-0C32DB3C2F2C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EC3366-ADD3-4B48-A715-B02A7A9C3312}"/>
              </a:ext>
            </a:extLst>
          </p:cNvPr>
          <p:cNvSpPr>
            <a:spLocks noGrp="1"/>
          </p:cNvSpPr>
          <p:nvPr/>
        </p:nvSpPr>
        <p:spPr>
          <a:xfrm>
            <a:off x="11096625" y="3143250"/>
            <a:ext cx="371475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25D3D2-24A6-4CB7-BD21-1D4E496F4654}"/>
              </a:ext>
            </a:extLst>
          </p:cNvPr>
          <p:cNvSpPr>
            <a:spLocks noGrp="1"/>
          </p:cNvSpPr>
          <p:nvPr/>
        </p:nvSpPr>
        <p:spPr>
          <a:xfrm>
            <a:off x="10429875" y="5619750"/>
            <a:ext cx="438150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D5B060-DA89-40F0-881F-F40CBF9963DF}"/>
              </a:ext>
            </a:extLst>
          </p:cNvPr>
          <p:cNvSpPr>
            <a:spLocks noGrp="1"/>
          </p:cNvSpPr>
          <p:nvPr/>
        </p:nvSpPr>
        <p:spPr>
          <a:xfrm>
            <a:off x="5238750" y="561975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015BC5D-0A5D-43BA-AC2B-D91E9AC60F39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F7C280-9ED5-49DF-9931-09FF231552C9}"/>
              </a:ext>
            </a:extLst>
          </p:cNvPr>
          <p:cNvSpPr>
            <a:spLocks noGrp="1"/>
          </p:cNvSpPr>
          <p:nvPr/>
        </p:nvSpPr>
        <p:spPr>
          <a:xfrm>
            <a:off x="5238750" y="7105650"/>
            <a:ext cx="4095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6B1B9E-2251-4AC1-BE6F-C733BB3E4A3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3C446D4-3551-44C6-9F8F-FAC28FDDF70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3CBFB0-C22E-4AAE-928C-F1E060BB194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077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1EFA80EA-D33F-4F16-A3DB-DA7E8A91EE19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8072438" y="6048375"/>
            <a:ext cx="48672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821040EC-9D13-4C0C-B00F-7416C6CB8AA0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7958138" y="6048375"/>
            <a:ext cx="2414588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FDDF6318-038C-42FC-BCF7-1B95A9B4C447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976563" y="6048375"/>
            <a:ext cx="50958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5DD697B-2D40-475E-810E-361E30EE8E8E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1293971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610EF0DD-7299-4E88-B05A-AABF0E96CEB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7958138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3A77E2E4-FD40-44A1-AE72-9250FBA72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97656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2DBC727-B5BB-43C6-A862-F4FE0CF0E31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F4E832-0FA3-460E-8505-9921AB7912A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05F7B8-B8FA-4344-AF09-2B422BE586E5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D5CF29-F24E-4DB6-AFD8-3DF850F3737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E1FA677-2CA1-458B-8758-CD104F32644A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CE3461-BC6E-4E60-9ED5-516BA74F94F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71231-B449-4BDF-9F4C-AD0595EF3E54}"/>
              </a:ext>
            </a:extLst>
          </p:cNvPr>
          <p:cNvSpPr>
            <a:spLocks noGrp="1"/>
          </p:cNvSpPr>
          <p:nvPr/>
        </p:nvSpPr>
        <p:spPr>
          <a:xfrm>
            <a:off x="5667375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B9D21D8-FC57-4F68-A5B0-59B17D41D9E5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49E9941-7B85-4F26-886B-ED066B1BF6A8}"/>
              </a:ext>
            </a:extLst>
          </p:cNvPr>
          <p:cNvSpPr>
            <a:spLocks noGrp="1"/>
          </p:cNvSpPr>
          <p:nvPr/>
        </p:nvSpPr>
        <p:spPr>
          <a:xfrm>
            <a:off x="6219825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F0F29-73B8-4BBB-8BA1-1BD95DC4FE12}"/>
              </a:ext>
            </a:extLst>
          </p:cNvPr>
          <p:cNvSpPr>
            <a:spLocks noGrp="1"/>
          </p:cNvSpPr>
          <p:nvPr/>
        </p:nvSpPr>
        <p:spPr>
          <a:xfrm>
            <a:off x="5667375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D13F4-38FE-4805-B98D-3DFF307A2630}"/>
              </a:ext>
            </a:extLst>
          </p:cNvPr>
          <p:cNvSpPr>
            <a:spLocks noGrp="1"/>
          </p:cNvSpPr>
          <p:nvPr/>
        </p:nvSpPr>
        <p:spPr>
          <a:xfrm>
            <a:off x="1064895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9C6E67-F313-4854-864E-452777F17479}"/>
              </a:ext>
            </a:extLst>
          </p:cNvPr>
          <p:cNvSpPr>
            <a:spLocks noGrp="1"/>
          </p:cNvSpPr>
          <p:nvPr/>
        </p:nvSpPr>
        <p:spPr>
          <a:xfrm>
            <a:off x="1064895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B2ADEA-FADF-41B5-9C47-E51CF1D061ED}"/>
              </a:ext>
            </a:extLst>
          </p:cNvPr>
          <p:cNvSpPr>
            <a:spLocks noGrp="1"/>
          </p:cNvSpPr>
          <p:nvPr/>
        </p:nvSpPr>
        <p:spPr>
          <a:xfrm>
            <a:off x="1120140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6FE415-693F-452B-B894-ECD1640C9916}"/>
              </a:ext>
            </a:extLst>
          </p:cNvPr>
          <p:cNvSpPr>
            <a:spLocks noGrp="1"/>
          </p:cNvSpPr>
          <p:nvPr/>
        </p:nvSpPr>
        <p:spPr>
          <a:xfrm>
            <a:off x="1064895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113A677-F694-4A1D-886E-BC35CEF01736}"/>
              </a:ext>
            </a:extLst>
          </p:cNvPr>
          <p:cNvSpPr>
            <a:spLocks noGrp="1"/>
          </p:cNvSpPr>
          <p:nvPr/>
        </p:nvSpPr>
        <p:spPr>
          <a:xfrm>
            <a:off x="3524250" y="7286625"/>
            <a:ext cx="9096375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2888D7-D237-4096-97CA-59A5D5A6785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851A8F88-1638-459B-A680-0A9703C68B6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CB92F-6773-424D-8B1C-9757D5D910C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700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7EE5C4E-4522-429A-A84F-8ECFDA9E4447}"/>
              </a:ext>
            </a:extLst>
          </p:cNvPr>
          <p:cNvCxnSpPr>
            <a:stCxn id="10" idx="1"/>
            <a:endCxn id="16" idx="3"/>
          </p:cNvCxnSpPr>
          <p:nvPr/>
        </p:nvCxnSpPr>
        <p:spPr>
          <a:xfrm flipH="1">
            <a:off x="4048125" y="6405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D58AD95-AA25-4E31-BB8C-E99E0E6B7713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6553200" y="4000500"/>
            <a:ext cx="1209675" cy="190500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E001034-CC2A-4544-87BB-5463B544FF2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3192125" y="4000500"/>
            <a:ext cx="23813" cy="1905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C5A2373-DA4D-4E07-B713-F110D4F1706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715500" y="335756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2485911-FCBA-46DD-8C18-8EEE63EF2ED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48125" y="3357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4D4D293-3F50-4EA4-BA46-EC564293D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A71BC-A0D7-4524-96FE-2709FFC3266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D40A386-7419-444B-BC71-128F0199F1C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3286125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F8045F-DD96-4322-9F4B-AE28801A4B8A}"/>
              </a:ext>
            </a:extLst>
          </p:cNvPr>
          <p:cNvSpPr>
            <a:spLocks noGrp="1"/>
          </p:cNvSpPr>
          <p:nvPr/>
        </p:nvSpPr>
        <p:spPr>
          <a:xfrm>
            <a:off x="5810250" y="2714625"/>
            <a:ext cx="3905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6FE13F0-C2D5-4767-8D69-AB15BB2AF34F}"/>
              </a:ext>
            </a:extLst>
          </p:cNvPr>
          <p:cNvSpPr>
            <a:spLocks noGrp="1"/>
          </p:cNvSpPr>
          <p:nvPr/>
        </p:nvSpPr>
        <p:spPr>
          <a:xfrm>
            <a:off x="11191875" y="2714625"/>
            <a:ext cx="40005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EB5C9E1-C333-4BFC-86D6-2053CBDB72ED}"/>
              </a:ext>
            </a:extLst>
          </p:cNvPr>
          <p:cNvSpPr>
            <a:spLocks noGrp="1"/>
          </p:cNvSpPr>
          <p:nvPr/>
        </p:nvSpPr>
        <p:spPr>
          <a:xfrm>
            <a:off x="11334750" y="5905500"/>
            <a:ext cx="3762375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7DD495-EC46-49CC-8AFB-345DCAEC7ED8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905250" cy="1000125"/>
          </a:xfrm>
          <a:prstGeom prst="roundRect">
            <a:avLst>
              <a:gd name="adj" fmla="val 1523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FB64FBA-ABEA-4D37-9075-9C89AE83A8EF}"/>
              </a:ext>
            </a:extLst>
          </p:cNvPr>
          <p:cNvCxnSpPr/>
          <p:nvPr/>
        </p:nvCxnSpPr>
        <p:spPr>
          <a:xfrm flipH="1">
            <a:off x="10477500" y="3676650"/>
            <a:ext cx="71437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774A3D8-BBB3-436A-9DE3-D45CF3ECB05A}"/>
              </a:ext>
            </a:extLst>
          </p:cNvPr>
          <p:cNvCxnSpPr/>
          <p:nvPr/>
        </p:nvCxnSpPr>
        <p:spPr>
          <a:xfrm>
            <a:off x="10477500" y="3676650"/>
            <a:ext cx="0" cy="27527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0AC6F57-D179-4B17-95B5-0B968B598FA6}"/>
              </a:ext>
            </a:extLst>
          </p:cNvPr>
          <p:cNvCxnSpPr/>
          <p:nvPr/>
        </p:nvCxnSpPr>
        <p:spPr>
          <a:xfrm flipH="1">
            <a:off x="9715500" y="6429375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44A646F-6103-4852-9638-2BE18F2FC827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314325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D2BBF20-3B99-4B7D-9888-6DEBE4E2F668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3286125" cy="1000125"/>
          </a:xfrm>
          <a:prstGeom prst="roundRect">
            <a:avLst>
              <a:gd name="adj" fmla="val 15238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6123DA-C8FD-4CBA-BD08-498DE4AA71F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200CD7C8-F4BE-422D-8A68-43BE479BFE4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DE34E6B-4719-4EEB-9CDF-6047224E3D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81186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8DDAB2-E5A8-4398-A379-73254428D66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98107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A93A8FC-DCC5-4EF8-ADB8-4B81F0B946E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50482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8096492-A6BF-488D-BF51-15B7E17A00F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A278D0-CD1F-4AF0-B950-305C932DE30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878779F-86D8-46AA-A4EA-28B8EA3CEFEC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E397C-D86B-4B67-9100-7A3773FA4463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20BDD-8B74-4EDA-AE34-0D08BDACAE5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3714750" cy="800100"/>
          </a:xfrm>
          <a:prstGeom prst="roundRect">
            <a:avLst>
              <a:gd name="adj" fmla="val 1904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D9217-C373-4851-BB30-BE112FBC24C9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AFC4D2-05DD-497E-90BD-A5B0B8AAF100}"/>
              </a:ext>
            </a:extLst>
          </p:cNvPr>
          <p:cNvSpPr>
            <a:spLocks noGrp="1"/>
          </p:cNvSpPr>
          <p:nvPr/>
        </p:nvSpPr>
        <p:spPr>
          <a:xfrm>
            <a:off x="108585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310864F-90B4-4A7E-97EA-F63DAB6F29C5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8B17A4-2F8E-4DA9-8644-1223B4EBFE60}"/>
              </a:ext>
            </a:extLst>
          </p:cNvPr>
          <p:cNvSpPr>
            <a:spLocks noGrp="1"/>
          </p:cNvSpPr>
          <p:nvPr/>
        </p:nvSpPr>
        <p:spPr>
          <a:xfrm>
            <a:off x="4762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3A44BD-7A4F-471B-8359-48E0EAEB2505}"/>
              </a:ext>
            </a:extLst>
          </p:cNvPr>
          <p:cNvCxnSpPr/>
          <p:nvPr/>
        </p:nvCxnSpPr>
        <p:spPr>
          <a:xfrm>
            <a:off x="14573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39B9C606-2521-45FB-9E82-72B4540F1295}"/>
              </a:ext>
            </a:extLst>
          </p:cNvPr>
          <p:cNvSpPr>
            <a:spLocks noGrp="1"/>
          </p:cNvSpPr>
          <p:nvPr/>
        </p:nvSpPr>
        <p:spPr>
          <a:xfrm>
            <a:off x="29146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3BC0BA-2B69-4586-A2BA-043094D580E7}"/>
              </a:ext>
            </a:extLst>
          </p:cNvPr>
          <p:cNvSpPr>
            <a:spLocks noGrp="1"/>
          </p:cNvSpPr>
          <p:nvPr/>
        </p:nvSpPr>
        <p:spPr>
          <a:xfrm>
            <a:off x="25527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82C0E0-7E97-4A7A-BA4C-B06798C1101B}"/>
              </a:ext>
            </a:extLst>
          </p:cNvPr>
          <p:cNvCxnSpPr/>
          <p:nvPr/>
        </p:nvCxnSpPr>
        <p:spPr>
          <a:xfrm>
            <a:off x="35337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橢圓 15">
            <a:extLst>
              <a:ext uri="{FF2B5EF4-FFF2-40B4-BE49-F238E27FC236}">
                <a16:creationId xmlns:a16="http://schemas.microsoft.com/office/drawing/2014/main" id="{6BD81B22-7C0F-499C-B65F-6F439C7BA383}"/>
              </a:ext>
            </a:extLst>
          </p:cNvPr>
          <p:cNvSpPr>
            <a:spLocks noGrp="1"/>
          </p:cNvSpPr>
          <p:nvPr/>
        </p:nvSpPr>
        <p:spPr>
          <a:xfrm>
            <a:off x="49911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5FE2D0-8556-478F-8633-E9ABD65E2FB2}"/>
              </a:ext>
            </a:extLst>
          </p:cNvPr>
          <p:cNvSpPr>
            <a:spLocks noGrp="1"/>
          </p:cNvSpPr>
          <p:nvPr/>
        </p:nvSpPr>
        <p:spPr>
          <a:xfrm>
            <a:off x="46291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3BE7C6A-0DA6-4C90-9D52-54B8EF7827E7}"/>
              </a:ext>
            </a:extLst>
          </p:cNvPr>
          <p:cNvCxnSpPr/>
          <p:nvPr/>
        </p:nvCxnSpPr>
        <p:spPr>
          <a:xfrm>
            <a:off x="56102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098A3DA5-95FA-43F5-AC78-B11C034268D3}"/>
              </a:ext>
            </a:extLst>
          </p:cNvPr>
          <p:cNvSpPr>
            <a:spLocks noGrp="1"/>
          </p:cNvSpPr>
          <p:nvPr/>
        </p:nvSpPr>
        <p:spPr>
          <a:xfrm>
            <a:off x="70675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9F29E-EA6D-4991-81C7-E8226A6BED24}"/>
              </a:ext>
            </a:extLst>
          </p:cNvPr>
          <p:cNvSpPr>
            <a:spLocks noGrp="1"/>
          </p:cNvSpPr>
          <p:nvPr/>
        </p:nvSpPr>
        <p:spPr>
          <a:xfrm>
            <a:off x="67056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CC93E0F8-590A-43C6-A42C-2F42CD8F26BE}"/>
              </a:ext>
            </a:extLst>
          </p:cNvPr>
          <p:cNvCxnSpPr/>
          <p:nvPr/>
        </p:nvCxnSpPr>
        <p:spPr>
          <a:xfrm>
            <a:off x="76866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A70FD4CE-FD6C-44D1-AF9D-55048EF7801A}"/>
              </a:ext>
            </a:extLst>
          </p:cNvPr>
          <p:cNvSpPr>
            <a:spLocks noGrp="1"/>
          </p:cNvSpPr>
          <p:nvPr/>
        </p:nvSpPr>
        <p:spPr>
          <a:xfrm>
            <a:off x="91440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8BD1E-9455-43B7-B061-FB9EF0777E4C}"/>
              </a:ext>
            </a:extLst>
          </p:cNvPr>
          <p:cNvSpPr>
            <a:spLocks noGrp="1"/>
          </p:cNvSpPr>
          <p:nvPr/>
        </p:nvSpPr>
        <p:spPr>
          <a:xfrm>
            <a:off x="87820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60DDB61-7A6E-4EBD-88EE-248649437675}"/>
              </a:ext>
            </a:extLst>
          </p:cNvPr>
          <p:cNvCxnSpPr/>
          <p:nvPr/>
        </p:nvCxnSpPr>
        <p:spPr>
          <a:xfrm>
            <a:off x="97631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FA8D7EED-74DA-46B8-85CA-4BEC8AB7C0AA}"/>
              </a:ext>
            </a:extLst>
          </p:cNvPr>
          <p:cNvSpPr>
            <a:spLocks noGrp="1"/>
          </p:cNvSpPr>
          <p:nvPr/>
        </p:nvSpPr>
        <p:spPr>
          <a:xfrm>
            <a:off x="1122045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B43785-A065-4220-9CC1-AFAEC77D6F03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974C598-2C7E-4109-AF0C-06A3668208BD}"/>
              </a:ext>
            </a:extLst>
          </p:cNvPr>
          <p:cNvCxnSpPr/>
          <p:nvPr/>
        </p:nvCxnSpPr>
        <p:spPr>
          <a:xfrm>
            <a:off x="118395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98822A93-3827-464D-B644-2792AE34A7DF}"/>
              </a:ext>
            </a:extLst>
          </p:cNvPr>
          <p:cNvSpPr>
            <a:spLocks noGrp="1"/>
          </p:cNvSpPr>
          <p:nvPr/>
        </p:nvSpPr>
        <p:spPr>
          <a:xfrm>
            <a:off x="1329690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96D3F2-4B05-4E5D-BD9D-B62183F9941B}"/>
              </a:ext>
            </a:extLst>
          </p:cNvPr>
          <p:cNvSpPr>
            <a:spLocks noGrp="1"/>
          </p:cNvSpPr>
          <p:nvPr/>
        </p:nvSpPr>
        <p:spPr>
          <a:xfrm>
            <a:off x="129349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1FE0EB-2F00-47B9-B971-70D48CC357C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821810FA-ADFE-4022-AA86-D42E7C12B70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747FEEA-C873-47E8-8FAF-379C59E0BC0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2527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146F307-9324-4211-8A10-557FAE7C4D5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1963E-FB98-49DD-BA6D-5D8C3B0CD85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341A12-DB50-4BB3-93F9-EB9ABF2A949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D15EEEE-54EA-400F-A047-0FD8E83A295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D1DC38-D0D0-4972-A234-26C269D127D0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C612C-6A11-46BC-887D-EB04EC1C520A}"/>
              </a:ext>
            </a:extLst>
          </p:cNvPr>
          <p:cNvSpPr>
            <a:spLocks noGrp="1"/>
          </p:cNvSpPr>
          <p:nvPr/>
        </p:nvSpPr>
        <p:spPr>
          <a:xfrm>
            <a:off x="461962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9699864-CA98-41E7-AD74-86C07F869F6F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B1D4F7-E79B-498E-9304-29A1197ADBD3}"/>
              </a:ext>
            </a:extLst>
          </p:cNvPr>
          <p:cNvSpPr>
            <a:spLocks noGrp="1"/>
          </p:cNvSpPr>
          <p:nvPr/>
        </p:nvSpPr>
        <p:spPr>
          <a:xfrm>
            <a:off x="7762875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51E56-CF15-4756-962B-C717A0D3980A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AB672C0-DD16-4ADA-8F9A-EDCC34EE214A}"/>
              </a:ext>
            </a:extLst>
          </p:cNvPr>
          <p:cNvSpPr>
            <a:spLocks noGrp="1"/>
          </p:cNvSpPr>
          <p:nvPr/>
        </p:nvSpPr>
        <p:spPr>
          <a:xfrm>
            <a:off x="847725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51EAB-EE31-4ADD-A939-2B0AA4B2A2F0}"/>
              </a:ext>
            </a:extLst>
          </p:cNvPr>
          <p:cNvSpPr>
            <a:spLocks noGrp="1"/>
          </p:cNvSpPr>
          <p:nvPr/>
        </p:nvSpPr>
        <p:spPr>
          <a:xfrm>
            <a:off x="1162050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CF7D2-BA1B-4440-8312-F66CFEF6CEF9}"/>
              </a:ext>
            </a:extLst>
          </p:cNvPr>
          <p:cNvSpPr>
            <a:spLocks noGrp="1"/>
          </p:cNvSpPr>
          <p:nvPr/>
        </p:nvSpPr>
        <p:spPr>
          <a:xfrm>
            <a:off x="1233487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0DFDA6F-5BEF-4EB6-AC8E-3547A941AE6E}"/>
              </a:ext>
            </a:extLst>
          </p:cNvPr>
          <p:cNvSpPr>
            <a:spLocks noGrp="1"/>
          </p:cNvSpPr>
          <p:nvPr/>
        </p:nvSpPr>
        <p:spPr>
          <a:xfrm>
            <a:off x="1233487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C2CDC2-4F88-4AE0-9CC8-8BC4838E6EE2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74295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DD84D-91F5-484C-BF89-D1E6A4902B09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2905125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4553B3-47AE-4D1D-A013-CD44B4969DF3}"/>
              </a:ext>
            </a:extLst>
          </p:cNvPr>
          <p:cNvSpPr>
            <a:spLocks noGrp="1"/>
          </p:cNvSpPr>
          <p:nvPr/>
        </p:nvSpPr>
        <p:spPr>
          <a:xfrm>
            <a:off x="12192000" y="5848350"/>
            <a:ext cx="290512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DA2AA-E93E-428B-A749-D7FCDF47566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E428B81-F257-47CF-A48C-84E9FE082B4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5603C3A-9975-4BBB-A270-D36F977D6A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7493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EA7ABB-D3F2-4C54-AFF7-A1EAA90C14F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096000" y="6858000"/>
            <a:ext cx="2000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6B06E47-B787-4A0D-885D-4E995CCF91A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71C980-29E6-46FB-B37D-15A5CEAF03AD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0DD78-D41D-4830-BD0F-1EF4295FA84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048092-67E3-494D-AB7A-CDF1C34F028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EEE24D-4B5B-4FDA-8943-41A6DD3EDF27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CC4662-2D46-4864-BA40-3DF1090A97F9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75829-6246-4854-B908-DF4C8EB008E9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04D5FBA-2E1E-452B-A0EF-BF8CFCECDED8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33315-2075-4B8C-B74F-E16A471E6F41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268D0-FEDF-4267-89ED-32CEF4BF8A71}"/>
              </a:ext>
            </a:extLst>
          </p:cNvPr>
          <p:cNvSpPr>
            <a:spLocks noGrp="1"/>
          </p:cNvSpPr>
          <p:nvPr/>
        </p:nvSpPr>
        <p:spPr>
          <a:xfrm>
            <a:off x="11144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18428ED-08A8-4462-ABC1-5F5B295450FE}"/>
              </a:ext>
            </a:extLst>
          </p:cNvPr>
          <p:cNvSpPr>
            <a:spLocks noGrp="1"/>
          </p:cNvSpPr>
          <p:nvPr/>
        </p:nvSpPr>
        <p:spPr>
          <a:xfrm>
            <a:off x="11144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2FE827-BD09-4D82-93C9-B80A0742D914}"/>
              </a:ext>
            </a:extLst>
          </p:cNvPr>
          <p:cNvSpPr>
            <a:spLocks noGrp="1"/>
          </p:cNvSpPr>
          <p:nvPr/>
        </p:nvSpPr>
        <p:spPr>
          <a:xfrm>
            <a:off x="857250" y="6238875"/>
            <a:ext cx="5238750" cy="1238250"/>
          </a:xfrm>
          <a:prstGeom prst="roundRect">
            <a:avLst>
              <a:gd name="adj" fmla="val 1230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284B747-2385-46CE-89C0-D588C6C5E6A8}"/>
              </a:ext>
            </a:extLst>
          </p:cNvPr>
          <p:cNvSpPr>
            <a:spLocks noGrp="1"/>
          </p:cNvSpPr>
          <p:nvPr/>
        </p:nvSpPr>
        <p:spPr>
          <a:xfrm>
            <a:off x="8096250" y="6238875"/>
            <a:ext cx="6953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C39C5-378C-4204-9BFD-57D939E06A6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722F5A4F-7BA8-4BB0-9467-0C71BC12CE7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DA00CFF-6EB1-43D4-9A2D-BCCB4B8B4B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5387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BB4A9C0-33C8-4AC1-A8A9-7C978DDE778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21A26-1CF1-4F4E-98D5-70817D6365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0A654-F181-4A96-AE32-BAB8BD85EC6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10F9947-3E80-4A8F-9FF7-AE8FFC771111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28B1FD-8412-48F4-B66C-AE0456993603}"/>
              </a:ext>
            </a:extLst>
          </p:cNvPr>
          <p:cNvSpPr>
            <a:spLocks noGrp="1"/>
          </p:cNvSpPr>
          <p:nvPr/>
        </p:nvSpPr>
        <p:spPr>
          <a:xfrm>
            <a:off x="705802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0D49456-04B2-4690-90D4-FADE312611A1}"/>
              </a:ext>
            </a:extLst>
          </p:cNvPr>
          <p:cNvSpPr>
            <a:spLocks noGrp="1"/>
          </p:cNvSpPr>
          <p:nvPr/>
        </p:nvSpPr>
        <p:spPr>
          <a:xfrm>
            <a:off x="97821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2B6B1-8C28-41C9-AB5A-153692D7556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081EF-D834-47EE-B963-A2B59170AC2A}"/>
              </a:ext>
            </a:extLst>
          </p:cNvPr>
          <p:cNvSpPr>
            <a:spLocks noGrp="1"/>
          </p:cNvSpPr>
          <p:nvPr/>
        </p:nvSpPr>
        <p:spPr>
          <a:xfrm>
            <a:off x="43338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7B93D95-6972-4CFC-B94D-93CBA0074651}"/>
              </a:ext>
            </a:extLst>
          </p:cNvPr>
          <p:cNvSpPr>
            <a:spLocks noGrp="1"/>
          </p:cNvSpPr>
          <p:nvPr/>
        </p:nvSpPr>
        <p:spPr>
          <a:xfrm>
            <a:off x="705802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700BDA-4F75-4AAF-9A73-E04569B68D8D}"/>
              </a:ext>
            </a:extLst>
          </p:cNvPr>
          <p:cNvSpPr>
            <a:spLocks noGrp="1"/>
          </p:cNvSpPr>
          <p:nvPr/>
        </p:nvSpPr>
        <p:spPr>
          <a:xfrm>
            <a:off x="97821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54DC7B-1DB8-44A2-B4B9-7B93EFD82E5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05B0A3-E4EB-4586-87D4-C17D795B275F}"/>
              </a:ext>
            </a:extLst>
          </p:cNvPr>
          <p:cNvSpPr>
            <a:spLocks noGrp="1"/>
          </p:cNvSpPr>
          <p:nvPr/>
        </p:nvSpPr>
        <p:spPr>
          <a:xfrm>
            <a:off x="43338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EFC06D6-488E-44A5-86C6-9C656565D320}"/>
              </a:ext>
            </a:extLst>
          </p:cNvPr>
          <p:cNvSpPr>
            <a:spLocks noGrp="1"/>
          </p:cNvSpPr>
          <p:nvPr/>
        </p:nvSpPr>
        <p:spPr>
          <a:xfrm>
            <a:off x="70580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0CDFED-DB5A-4378-831C-C863B856210A}"/>
              </a:ext>
            </a:extLst>
          </p:cNvPr>
          <p:cNvSpPr>
            <a:spLocks noGrp="1"/>
          </p:cNvSpPr>
          <p:nvPr/>
        </p:nvSpPr>
        <p:spPr>
          <a:xfrm>
            <a:off x="97821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B7B3D7E-058B-4495-BB40-6D14C394329F}"/>
              </a:ext>
            </a:extLst>
          </p:cNvPr>
          <p:cNvSpPr>
            <a:spLocks noGrp="1"/>
          </p:cNvSpPr>
          <p:nvPr/>
        </p:nvSpPr>
        <p:spPr>
          <a:xfrm>
            <a:off x="125063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9825B07-53B8-43C1-B015-C45136F3D3E4}"/>
              </a:ext>
            </a:extLst>
          </p:cNvPr>
          <p:cNvSpPr>
            <a:spLocks noGrp="1"/>
          </p:cNvSpPr>
          <p:nvPr/>
        </p:nvSpPr>
        <p:spPr>
          <a:xfrm>
            <a:off x="1571625" y="7477125"/>
            <a:ext cx="1276350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95B6549-822B-4C8E-B056-BE2F522FBBE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88AAD1A-D297-4D19-82C7-D2B38B53186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4651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40BBF87-3F8D-4DD7-AAFB-4E69207243E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3B9B4E2-CE40-408D-A6C7-4DED01A257F8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3830300" cy="5429250"/>
          </a:xfrm>
          <a:prstGeom prst="roundRect">
            <a:avLst>
              <a:gd name="adj" fmla="val 2807"/>
            </a:avLst>
          </a:prstGeom>
          <a:solidFill>
            <a:srgbClr val="FCF8F5"/>
          </a:solidFill>
          <a:ln w="19050">
            <a:solidFill>
              <a:srgbClr val="DEB4BA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D15C-1529-498B-B404-50F42563B386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228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247DC4-AA01-4DE9-970F-EDC2CD221F31}"/>
              </a:ext>
            </a:extLst>
          </p:cNvPr>
          <p:cNvSpPr>
            <a:spLocks noGrp="1"/>
          </p:cNvSpPr>
          <p:nvPr/>
        </p:nvSpPr>
        <p:spPr>
          <a:xfrm>
            <a:off x="1619250" y="40671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D5862DF-A806-4873-AE9B-3855EF499382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32B9A95-45F1-44BF-94B3-DCB90CAC75BE}"/>
              </a:ext>
            </a:extLst>
          </p:cNvPr>
          <p:cNvSpPr>
            <a:spLocks noGrp="1"/>
          </p:cNvSpPr>
          <p:nvPr/>
        </p:nvSpPr>
        <p:spPr>
          <a:xfrm>
            <a:off x="2000250" y="5362575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0EFE2E-6388-4001-85C9-71C2B86ED6F6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1FE4FB-4CD1-46F1-BAD3-3F9B37970CB0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4BFBC0E-3427-4A9C-9946-49CF360D1EF8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9508494-9A20-4061-8D1E-BAB2882575A3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7DA0EB2-E75D-4978-A41A-F2BE74567756}"/>
              </a:ext>
            </a:extLst>
          </p:cNvPr>
          <p:cNvSpPr>
            <a:spLocks noGrp="1"/>
          </p:cNvSpPr>
          <p:nvPr/>
        </p:nvSpPr>
        <p:spPr>
          <a:xfrm>
            <a:off x="110871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2F2F0-7DB1-4E2B-80B2-A18E0B476A3C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D073EF-665E-406C-8994-2D763D171913}"/>
              </a:ext>
            </a:extLst>
          </p:cNvPr>
          <p:cNvSpPr>
            <a:spLocks noGrp="1"/>
          </p:cNvSpPr>
          <p:nvPr/>
        </p:nvSpPr>
        <p:spPr>
          <a:xfrm>
            <a:off x="48577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70ECF2C-9067-4727-9F12-92AFBEE69495}"/>
              </a:ext>
            </a:extLst>
          </p:cNvPr>
          <p:cNvSpPr>
            <a:spLocks noGrp="1"/>
          </p:cNvSpPr>
          <p:nvPr/>
        </p:nvSpPr>
        <p:spPr>
          <a:xfrm>
            <a:off x="762000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23BC1AD-9F7E-456E-AA96-6151F2C2E7C6}"/>
              </a:ext>
            </a:extLst>
          </p:cNvPr>
          <p:cNvSpPr>
            <a:spLocks noGrp="1"/>
          </p:cNvSpPr>
          <p:nvPr/>
        </p:nvSpPr>
        <p:spPr>
          <a:xfrm>
            <a:off x="103822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08C365D-DE62-48DE-A31B-69B2FF239692}"/>
              </a:ext>
            </a:extLst>
          </p:cNvPr>
          <p:cNvSpPr>
            <a:spLocks noGrp="1"/>
          </p:cNvSpPr>
          <p:nvPr/>
        </p:nvSpPr>
        <p:spPr>
          <a:xfrm>
            <a:off x="48577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C06B1C9-8813-4F31-8F68-B342944A0163}"/>
              </a:ext>
            </a:extLst>
          </p:cNvPr>
          <p:cNvSpPr>
            <a:spLocks noGrp="1"/>
          </p:cNvSpPr>
          <p:nvPr/>
        </p:nvSpPr>
        <p:spPr>
          <a:xfrm>
            <a:off x="762000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298FE2-2F62-437E-9080-5D50E54C26C0}"/>
              </a:ext>
            </a:extLst>
          </p:cNvPr>
          <p:cNvSpPr>
            <a:spLocks noGrp="1"/>
          </p:cNvSpPr>
          <p:nvPr/>
        </p:nvSpPr>
        <p:spPr>
          <a:xfrm>
            <a:off x="103822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46031C-4699-4EF9-B64C-40DCF5453E17}"/>
              </a:ext>
            </a:extLst>
          </p:cNvPr>
          <p:cNvSpPr>
            <a:spLocks noGrp="1"/>
          </p:cNvSpPr>
          <p:nvPr/>
        </p:nvSpPr>
        <p:spPr>
          <a:xfrm>
            <a:off x="4857750" y="64008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0E6AA48-9D98-4B32-8D9D-876238544E0D}"/>
              </a:ext>
            </a:extLst>
          </p:cNvPr>
          <p:cNvSpPr>
            <a:spLocks noGrp="1"/>
          </p:cNvSpPr>
          <p:nvPr/>
        </p:nvSpPr>
        <p:spPr>
          <a:xfrm>
            <a:off x="752475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8540F97-1FC8-4AEF-B247-F85E8BA4000C}"/>
              </a:ext>
            </a:extLst>
          </p:cNvPr>
          <p:cNvSpPr>
            <a:spLocks noGrp="1"/>
          </p:cNvSpPr>
          <p:nvPr/>
        </p:nvSpPr>
        <p:spPr>
          <a:xfrm>
            <a:off x="842962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82578D7-6D1A-493D-B57B-3CD4AA90EA32}"/>
              </a:ext>
            </a:extLst>
          </p:cNvPr>
          <p:cNvSpPr>
            <a:spLocks noGrp="1"/>
          </p:cNvSpPr>
          <p:nvPr/>
        </p:nvSpPr>
        <p:spPr>
          <a:xfrm>
            <a:off x="933450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77E2A52-0355-44BB-A3C5-522516490C83}"/>
              </a:ext>
            </a:extLst>
          </p:cNvPr>
          <p:cNvSpPr>
            <a:spLocks noGrp="1"/>
          </p:cNvSpPr>
          <p:nvPr/>
        </p:nvSpPr>
        <p:spPr>
          <a:xfrm>
            <a:off x="1023937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F81BC02-99A4-437A-B3A9-91C4DE94380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14E5B2B-562A-438B-9241-34A3AFB20863}"/>
              </a:ext>
            </a:extLst>
          </p:cNvPr>
          <p:cNvSpPr>
            <a:spLocks noGrp="1"/>
          </p:cNvSpPr>
          <p:nvPr/>
        </p:nvSpPr>
        <p:spPr>
          <a:xfrm>
            <a:off x="12049125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46A727-CA0C-42F3-8A8A-30BFE17245C4}"/>
              </a:ext>
            </a:extLst>
          </p:cNvPr>
          <p:cNvSpPr>
            <a:spLocks noGrp="1"/>
          </p:cNvSpPr>
          <p:nvPr/>
        </p:nvSpPr>
        <p:spPr>
          <a:xfrm>
            <a:off x="2476500" y="7667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6B83563E-A014-42D3-AA80-56E2ECCC05F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6F334AE-8D88-4CE1-8A25-8C9CF58634A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3522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AF183D8-F419-4FCC-9A71-F8B82BDDEF9B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3714750" y="5524500"/>
            <a:ext cx="809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C0447A-C01C-41D8-8397-A35C6D21F117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8001000" y="5524500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3EED04F-87AD-4D81-8182-0B3D450AB7D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381750" y="4248150"/>
            <a:ext cx="4714875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678F3F8C-AF42-4732-866B-469A1B3DC548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8048625" y="3048000"/>
            <a:ext cx="2238375" cy="3619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B8016E-9095-4547-863A-8A1974B69B8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714750" y="34099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8C943C4-5B49-4904-BBD4-6C214209D3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2870330-301F-424F-8966-EAB64C9F0A11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857500" cy="1676400"/>
          </a:xfrm>
          <a:prstGeom prst="roundRect">
            <a:avLst>
              <a:gd name="adj" fmla="val 90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E42C16-C5AD-41AA-95A2-C6C556E02F64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3333750" cy="1676400"/>
          </a:xfrm>
          <a:prstGeom prst="roundRect">
            <a:avLst>
              <a:gd name="adj" fmla="val 90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D1DB24D-5E74-4E59-BCD1-FEE9B9A861A7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1CC966A-D40F-4939-9811-AD4C5E88A0B7}"/>
              </a:ext>
            </a:extLst>
          </p:cNvPr>
          <p:cNvSpPr>
            <a:spLocks noGrp="1"/>
          </p:cNvSpPr>
          <p:nvPr/>
        </p:nvSpPr>
        <p:spPr>
          <a:xfrm>
            <a:off x="9239250" y="4953000"/>
            <a:ext cx="371475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AA528E-EFB8-47D6-A513-4FB78A51A65F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476625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0957729-F74D-49BD-949E-A4112E557088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735F23-87FF-42C0-8436-5069D421392D}"/>
              </a:ext>
            </a:extLst>
          </p:cNvPr>
          <p:cNvSpPr>
            <a:spLocks noGrp="1"/>
          </p:cNvSpPr>
          <p:nvPr/>
        </p:nvSpPr>
        <p:spPr>
          <a:xfrm>
            <a:off x="5095875" y="6496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A675E8-41A8-4AE7-AF84-96F0AD29B0E2}"/>
              </a:ext>
            </a:extLst>
          </p:cNvPr>
          <p:cNvSpPr>
            <a:spLocks noGrp="1"/>
          </p:cNvSpPr>
          <p:nvPr/>
        </p:nvSpPr>
        <p:spPr>
          <a:xfrm>
            <a:off x="3810000" y="7096125"/>
            <a:ext cx="828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8B982DDE-2525-44FD-B3F5-1C55DD7F803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BD47620-6D7D-4B3B-8023-E4F3A89B7F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0263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C541327-77DD-4580-A6C4-F72EA69903D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0906125" y="5372100"/>
            <a:ext cx="1571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A4E1D52-E12A-45A4-8756-857206624DC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191375" y="5372100"/>
            <a:ext cx="1619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E0A459-91DF-48B6-AF51-BB300F176CB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238500" y="5372100"/>
            <a:ext cx="1857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8D6AD2D-D91E-4966-AD9E-E90A17FC6E4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655C8-2CEA-4AEB-9FF5-F185DF4E2171}"/>
              </a:ext>
            </a:extLst>
          </p:cNvPr>
          <p:cNvSpPr>
            <a:spLocks noGrp="1"/>
          </p:cNvSpPr>
          <p:nvPr/>
        </p:nvSpPr>
        <p:spPr>
          <a:xfrm>
            <a:off x="152400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7DA3D8-5B83-42C5-8E07-CEB5D2A07FDA}"/>
              </a:ext>
            </a:extLst>
          </p:cNvPr>
          <p:cNvSpPr>
            <a:spLocks noGrp="1"/>
          </p:cNvSpPr>
          <p:nvPr/>
        </p:nvSpPr>
        <p:spPr>
          <a:xfrm>
            <a:off x="1524000" y="2838450"/>
            <a:ext cx="3952875" cy="1181100"/>
          </a:xfrm>
          <a:prstGeom prst="roundRect">
            <a:avLst>
              <a:gd name="adj" fmla="val 1290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21BB1F-B6C3-4843-9850-DCE84322AF36}"/>
              </a:ext>
            </a:extLst>
          </p:cNvPr>
          <p:cNvSpPr>
            <a:spLocks noGrp="1"/>
          </p:cNvSpPr>
          <p:nvPr/>
        </p:nvSpPr>
        <p:spPr>
          <a:xfrm>
            <a:off x="1019175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7F3CD9-102B-410F-A13A-EC5B5034387F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FBB79A-7537-4E2F-81A5-BB9B4F8682EF}"/>
              </a:ext>
            </a:extLst>
          </p:cNvPr>
          <p:cNvSpPr>
            <a:spLocks noGrp="1"/>
          </p:cNvSpPr>
          <p:nvPr/>
        </p:nvSpPr>
        <p:spPr>
          <a:xfrm>
            <a:off x="98488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CADB44E-CB33-4A24-920C-7335E96018FC}"/>
              </a:ext>
            </a:extLst>
          </p:cNvPr>
          <p:cNvSpPr>
            <a:spLocks noGrp="1"/>
          </p:cNvSpPr>
          <p:nvPr/>
        </p:nvSpPr>
        <p:spPr>
          <a:xfrm>
            <a:off x="107442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CCAC997-65AF-4EEF-8AA2-5D520F1D195D}"/>
              </a:ext>
            </a:extLst>
          </p:cNvPr>
          <p:cNvSpPr>
            <a:spLocks noGrp="1"/>
          </p:cNvSpPr>
          <p:nvPr/>
        </p:nvSpPr>
        <p:spPr>
          <a:xfrm>
            <a:off x="116395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6ECE251-C301-4390-B278-83FEFA508664}"/>
              </a:ext>
            </a:extLst>
          </p:cNvPr>
          <p:cNvSpPr>
            <a:spLocks noGrp="1"/>
          </p:cNvSpPr>
          <p:nvPr/>
        </p:nvSpPr>
        <p:spPr>
          <a:xfrm>
            <a:off x="125349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B9AC6A-4636-439C-9702-64F86FDDB1BF}"/>
              </a:ext>
            </a:extLst>
          </p:cNvPr>
          <p:cNvSpPr>
            <a:spLocks noGrp="1"/>
          </p:cNvSpPr>
          <p:nvPr/>
        </p:nvSpPr>
        <p:spPr>
          <a:xfrm>
            <a:off x="134302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729EB2-EF9F-4271-B8EA-58D11AFEC9C1}"/>
              </a:ext>
            </a:extLst>
          </p:cNvPr>
          <p:cNvSpPr>
            <a:spLocks noGrp="1"/>
          </p:cNvSpPr>
          <p:nvPr/>
        </p:nvSpPr>
        <p:spPr>
          <a:xfrm>
            <a:off x="8953500" y="4000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C19148E-03C8-4146-807F-1270AC910083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15240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F967483-2255-413A-B9CB-9CB293716F5C}"/>
              </a:ext>
            </a:extLst>
          </p:cNvPr>
          <p:cNvSpPr>
            <a:spLocks noGrp="1"/>
          </p:cNvSpPr>
          <p:nvPr/>
        </p:nvSpPr>
        <p:spPr>
          <a:xfrm>
            <a:off x="509587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512B7F-887C-497D-B51F-FE88DCF69FD7}"/>
              </a:ext>
            </a:extLst>
          </p:cNvPr>
          <p:cNvSpPr>
            <a:spLocks noGrp="1"/>
          </p:cNvSpPr>
          <p:nvPr/>
        </p:nvSpPr>
        <p:spPr>
          <a:xfrm>
            <a:off x="881062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A78B93B-3AB4-47AB-BC01-440B3B8DB381}"/>
              </a:ext>
            </a:extLst>
          </p:cNvPr>
          <p:cNvSpPr>
            <a:spLocks noGrp="1"/>
          </p:cNvSpPr>
          <p:nvPr/>
        </p:nvSpPr>
        <p:spPr>
          <a:xfrm>
            <a:off x="12477750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D4B4D4-E022-4B89-AD31-8DC40C68391F}"/>
              </a:ext>
            </a:extLst>
          </p:cNvPr>
          <p:cNvSpPr>
            <a:spLocks noGrp="1"/>
          </p:cNvSpPr>
          <p:nvPr/>
        </p:nvSpPr>
        <p:spPr>
          <a:xfrm>
            <a:off x="1524000" y="60007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28AFA4-BA8E-4D90-B42D-60A2686D0AC1}"/>
              </a:ext>
            </a:extLst>
          </p:cNvPr>
          <p:cNvSpPr>
            <a:spLocks noGrp="1"/>
          </p:cNvSpPr>
          <p:nvPr/>
        </p:nvSpPr>
        <p:spPr>
          <a:xfrm>
            <a:off x="509587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8AF218-7561-4725-865B-8FDB03CF0A2A}"/>
              </a:ext>
            </a:extLst>
          </p:cNvPr>
          <p:cNvSpPr>
            <a:spLocks noGrp="1"/>
          </p:cNvSpPr>
          <p:nvPr/>
        </p:nvSpPr>
        <p:spPr>
          <a:xfrm>
            <a:off x="881062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22B393-2C2D-4E29-AF44-D861CD2309F5}"/>
              </a:ext>
            </a:extLst>
          </p:cNvPr>
          <p:cNvSpPr>
            <a:spLocks noGrp="1"/>
          </p:cNvSpPr>
          <p:nvPr/>
        </p:nvSpPr>
        <p:spPr>
          <a:xfrm>
            <a:off x="12477750" y="60007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BA7BDB7-1D2F-41A0-BCBE-BE43AF9BED55}"/>
              </a:ext>
            </a:extLst>
          </p:cNvPr>
          <p:cNvSpPr>
            <a:spLocks noGrp="1"/>
          </p:cNvSpPr>
          <p:nvPr/>
        </p:nvSpPr>
        <p:spPr>
          <a:xfrm>
            <a:off x="2857500" y="6934200"/>
            <a:ext cx="10287000" cy="552450"/>
          </a:xfrm>
          <a:prstGeom prst="roundRect">
            <a:avLst>
              <a:gd name="adj" fmla="val 2758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BE374E5F-12AD-4E13-AA58-12A8D7E173F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F1E2DF-6AFE-4ADE-8DF8-187CE71D236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87915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A7D2A9E-5BD7-45ED-BD5B-28AD31EE28B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7429500" y="6238875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AFC7280-5AC2-4511-8961-4A5802D6F6EF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10429875" y="4610100"/>
            <a:ext cx="1571625" cy="1200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7866932-FEB6-4415-B2DA-8A1C285C646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858250" y="392430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ECE534D-3827-4D43-8154-A005F73C47C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857625" y="3924300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CA4203F-B835-4077-968B-8C32E110C1B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344A9B9-48A3-4B2F-B8A2-13B9E69596CB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943B-5FBB-4261-8C96-8119310C0553}"/>
              </a:ext>
            </a:extLst>
          </p:cNvPr>
          <p:cNvSpPr>
            <a:spLocks noGrp="1"/>
          </p:cNvSpPr>
          <p:nvPr/>
        </p:nvSpPr>
        <p:spPr>
          <a:xfrm>
            <a:off x="1609725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EE96E69-0D95-427D-98B1-B4DF1E8D4EF4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A9F2F-F8CB-476A-846F-3E1EFBCF221C}"/>
              </a:ext>
            </a:extLst>
          </p:cNvPr>
          <p:cNvSpPr>
            <a:spLocks noGrp="1"/>
          </p:cNvSpPr>
          <p:nvPr/>
        </p:nvSpPr>
        <p:spPr>
          <a:xfrm>
            <a:off x="622935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6647CBF-8ABC-4168-940A-FB7E683FE336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1A2DAF-1C01-4C4A-A877-CA7150E3E08F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C9F0DC-BC40-443A-AFC7-4DC389C671CF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2857500" cy="1371600"/>
          </a:xfrm>
          <a:prstGeom prst="roundRect">
            <a:avLst>
              <a:gd name="adj" fmla="val 1111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562DF31-2BB2-444F-90B4-9E648ABFC434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3238500" cy="1371600"/>
          </a:xfrm>
          <a:prstGeom prst="roundRect">
            <a:avLst>
              <a:gd name="adj" fmla="val 1111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9D3FE3-AFB0-4F5C-BC6D-2037D27BFE46}"/>
              </a:ext>
            </a:extLst>
          </p:cNvPr>
          <p:cNvSpPr>
            <a:spLocks noGrp="1"/>
          </p:cNvSpPr>
          <p:nvPr/>
        </p:nvSpPr>
        <p:spPr>
          <a:xfrm>
            <a:off x="10287000" y="3238500"/>
            <a:ext cx="3429000" cy="1371600"/>
          </a:xfrm>
          <a:prstGeom prst="roundRect">
            <a:avLst>
              <a:gd name="adj" fmla="val 1111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D4186DF-D61A-412B-B4CB-A366F3999F2A}"/>
              </a:ext>
            </a:extLst>
          </p:cNvPr>
          <p:cNvSpPr>
            <a:spLocks noGrp="1"/>
          </p:cNvSpPr>
          <p:nvPr/>
        </p:nvSpPr>
        <p:spPr>
          <a:xfrm>
            <a:off x="8763000" y="58102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23D8F8-FA29-4E0A-B50B-A70C8222CB87}"/>
              </a:ext>
            </a:extLst>
          </p:cNvPr>
          <p:cNvSpPr>
            <a:spLocks noGrp="1"/>
          </p:cNvSpPr>
          <p:nvPr/>
        </p:nvSpPr>
        <p:spPr>
          <a:xfrm>
            <a:off x="3714750" y="5810250"/>
            <a:ext cx="37147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F0D842-433F-4D1B-A3D7-330BEDF7C163}"/>
              </a:ext>
            </a:extLst>
          </p:cNvPr>
          <p:cNvSpPr>
            <a:spLocks noGrp="1"/>
          </p:cNvSpPr>
          <p:nvPr/>
        </p:nvSpPr>
        <p:spPr>
          <a:xfrm>
            <a:off x="3524250" y="7048500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27B9D9E-FA60-4572-81B6-9547E7EA73E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14EC92F-7374-4FDB-8D00-803FAC6080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6888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81DB5EFA-C355-4C18-AE0D-C80FD9BA2CF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7953375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F95C5DF6-90C4-4979-803D-DEFD0EE5CF65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000500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3028D4E-BE71-4DAF-8FA8-B4F97717D8CD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190625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AC5640D-F5CA-4B90-9A95-54DF92A47FE6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400050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48553F8-711A-489A-9903-67FB2481F88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9C7147C-689C-4929-AB2B-A058CB0AEBC8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92F023-E3B3-487A-B776-1FC377FD5C8A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5F5C6D4-CDFB-404E-92F0-0D42C54B2363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9D1508-17B4-4CBF-A8B8-0BA308EDE1F7}"/>
              </a:ext>
            </a:extLst>
          </p:cNvPr>
          <p:cNvSpPr>
            <a:spLocks noGrp="1"/>
          </p:cNvSpPr>
          <p:nvPr/>
        </p:nvSpPr>
        <p:spPr>
          <a:xfrm>
            <a:off x="885825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3D6753C-0838-445E-978A-55FC4D0EAE64}"/>
              </a:ext>
            </a:extLst>
          </p:cNvPr>
          <p:cNvSpPr>
            <a:spLocks noGrp="1"/>
          </p:cNvSpPr>
          <p:nvPr/>
        </p:nvSpPr>
        <p:spPr>
          <a:xfrm>
            <a:off x="2571750" y="6953250"/>
            <a:ext cx="1076325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6F283D-C921-4BF9-83C7-0DD3B3568DE5}"/>
              </a:ext>
            </a:extLst>
          </p:cNvPr>
          <p:cNvSpPr>
            <a:spLocks noGrp="1"/>
          </p:cNvSpPr>
          <p:nvPr/>
        </p:nvSpPr>
        <p:spPr>
          <a:xfrm>
            <a:off x="1714500" y="8001000"/>
            <a:ext cx="1247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E361C6C-A855-455D-832D-14D7346FF3F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B7C915-34E1-4FBE-9F3E-93925538895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8481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9F732AB-A1E4-4777-89E7-E39BB9C93478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10906125" y="4076700"/>
            <a:ext cx="2095500" cy="1257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72177107-48F1-4338-BFD7-518ECA9EBB20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0191750" y="3486150"/>
            <a:ext cx="114300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200ED4D-4EF0-4A1B-AE1F-57AF0B336EA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FCB5CE-7FB6-4924-AC74-1B363A36A3C3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C9D1A-8059-4030-9B8A-D32021BF4E9A}"/>
              </a:ext>
            </a:extLst>
          </p:cNvPr>
          <p:cNvSpPr>
            <a:spLocks noGrp="1"/>
          </p:cNvSpPr>
          <p:nvPr/>
        </p:nvSpPr>
        <p:spPr>
          <a:xfrm>
            <a:off x="1095375" y="32004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4FA4174-2E79-4BBD-A80D-BE7F10D35922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BACC83A-27C3-46F1-BE12-0C78E2E0954E}"/>
              </a:ext>
            </a:extLst>
          </p:cNvPr>
          <p:cNvSpPr>
            <a:spLocks noGrp="1"/>
          </p:cNvSpPr>
          <p:nvPr/>
        </p:nvSpPr>
        <p:spPr>
          <a:xfrm>
            <a:off x="398145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892830-321E-4653-84C9-4D2E0E12FD81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823-DE7B-4E4A-9A77-9F673BF2ACE2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CEAD02-03EB-4CEE-9B1C-90F08C03852E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30E7AAB-2C9E-401E-9BDB-4AD8D7217A3A}"/>
              </a:ext>
            </a:extLst>
          </p:cNvPr>
          <p:cNvSpPr>
            <a:spLocks noGrp="1"/>
          </p:cNvSpPr>
          <p:nvPr/>
        </p:nvSpPr>
        <p:spPr>
          <a:xfrm>
            <a:off x="398145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6540438-F792-4600-8484-1D34B415B176}"/>
              </a:ext>
            </a:extLst>
          </p:cNvPr>
          <p:cNvSpPr>
            <a:spLocks noGrp="1"/>
          </p:cNvSpPr>
          <p:nvPr/>
        </p:nvSpPr>
        <p:spPr>
          <a:xfrm>
            <a:off x="51054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26F65-6DAF-4A07-8B88-67A5C61F1063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A59FED-0550-40AB-B5F5-A04FC34929DA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3985EB8-CF5F-4736-BB76-E4DB2EB5F17F}"/>
              </a:ext>
            </a:extLst>
          </p:cNvPr>
          <p:cNvSpPr>
            <a:spLocks noGrp="1"/>
          </p:cNvSpPr>
          <p:nvPr/>
        </p:nvSpPr>
        <p:spPr>
          <a:xfrm>
            <a:off x="398145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77F7AE-3C4E-4A85-9057-9650F45706D8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79B8A3-F80F-4733-B2C0-4889EB3665D1}"/>
              </a:ext>
            </a:extLst>
          </p:cNvPr>
          <p:cNvSpPr>
            <a:spLocks noGrp="1"/>
          </p:cNvSpPr>
          <p:nvPr/>
        </p:nvSpPr>
        <p:spPr>
          <a:xfrm>
            <a:off x="1476375" y="69532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E5F3ADF-ACC1-4134-A91B-0D2949F231B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F8977CB-FFB9-43F9-9C78-0C37960CE236}"/>
              </a:ext>
            </a:extLst>
          </p:cNvPr>
          <p:cNvSpPr>
            <a:spLocks noGrp="1"/>
          </p:cNvSpPr>
          <p:nvPr/>
        </p:nvSpPr>
        <p:spPr>
          <a:xfrm>
            <a:off x="11334750" y="2952750"/>
            <a:ext cx="3333750" cy="1123950"/>
          </a:xfrm>
          <a:prstGeom prst="roundRect">
            <a:avLst>
              <a:gd name="adj" fmla="val 1355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EA0EEF8-6658-4814-9255-ED66A6426A9F}"/>
              </a:ext>
            </a:extLst>
          </p:cNvPr>
          <p:cNvSpPr>
            <a:spLocks noGrp="1"/>
          </p:cNvSpPr>
          <p:nvPr/>
        </p:nvSpPr>
        <p:spPr>
          <a:xfrm>
            <a:off x="8524875" y="53340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6848A7-5FFE-46EB-ABC3-D1B0AFD32AD1}"/>
              </a:ext>
            </a:extLst>
          </p:cNvPr>
          <p:cNvSpPr>
            <a:spLocks noGrp="1"/>
          </p:cNvSpPr>
          <p:nvPr/>
        </p:nvSpPr>
        <p:spPr>
          <a:xfrm>
            <a:off x="8239125" y="68199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0B7A7DA2-EFDE-4EA2-B288-741F624A21F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C14261-B182-4558-9878-DD2357B147A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95074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6406811-6E15-4DC9-B6DF-8BFA7672AB3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885825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85EBEB7-7362-436E-A9EA-E4FF0DB2FA1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7200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5912664-0AF6-4E75-A087-63424438C5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F88D90-6BA5-4461-9D8C-72BF374FF517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38100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680D920-6E09-46C8-AB00-C12E1739BD4B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3048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1EE4AEE-1AA7-4D3B-931D-25EECEF6A99D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0CFCC3-EB83-41D5-B133-B144C85D4E00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4708DC6-E8AF-4EE1-829E-2B1F9C10D65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4572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DD0BC-044B-4635-B466-85F10485030F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EF39971-531D-4AF5-A66D-A98C1041A887}"/>
              </a:ext>
            </a:extLst>
          </p:cNvPr>
          <p:cNvSpPr>
            <a:spLocks noGrp="1"/>
          </p:cNvSpPr>
          <p:nvPr/>
        </p:nvSpPr>
        <p:spPr>
          <a:xfrm>
            <a:off x="7239000" y="5762625"/>
            <a:ext cx="74295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E10E46-DDE6-4832-BDC3-51CCBE939936}"/>
              </a:ext>
            </a:extLst>
          </p:cNvPr>
          <p:cNvCxnSpPr/>
          <p:nvPr/>
        </p:nvCxnSpPr>
        <p:spPr>
          <a:xfrm>
            <a:off x="12477750" y="3667125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D9AA97D-3707-406D-91C5-82261D6D4A00}"/>
              </a:ext>
            </a:extLst>
          </p:cNvPr>
          <p:cNvCxnSpPr/>
          <p:nvPr/>
        </p:nvCxnSpPr>
        <p:spPr>
          <a:xfrm>
            <a:off x="3143250" y="4286250"/>
            <a:ext cx="9334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6E53243-81E6-4718-B70B-C9B895CEEFBD}"/>
              </a:ext>
            </a:extLst>
          </p:cNvPr>
          <p:cNvCxnSpPr/>
          <p:nvPr/>
        </p:nvCxnSpPr>
        <p:spPr>
          <a:xfrm>
            <a:off x="31432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81659C-C372-4DBB-9D80-64A8766F245B}"/>
              </a:ext>
            </a:extLst>
          </p:cNvPr>
          <p:cNvCxnSpPr/>
          <p:nvPr/>
        </p:nvCxnSpPr>
        <p:spPr>
          <a:xfrm>
            <a:off x="109537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32CF74D-7322-458C-87A1-DB06B61AC27D}"/>
              </a:ext>
            </a:extLst>
          </p:cNvPr>
          <p:cNvSpPr>
            <a:spLocks noGrp="1"/>
          </p:cNvSpPr>
          <p:nvPr/>
        </p:nvSpPr>
        <p:spPr>
          <a:xfrm>
            <a:off x="1524000" y="7858125"/>
            <a:ext cx="1304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6249DDE-B6AB-4A39-A74B-6833E22350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8C7BF47-17B0-45A1-B6B1-1B6FA94F1C1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027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D33D46B-CF3C-4E96-85B6-82BA7F1C8C5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906375" y="4048125"/>
            <a:ext cx="0" cy="2143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3D768729-0683-473B-80E6-B79AF859CC7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9334500" y="3405188"/>
            <a:ext cx="14287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D27CDA8-4465-41C8-90B8-C949EF1FE0C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00500" y="3619500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0BC2FEA-F6D3-461E-864C-7398D358A1D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2141A2-DB66-4950-9E2F-C60E76E1CF3E}"/>
              </a:ext>
            </a:extLst>
          </p:cNvPr>
          <p:cNvSpPr>
            <a:spLocks noGrp="1"/>
          </p:cNvSpPr>
          <p:nvPr/>
        </p:nvSpPr>
        <p:spPr>
          <a:xfrm>
            <a:off x="1238250" y="1857375"/>
            <a:ext cx="1323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1059B67-9115-4CCD-AD66-1C175CB102A0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D14FDE-0686-47E8-9624-5419CC8CE52F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A17FE13-A476-4C85-8137-48CC1613DF42}"/>
              </a:ext>
            </a:extLst>
          </p:cNvPr>
          <p:cNvSpPr>
            <a:spLocks noGrp="1"/>
          </p:cNvSpPr>
          <p:nvPr/>
        </p:nvSpPr>
        <p:spPr>
          <a:xfrm>
            <a:off x="10763250" y="2762250"/>
            <a:ext cx="4286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ACB7B9-8868-4590-8945-BE5A43538AC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428625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9113B1F-F621-482B-B4E3-B4ECDD1E639C}"/>
              </a:ext>
            </a:extLst>
          </p:cNvPr>
          <p:cNvCxnSpPr/>
          <p:nvPr/>
        </p:nvCxnSpPr>
        <p:spPr>
          <a:xfrm>
            <a:off x="7334250" y="4095750"/>
            <a:ext cx="0" cy="2571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31595D5-642C-4719-82C1-96495AD05A04}"/>
              </a:ext>
            </a:extLst>
          </p:cNvPr>
          <p:cNvCxnSpPr/>
          <p:nvPr/>
        </p:nvCxnSpPr>
        <p:spPr>
          <a:xfrm>
            <a:off x="7334250" y="6667500"/>
            <a:ext cx="3429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105D63A-F279-4F61-A357-AADB2933C060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B7E73-A76A-44DD-89B4-C1B98B2B831A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CBFC14-92C0-4D57-ADE2-E9BF76C7F62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600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57DD7-DC82-4A6B-9957-222E4F9F79AC}"/>
              </a:ext>
            </a:extLst>
          </p:cNvPr>
          <p:cNvSpPr>
            <a:spLocks noGrp="1"/>
          </p:cNvSpPr>
          <p:nvPr/>
        </p:nvSpPr>
        <p:spPr>
          <a:xfrm>
            <a:off x="1619250" y="78581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8D68C638-C428-4035-B93F-A8AF793D131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703ABF2-19A9-4156-8071-04A57406249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8465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FA9DDAF9-A928-4FE5-8637-92447957FF00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flipH="1">
            <a:off x="10929938" y="3162300"/>
            <a:ext cx="2381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612C4B9D-2ED5-422C-BA31-F8BCBFE9FAF9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8501063" y="3162300"/>
            <a:ext cx="119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583DEFB-9E52-434C-9528-F6A62E7CF9A4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flipH="1" flipV="1">
            <a:off x="1619250" y="3162300"/>
            <a:ext cx="3405188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E52721A-DB06-4E7C-8D48-AEBB570C67F6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5024438" y="3162300"/>
            <a:ext cx="1262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43E1912-DBA8-44BA-A071-C4BAE29D7B87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3952875" y="3162300"/>
            <a:ext cx="10715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566601A-AF2D-4847-91B3-3158AEED42B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19062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FBC03A7-8E9D-43AB-ABAB-4957C5836A6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57262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CD5E4E5-3FC9-4C49-ACBA-604CC80B26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23900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2160C41-6DF4-4A79-809E-97ADB32361E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90537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64E098E-8128-48F7-AE8B-F984209C8FB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5717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5CA156E-BE33-4DEC-86EC-382E2F15F79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9E5DEBC-AC9D-47D0-B0C6-90C3A37EFFB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C6911C8-6376-4E40-A94C-8A58EADB8D8E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F203322-9800-436C-94FC-D31356B77F3B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5488BB8-257C-4F48-A485-7F16F94AACA5}"/>
              </a:ext>
            </a:extLst>
          </p:cNvPr>
          <p:cNvSpPr>
            <a:spLocks noGrp="1"/>
          </p:cNvSpPr>
          <p:nvPr/>
        </p:nvSpPr>
        <p:spPr>
          <a:xfrm>
            <a:off x="766762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0A68253-2245-41E6-9EBC-929C0F5E8D85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451701-4611-4ED0-9383-1217CEC15D8D}"/>
              </a:ext>
            </a:extLst>
          </p:cNvPr>
          <p:cNvSpPr>
            <a:spLocks noGrp="1"/>
          </p:cNvSpPr>
          <p:nvPr/>
        </p:nvSpPr>
        <p:spPr>
          <a:xfrm>
            <a:off x="12334875" y="2381250"/>
            <a:ext cx="2286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4420B64-E30B-4F8A-A581-D67C2D55A998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4524375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B3D249-C2BC-4291-9AE3-4B150E72A460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2047875" cy="914400"/>
          </a:xfrm>
          <a:prstGeom prst="roundRect">
            <a:avLst>
              <a:gd name="adj" fmla="val 1666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1240FE5-6AEC-4FFD-965B-EDC07FCD7397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2047875" cy="742950"/>
          </a:xfrm>
          <a:prstGeom prst="roundRect">
            <a:avLst>
              <a:gd name="adj" fmla="val 2051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28F20F-35C0-4B39-808C-D88266D113FB}"/>
              </a:ext>
            </a:extLst>
          </p:cNvPr>
          <p:cNvSpPr>
            <a:spLocks noGrp="1"/>
          </p:cNvSpPr>
          <p:nvPr/>
        </p:nvSpPr>
        <p:spPr>
          <a:xfrm>
            <a:off x="7762875" y="5133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7480AD-7BB9-4899-80F9-38A091213304}"/>
              </a:ext>
            </a:extLst>
          </p:cNvPr>
          <p:cNvSpPr>
            <a:spLocks noGrp="1"/>
          </p:cNvSpPr>
          <p:nvPr/>
        </p:nvSpPr>
        <p:spPr>
          <a:xfrm>
            <a:off x="8001000" y="56864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5189AB-08F1-4D15-84C5-B14EF26773D3}"/>
              </a:ext>
            </a:extLst>
          </p:cNvPr>
          <p:cNvSpPr>
            <a:spLocks noGrp="1"/>
          </p:cNvSpPr>
          <p:nvPr/>
        </p:nvSpPr>
        <p:spPr>
          <a:xfrm>
            <a:off x="10382250" y="5476875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DDBF22-4EFD-491E-993F-C1D557918AAB}"/>
              </a:ext>
            </a:extLst>
          </p:cNvPr>
          <p:cNvSpPr>
            <a:spLocks noGrp="1"/>
          </p:cNvSpPr>
          <p:nvPr/>
        </p:nvSpPr>
        <p:spPr>
          <a:xfrm>
            <a:off x="21431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43FF40E-D164-4EEB-BCD9-023837F769DD}"/>
              </a:ext>
            </a:extLst>
          </p:cNvPr>
          <p:cNvSpPr>
            <a:spLocks noGrp="1"/>
          </p:cNvSpPr>
          <p:nvPr/>
        </p:nvSpPr>
        <p:spPr>
          <a:xfrm>
            <a:off x="88106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952E9-5611-4F5F-8D6C-AC12D6897DA6}"/>
              </a:ext>
            </a:extLst>
          </p:cNvPr>
          <p:cNvSpPr>
            <a:spLocks noGrp="1"/>
          </p:cNvSpPr>
          <p:nvPr/>
        </p:nvSpPr>
        <p:spPr>
          <a:xfrm>
            <a:off x="3143250" y="7572375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09576A76-4739-4217-970F-EE6D2D5EB2E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0010D7-A5F9-44AC-B802-21D625AE583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5211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5A21ED4-6439-4E5F-BFAD-30503774ADF8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flipH="1">
            <a:off x="4524375" y="2762250"/>
            <a:ext cx="3476625" cy="29527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6A76DB8-8D0A-40AA-82D9-6B7745B3D128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8001000" y="2762250"/>
            <a:ext cx="5810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8E541B2-E068-4D39-B644-FA59451E9C10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8001000" y="2762250"/>
            <a:ext cx="2381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EC7F8105-15CB-4501-9F56-F1C4B07BD748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6667500" y="2762250"/>
            <a:ext cx="133350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BA8602B-6182-4CA5-BD5A-DF35BE13692E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2952750" y="2762250"/>
            <a:ext cx="5048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4938E53-1C02-47D7-9C75-32719B4A106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0E0059B-F9E8-496F-8606-13A0CD030255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4762500" cy="666750"/>
          </a:xfrm>
          <a:prstGeom prst="roundRect">
            <a:avLst>
              <a:gd name="adj" fmla="val 22857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9501285-F1B3-465A-9470-F0A54A522C70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36EB1A5-34B3-4464-8421-7CC3BAF64F01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11762C-7BBE-4629-A630-88CF2DC0511B}"/>
              </a:ext>
            </a:extLst>
          </p:cNvPr>
          <p:cNvSpPr>
            <a:spLocks noGrp="1"/>
          </p:cNvSpPr>
          <p:nvPr/>
        </p:nvSpPr>
        <p:spPr>
          <a:xfrm>
            <a:off x="86677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38ABCBB-D21B-4558-9216-F79B1F5EEA7D}"/>
              </a:ext>
            </a:extLst>
          </p:cNvPr>
          <p:cNvSpPr>
            <a:spLocks noGrp="1"/>
          </p:cNvSpPr>
          <p:nvPr/>
        </p:nvSpPr>
        <p:spPr>
          <a:xfrm>
            <a:off x="12382500" y="3571875"/>
            <a:ext cx="28575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95D25D3-29D4-4B23-84B4-7EE955189103}"/>
              </a:ext>
            </a:extLst>
          </p:cNvPr>
          <p:cNvSpPr>
            <a:spLocks noGrp="1"/>
          </p:cNvSpPr>
          <p:nvPr/>
        </p:nvSpPr>
        <p:spPr>
          <a:xfrm>
            <a:off x="2143125" y="57150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ACDE4D-8136-41A4-A73F-213EE0F9619F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0A51242-2209-4D61-8258-72247E02E5DD}"/>
              </a:ext>
            </a:extLst>
          </p:cNvPr>
          <p:cNvSpPr>
            <a:spLocks noGrp="1"/>
          </p:cNvSpPr>
          <p:nvPr/>
        </p:nvSpPr>
        <p:spPr>
          <a:xfrm>
            <a:off x="12096750" y="5715000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914DDE-E0B1-499E-AA13-55E637B3518D}"/>
              </a:ext>
            </a:extLst>
          </p:cNvPr>
          <p:cNvSpPr>
            <a:spLocks noGrp="1"/>
          </p:cNvSpPr>
          <p:nvPr/>
        </p:nvSpPr>
        <p:spPr>
          <a:xfrm>
            <a:off x="4000500" y="709612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4BD89A1-AEF7-4FE2-851F-73468F566A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B548972-FC65-47D5-B387-688AD63636B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6563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7EAD26F-C5F6-4382-84E0-245556277C0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6667500" y="591502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A301B86-7DFE-4D75-B1F2-857FF4EE9F6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810750" y="3733800"/>
            <a:ext cx="0" cy="16002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DD81EC1-B4AB-4440-9FDA-EA89D25FD38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771525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757F71F-9F48-457F-91D6-9645ACFD30C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00050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8C9541B-BF86-464D-89D0-15CA0B53F5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3B78630-AC99-4B7F-A797-58F74C843E46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6BC1926-F985-4198-AB25-62EEC664C803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06CEAA-6497-449A-8535-8D8F6B12531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D61E877-2C02-4D22-961D-3648755239A1}"/>
              </a:ext>
            </a:extLst>
          </p:cNvPr>
          <p:cNvSpPr>
            <a:spLocks noGrp="1"/>
          </p:cNvSpPr>
          <p:nvPr/>
        </p:nvSpPr>
        <p:spPr>
          <a:xfrm>
            <a:off x="81915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F12E02-E28D-481B-87CA-CF81710D1B11}"/>
              </a:ext>
            </a:extLst>
          </p:cNvPr>
          <p:cNvSpPr>
            <a:spLocks noGrp="1"/>
          </p:cNvSpPr>
          <p:nvPr/>
        </p:nvSpPr>
        <p:spPr>
          <a:xfrm>
            <a:off x="34290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BF037-DFEC-40BF-820B-4D581F523504}"/>
              </a:ext>
            </a:extLst>
          </p:cNvPr>
          <p:cNvSpPr>
            <a:spLocks noGrp="1"/>
          </p:cNvSpPr>
          <p:nvPr/>
        </p:nvSpPr>
        <p:spPr>
          <a:xfrm>
            <a:off x="2667000" y="70485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A0D8F27-379B-40AF-A664-53BD13C4949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F3731F-9F25-4800-B585-48C75276686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41793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90FB98E-031A-4CE4-8BB0-0F4A40E4FB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B88774-0401-48D7-BD55-C023AA7346B4}"/>
              </a:ext>
            </a:extLst>
          </p:cNvPr>
          <p:cNvSpPr>
            <a:spLocks noGrp="1"/>
          </p:cNvSpPr>
          <p:nvPr/>
        </p:nvSpPr>
        <p:spPr>
          <a:xfrm>
            <a:off x="1428750" y="21717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243C1D-612D-449C-8A29-0999656B5DF4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83BE465-59C2-4F17-9A77-B57913DF2346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D6D10E-B7B2-465B-BF48-22F005FFEE75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C8F1CB-7792-4EA5-A727-5A346DDFA4B4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6DA20BB-DD5F-4F34-811B-A8610AC578DE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7200508-3639-49A5-8A65-A6EEB7594393}"/>
              </a:ext>
            </a:extLst>
          </p:cNvPr>
          <p:cNvSpPr>
            <a:spLocks noGrp="1"/>
          </p:cNvSpPr>
          <p:nvPr/>
        </p:nvSpPr>
        <p:spPr>
          <a:xfrm>
            <a:off x="81438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E949B3-5B8C-459E-9EF5-D88C197F2C0C}"/>
              </a:ext>
            </a:extLst>
          </p:cNvPr>
          <p:cNvSpPr>
            <a:spLocks noGrp="1"/>
          </p:cNvSpPr>
          <p:nvPr/>
        </p:nvSpPr>
        <p:spPr>
          <a:xfrm>
            <a:off x="10953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F705E2-4F36-4F8E-8F88-AC0450DFF688}"/>
              </a:ext>
            </a:extLst>
          </p:cNvPr>
          <p:cNvSpPr>
            <a:spLocks noGrp="1"/>
          </p:cNvSpPr>
          <p:nvPr/>
        </p:nvSpPr>
        <p:spPr>
          <a:xfrm>
            <a:off x="10953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1E0AD6B-A53F-4152-9CFC-49E2C5C80123}"/>
              </a:ext>
            </a:extLst>
          </p:cNvPr>
          <p:cNvSpPr>
            <a:spLocks noGrp="1"/>
          </p:cNvSpPr>
          <p:nvPr/>
        </p:nvSpPr>
        <p:spPr>
          <a:xfrm>
            <a:off x="12906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14CC99-E659-40F2-B994-AFFB2AD58355}"/>
              </a:ext>
            </a:extLst>
          </p:cNvPr>
          <p:cNvSpPr>
            <a:spLocks noGrp="1"/>
          </p:cNvSpPr>
          <p:nvPr/>
        </p:nvSpPr>
        <p:spPr>
          <a:xfrm>
            <a:off x="1476375" y="53721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651906-323A-4FE9-A2B5-6956DA9E509A}"/>
              </a:ext>
            </a:extLst>
          </p:cNvPr>
          <p:cNvSpPr>
            <a:spLocks noGrp="1"/>
          </p:cNvSpPr>
          <p:nvPr/>
        </p:nvSpPr>
        <p:spPr>
          <a:xfrm>
            <a:off x="45243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D2F9C14-93C7-4EFC-A1E1-8BD1C9A3A235}"/>
              </a:ext>
            </a:extLst>
          </p:cNvPr>
          <p:cNvCxnSpPr/>
          <p:nvPr/>
        </p:nvCxnSpPr>
        <p:spPr>
          <a:xfrm>
            <a:off x="58864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895A451-0F6A-41EC-91FC-8AC39E008E7C}"/>
              </a:ext>
            </a:extLst>
          </p:cNvPr>
          <p:cNvSpPr>
            <a:spLocks noGrp="1"/>
          </p:cNvSpPr>
          <p:nvPr/>
        </p:nvSpPr>
        <p:spPr>
          <a:xfrm>
            <a:off x="60674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5C54B3-0428-4732-AC1D-2F673E9D85E9}"/>
              </a:ext>
            </a:extLst>
          </p:cNvPr>
          <p:cNvCxnSpPr/>
          <p:nvPr/>
        </p:nvCxnSpPr>
        <p:spPr>
          <a:xfrm>
            <a:off x="74295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06AA1AE-6DB7-4B17-B2EE-975B472DFA9D}"/>
              </a:ext>
            </a:extLst>
          </p:cNvPr>
          <p:cNvSpPr>
            <a:spLocks noGrp="1"/>
          </p:cNvSpPr>
          <p:nvPr/>
        </p:nvSpPr>
        <p:spPr>
          <a:xfrm>
            <a:off x="76104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DAEB946-CB95-4EB2-893D-DDF8F9C47C91}"/>
              </a:ext>
            </a:extLst>
          </p:cNvPr>
          <p:cNvCxnSpPr/>
          <p:nvPr/>
        </p:nvCxnSpPr>
        <p:spPr>
          <a:xfrm>
            <a:off x="89725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D3BDAE7-E2DB-4DA4-A0B7-8BF0732F7981}"/>
              </a:ext>
            </a:extLst>
          </p:cNvPr>
          <p:cNvSpPr>
            <a:spLocks noGrp="1"/>
          </p:cNvSpPr>
          <p:nvPr/>
        </p:nvSpPr>
        <p:spPr>
          <a:xfrm>
            <a:off x="91535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90FB7A5-8B5B-41A6-B96D-E0DE7BD2C90D}"/>
              </a:ext>
            </a:extLst>
          </p:cNvPr>
          <p:cNvCxnSpPr/>
          <p:nvPr/>
        </p:nvCxnSpPr>
        <p:spPr>
          <a:xfrm>
            <a:off x="105156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ECAC229-7F7B-44AE-A97B-E01262DC67C9}"/>
              </a:ext>
            </a:extLst>
          </p:cNvPr>
          <p:cNvSpPr>
            <a:spLocks noGrp="1"/>
          </p:cNvSpPr>
          <p:nvPr/>
        </p:nvSpPr>
        <p:spPr>
          <a:xfrm>
            <a:off x="106965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5D6C6F6-25EE-48DE-AC3B-70C3EBD70F35}"/>
              </a:ext>
            </a:extLst>
          </p:cNvPr>
          <p:cNvCxnSpPr/>
          <p:nvPr/>
        </p:nvCxnSpPr>
        <p:spPr>
          <a:xfrm>
            <a:off x="120586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8B9419B8-ECF7-4583-ADAF-1A8E22354609}"/>
              </a:ext>
            </a:extLst>
          </p:cNvPr>
          <p:cNvSpPr>
            <a:spLocks noGrp="1"/>
          </p:cNvSpPr>
          <p:nvPr/>
        </p:nvSpPr>
        <p:spPr>
          <a:xfrm>
            <a:off x="122396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75A0CC-4682-4FAE-8A41-7FD19D316EC0}"/>
              </a:ext>
            </a:extLst>
          </p:cNvPr>
          <p:cNvSpPr>
            <a:spLocks noGrp="1"/>
          </p:cNvSpPr>
          <p:nvPr/>
        </p:nvSpPr>
        <p:spPr>
          <a:xfrm>
            <a:off x="2381250" y="666750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0163A5-9BFF-4190-9A84-60FD72DD3949}"/>
              </a:ext>
            </a:extLst>
          </p:cNvPr>
          <p:cNvSpPr>
            <a:spLocks noGrp="1"/>
          </p:cNvSpPr>
          <p:nvPr/>
        </p:nvSpPr>
        <p:spPr>
          <a:xfrm>
            <a:off x="2381250" y="72866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9456AADC-656A-4BF2-8BB7-35E2647B63C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D8EEA06-1F25-4605-967A-998F0965FBF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48003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CBA2BAC-688D-4EDA-A961-C999F6FF45E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150141F-A442-4809-BDAA-EBEADBE963DC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4191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2480DBF-091D-44B3-BE8F-1FD2DC034EBD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ED402C6-D0B7-42EB-B3E5-33FDC4D179B1}"/>
              </a:ext>
            </a:extLst>
          </p:cNvPr>
          <p:cNvSpPr>
            <a:spLocks noGrp="1"/>
          </p:cNvSpPr>
          <p:nvPr/>
        </p:nvSpPr>
        <p:spPr>
          <a:xfrm>
            <a:off x="385762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EDBE99-6E7A-4F19-9787-BC199CD2091B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0DFF35F-8871-4B69-952D-A574EDC1DE99}"/>
              </a:ext>
            </a:extLst>
          </p:cNvPr>
          <p:cNvSpPr>
            <a:spLocks noGrp="1"/>
          </p:cNvSpPr>
          <p:nvPr/>
        </p:nvSpPr>
        <p:spPr>
          <a:xfrm>
            <a:off x="966787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75547E-4712-44BC-87B8-7B5D8A74CA1A}"/>
              </a:ext>
            </a:extLst>
          </p:cNvPr>
          <p:cNvSpPr>
            <a:spLocks noGrp="1"/>
          </p:cNvSpPr>
          <p:nvPr/>
        </p:nvSpPr>
        <p:spPr>
          <a:xfrm>
            <a:off x="125730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57F6699-306B-4C53-A49E-98F3847F1F7C}"/>
              </a:ext>
            </a:extLst>
          </p:cNvPr>
          <p:cNvCxnSpPr/>
          <p:nvPr/>
        </p:nvCxnSpPr>
        <p:spPr>
          <a:xfrm>
            <a:off x="7905750" y="2971800"/>
            <a:ext cx="0" cy="5048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D0AADD8-9728-4986-9B30-155CACB0EA7E}"/>
              </a:ext>
            </a:extLst>
          </p:cNvPr>
          <p:cNvCxnSpPr/>
          <p:nvPr/>
        </p:nvCxnSpPr>
        <p:spPr>
          <a:xfrm>
            <a:off x="2095500" y="3476625"/>
            <a:ext cx="11620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CF8BDE5-E229-4B6F-B709-E67FA4008A15}"/>
              </a:ext>
            </a:extLst>
          </p:cNvPr>
          <p:cNvCxnSpPr/>
          <p:nvPr/>
        </p:nvCxnSpPr>
        <p:spPr>
          <a:xfrm>
            <a:off x="20955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9A6B640-5328-42AC-B99D-9F6078B2F73A}"/>
              </a:ext>
            </a:extLst>
          </p:cNvPr>
          <p:cNvCxnSpPr/>
          <p:nvPr/>
        </p:nvCxnSpPr>
        <p:spPr>
          <a:xfrm>
            <a:off x="500062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DC542B0-7829-4307-A48D-942EEE6D6965}"/>
              </a:ext>
            </a:extLst>
          </p:cNvPr>
          <p:cNvCxnSpPr/>
          <p:nvPr/>
        </p:nvCxnSpPr>
        <p:spPr>
          <a:xfrm>
            <a:off x="790575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8DD5480-AAD5-4AE8-A4A9-D43B8A8135F8}"/>
              </a:ext>
            </a:extLst>
          </p:cNvPr>
          <p:cNvCxnSpPr/>
          <p:nvPr/>
        </p:nvCxnSpPr>
        <p:spPr>
          <a:xfrm>
            <a:off x="1081087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AF76A62-A181-4650-BA40-1B8D2E547E9E}"/>
              </a:ext>
            </a:extLst>
          </p:cNvPr>
          <p:cNvCxnSpPr/>
          <p:nvPr/>
        </p:nvCxnSpPr>
        <p:spPr>
          <a:xfrm>
            <a:off x="137160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36AE72F-CA25-42A6-9AA9-A3B4B5A3F849}"/>
              </a:ext>
            </a:extLst>
          </p:cNvPr>
          <p:cNvSpPr>
            <a:spLocks noGrp="1"/>
          </p:cNvSpPr>
          <p:nvPr/>
        </p:nvSpPr>
        <p:spPr>
          <a:xfrm>
            <a:off x="2857500" y="5286375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E2DBA3-A82D-4593-81F5-AE267B01C7EE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09134-DCB1-4A84-A66B-0D6BE1C6BECD}"/>
              </a:ext>
            </a:extLst>
          </p:cNvPr>
          <p:cNvSpPr>
            <a:spLocks noGrp="1"/>
          </p:cNvSpPr>
          <p:nvPr/>
        </p:nvSpPr>
        <p:spPr>
          <a:xfrm>
            <a:off x="3143250" y="70104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76C9EB9C-6747-4B18-8C20-DE851DFBF63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323B6CE-7F02-4A00-8A91-9F8449A9F38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78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0E465D4C-CC35-4CD9-9E66-47459B8F79D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13049250" y="3448050"/>
            <a:ext cx="95250" cy="2190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DFD654-2E74-454A-B7E7-D4C56B440C5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382250" y="29146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AED2EEE-EB6E-4BB1-BFBB-E46DF42B0A5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6858000" y="2914650"/>
            <a:ext cx="666750" cy="1619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10A3934-5BA1-4E23-BEA3-2AC882154F5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381375" y="3076575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E102A3-31AB-414C-AFBD-4E3A66F01F2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7F4505-BEE5-4E1A-B509-B79C60AC3173}"/>
              </a:ext>
            </a:extLst>
          </p:cNvPr>
          <p:cNvSpPr>
            <a:spLocks noGrp="1"/>
          </p:cNvSpPr>
          <p:nvPr/>
        </p:nvSpPr>
        <p:spPr>
          <a:xfrm>
            <a:off x="904875" y="2667000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5198AB-1E5E-4A80-ABEC-FEC08A09BB1A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2857500" cy="1200150"/>
          </a:xfrm>
          <a:prstGeom prst="roundRect">
            <a:avLst>
              <a:gd name="adj" fmla="val 1269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D65637-02A6-47D7-8290-7D98C8413706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30BB80-0F9D-46B2-B20C-3C7A0F314904}"/>
              </a:ext>
            </a:extLst>
          </p:cNvPr>
          <p:cNvSpPr>
            <a:spLocks noGrp="1"/>
          </p:cNvSpPr>
          <p:nvPr/>
        </p:nvSpPr>
        <p:spPr>
          <a:xfrm>
            <a:off x="11334750" y="2381250"/>
            <a:ext cx="3429000" cy="1066800"/>
          </a:xfrm>
          <a:prstGeom prst="roundRect">
            <a:avLst>
              <a:gd name="adj" fmla="val 1428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E85109B-8DDF-460B-AB58-3A1C121C76AE}"/>
              </a:ext>
            </a:extLst>
          </p:cNvPr>
          <p:cNvSpPr>
            <a:spLocks noGrp="1"/>
          </p:cNvSpPr>
          <p:nvPr/>
        </p:nvSpPr>
        <p:spPr>
          <a:xfrm>
            <a:off x="11525250" y="3667125"/>
            <a:ext cx="3238500" cy="723900"/>
          </a:xfrm>
          <a:prstGeom prst="roundRect">
            <a:avLst>
              <a:gd name="adj" fmla="val 2105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16DD62-507E-4FFB-9767-269B00730AC1}"/>
              </a:ext>
            </a:extLst>
          </p:cNvPr>
          <p:cNvSpPr>
            <a:spLocks noGrp="1"/>
          </p:cNvSpPr>
          <p:nvPr/>
        </p:nvSpPr>
        <p:spPr>
          <a:xfrm>
            <a:off x="1714500" y="43338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3F2F65-4AD3-4D1A-82EB-FCECC6205A70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09FEA-CD13-4930-8465-904F2ACE56C1}"/>
              </a:ext>
            </a:extLst>
          </p:cNvPr>
          <p:cNvSpPr>
            <a:spLocks noGrp="1"/>
          </p:cNvSpPr>
          <p:nvPr/>
        </p:nvSpPr>
        <p:spPr>
          <a:xfrm>
            <a:off x="161925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D4400-49AF-48F1-BB1C-96D5ABC3B086}"/>
              </a:ext>
            </a:extLst>
          </p:cNvPr>
          <p:cNvSpPr>
            <a:spLocks noGrp="1"/>
          </p:cNvSpPr>
          <p:nvPr/>
        </p:nvSpPr>
        <p:spPr>
          <a:xfrm>
            <a:off x="123825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EB6428-E442-4CDD-ACE2-C8442AD791FA}"/>
              </a:ext>
            </a:extLst>
          </p:cNvPr>
          <p:cNvSpPr>
            <a:spLocks noGrp="1"/>
          </p:cNvSpPr>
          <p:nvPr/>
        </p:nvSpPr>
        <p:spPr>
          <a:xfrm>
            <a:off x="6334125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1D0832-9586-4DCF-BAA0-65330E8D36F8}"/>
              </a:ext>
            </a:extLst>
          </p:cNvPr>
          <p:cNvSpPr>
            <a:spLocks noGrp="1"/>
          </p:cNvSpPr>
          <p:nvPr/>
        </p:nvSpPr>
        <p:spPr>
          <a:xfrm>
            <a:off x="6334125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BF357-7A28-4ACA-A1E9-5D0F46226F0C}"/>
              </a:ext>
            </a:extLst>
          </p:cNvPr>
          <p:cNvSpPr>
            <a:spLocks noGrp="1"/>
          </p:cNvSpPr>
          <p:nvPr/>
        </p:nvSpPr>
        <p:spPr>
          <a:xfrm>
            <a:off x="5953125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9BB824-8E52-4D88-99CA-BD1A9EAA4F66}"/>
              </a:ext>
            </a:extLst>
          </p:cNvPr>
          <p:cNvSpPr>
            <a:spLocks noGrp="1"/>
          </p:cNvSpPr>
          <p:nvPr/>
        </p:nvSpPr>
        <p:spPr>
          <a:xfrm>
            <a:off x="1104900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A02BC8-DCB4-4AE8-8419-20F7B1B3D0D8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727891-1EA8-4FB4-AB52-9862CD0B164C}"/>
              </a:ext>
            </a:extLst>
          </p:cNvPr>
          <p:cNvSpPr>
            <a:spLocks noGrp="1"/>
          </p:cNvSpPr>
          <p:nvPr/>
        </p:nvSpPr>
        <p:spPr>
          <a:xfrm>
            <a:off x="1066800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1DB5E-184E-4E84-8F8E-EA36653250C7}"/>
              </a:ext>
            </a:extLst>
          </p:cNvPr>
          <p:cNvSpPr>
            <a:spLocks noGrp="1"/>
          </p:cNvSpPr>
          <p:nvPr/>
        </p:nvSpPr>
        <p:spPr>
          <a:xfrm>
            <a:off x="7429500" y="38481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DA2587-53E0-4D12-A94F-EEA80EFBB4EA}"/>
              </a:ext>
            </a:extLst>
          </p:cNvPr>
          <p:cNvSpPr>
            <a:spLocks noGrp="1"/>
          </p:cNvSpPr>
          <p:nvPr/>
        </p:nvSpPr>
        <p:spPr>
          <a:xfrm>
            <a:off x="1714500" y="77438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D7104A72-ECEE-49AF-B6AB-67DED029789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75C77AC-8138-4959-BE25-7C926F116B1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9611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50DA8CEC-3A11-4D5E-A9DC-D0F20EF4E254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12573000" y="4219575"/>
            <a:ext cx="476250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4394874D-9247-4328-8F2D-D860209157AF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8334375" y="4219575"/>
            <a:ext cx="1285875" cy="17526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2E2B1912-BBC2-4CE6-B92D-617F971A70B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8334375" y="4219575"/>
            <a:ext cx="1285875" cy="1028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D0EEFA2-B0B4-4903-900C-A8342CE09D5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8334375" y="4219575"/>
            <a:ext cx="1285875" cy="3048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DC4D6828-50BF-4882-B053-1762BC70C65F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8334375" y="3800475"/>
            <a:ext cx="1285875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29AF9BC1-7F56-4F94-B54F-715364351B48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8334375" y="3076575"/>
            <a:ext cx="1285875" cy="1143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5581BF9-CF62-49D5-B25E-7BB3AE2A6FB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D1EB4-B6F6-41AF-97E4-1E5A01AC2BF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A00A3B9-8883-47F5-8ECC-231C8040C318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F1A8BA-0151-4AD7-8084-3DCA508BF1E8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D7AAAFD-B96E-4E23-A6F7-8EABBE4C138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526CCF-D0B4-4A88-B368-91C42A28EC68}"/>
              </a:ext>
            </a:extLst>
          </p:cNvPr>
          <p:cNvSpPr>
            <a:spLocks noGrp="1"/>
          </p:cNvSpPr>
          <p:nvPr/>
        </p:nvSpPr>
        <p:spPr>
          <a:xfrm>
            <a:off x="285750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BEB0FB-E7FE-42F1-8E3C-F73FC9B6BDF7}"/>
              </a:ext>
            </a:extLst>
          </p:cNvPr>
          <p:cNvSpPr>
            <a:spLocks noGrp="1"/>
          </p:cNvSpPr>
          <p:nvPr/>
        </p:nvSpPr>
        <p:spPr>
          <a:xfrm>
            <a:off x="46672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77F3805-2D97-4F2A-A7C4-679335E23CD1}"/>
              </a:ext>
            </a:extLst>
          </p:cNvPr>
          <p:cNvSpPr>
            <a:spLocks noGrp="1"/>
          </p:cNvSpPr>
          <p:nvPr/>
        </p:nvSpPr>
        <p:spPr>
          <a:xfrm>
            <a:off x="46672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1DAA4E0-A3D8-4F04-B12F-2EA649177B93}"/>
              </a:ext>
            </a:extLst>
          </p:cNvPr>
          <p:cNvCxnSpPr/>
          <p:nvPr/>
        </p:nvCxnSpPr>
        <p:spPr>
          <a:xfrm>
            <a:off x="1952625" y="4714875"/>
            <a:ext cx="3619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824B749-0C57-4A50-88E7-98E559F38E76}"/>
              </a:ext>
            </a:extLst>
          </p:cNvPr>
          <p:cNvSpPr>
            <a:spLocks noGrp="1"/>
          </p:cNvSpPr>
          <p:nvPr/>
        </p:nvSpPr>
        <p:spPr>
          <a:xfrm>
            <a:off x="1285875" y="514350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DD7D6D-0138-4C4F-A8B4-465C6C26F2A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B6EDF5-AC58-4806-B79A-7F65212002C6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E22377A-CB36-4F2E-87D9-9D7DA1099774}"/>
              </a:ext>
            </a:extLst>
          </p:cNvPr>
          <p:cNvSpPr>
            <a:spLocks noGrp="1"/>
          </p:cNvSpPr>
          <p:nvPr/>
        </p:nvSpPr>
        <p:spPr>
          <a:xfrm>
            <a:off x="7239000" y="35337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020A991-7C09-4904-BBE6-B6A84A46EBEF}"/>
              </a:ext>
            </a:extLst>
          </p:cNvPr>
          <p:cNvSpPr>
            <a:spLocks noGrp="1"/>
          </p:cNvSpPr>
          <p:nvPr/>
        </p:nvSpPr>
        <p:spPr>
          <a:xfrm>
            <a:off x="7239000" y="42576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F25B6DD-13A8-4EED-9094-CFA114DEBED1}"/>
              </a:ext>
            </a:extLst>
          </p:cNvPr>
          <p:cNvSpPr>
            <a:spLocks noGrp="1"/>
          </p:cNvSpPr>
          <p:nvPr/>
        </p:nvSpPr>
        <p:spPr>
          <a:xfrm>
            <a:off x="7239000" y="49815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0A8E77-D728-400C-8E04-17EC952F03C3}"/>
              </a:ext>
            </a:extLst>
          </p:cNvPr>
          <p:cNvSpPr>
            <a:spLocks noGrp="1"/>
          </p:cNvSpPr>
          <p:nvPr/>
        </p:nvSpPr>
        <p:spPr>
          <a:xfrm>
            <a:off x="7239000" y="57054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7D8DBD0-1476-4DCE-856A-DE4F9ABE578C}"/>
              </a:ext>
            </a:extLst>
          </p:cNvPr>
          <p:cNvSpPr>
            <a:spLocks noGrp="1"/>
          </p:cNvSpPr>
          <p:nvPr/>
        </p:nvSpPr>
        <p:spPr>
          <a:xfrm>
            <a:off x="9620250" y="3638550"/>
            <a:ext cx="295275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592D0D0-FFE1-4473-8375-2704CB8D56FD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209550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F1FFB7-5454-4340-8EAB-31679707B1E7}"/>
              </a:ext>
            </a:extLst>
          </p:cNvPr>
          <p:cNvSpPr>
            <a:spLocks noGrp="1"/>
          </p:cNvSpPr>
          <p:nvPr/>
        </p:nvSpPr>
        <p:spPr>
          <a:xfrm>
            <a:off x="3571875" y="6858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B59649D7-F1B6-43C2-900A-15439288DE4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51D2668-9AF7-486E-8B24-54D9875B9E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3379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FA4A98D-85B2-41CF-97A4-9325E8B614A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AABB8038-908A-439B-A07B-A0321F953110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14625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8C03ABA-DE37-4B8F-B19E-BD1B49162201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095500" cy="1028700"/>
          </a:xfrm>
          <a:prstGeom prst="roundRect">
            <a:avLst>
              <a:gd name="adj" fmla="val 148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74A72-5772-48E1-9A97-A57F0735F34F}"/>
              </a:ext>
            </a:extLst>
          </p:cNvPr>
          <p:cNvSpPr>
            <a:spLocks noGrp="1"/>
          </p:cNvSpPr>
          <p:nvPr/>
        </p:nvSpPr>
        <p:spPr>
          <a:xfrm>
            <a:off x="3857625" y="2238375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B61534-8157-4F14-BECF-A4208ABFF4D9}"/>
              </a:ext>
            </a:extLst>
          </p:cNvPr>
          <p:cNvSpPr>
            <a:spLocks noGrp="1"/>
          </p:cNvSpPr>
          <p:nvPr/>
        </p:nvSpPr>
        <p:spPr>
          <a:xfrm>
            <a:off x="3476625" y="3095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D8F04-D6CE-43B2-B0BA-086E79F5B153}"/>
              </a:ext>
            </a:extLst>
          </p:cNvPr>
          <p:cNvSpPr>
            <a:spLocks noGrp="1"/>
          </p:cNvSpPr>
          <p:nvPr/>
        </p:nvSpPr>
        <p:spPr>
          <a:xfrm>
            <a:off x="3476625" y="5000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EC696E-3B72-4DB3-92AE-299612E3058B}"/>
              </a:ext>
            </a:extLst>
          </p:cNvPr>
          <p:cNvSpPr>
            <a:spLocks noGrp="1"/>
          </p:cNvSpPr>
          <p:nvPr/>
        </p:nvSpPr>
        <p:spPr>
          <a:xfrm>
            <a:off x="542925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1DD5159-E0D9-43E0-A177-E445F0FA9F8F}"/>
              </a:ext>
            </a:extLst>
          </p:cNvPr>
          <p:cNvSpPr>
            <a:spLocks noGrp="1"/>
          </p:cNvSpPr>
          <p:nvPr/>
        </p:nvSpPr>
        <p:spPr>
          <a:xfrm>
            <a:off x="8620125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A5AB766-BE6C-4DA0-87E0-A27807118149}"/>
              </a:ext>
            </a:extLst>
          </p:cNvPr>
          <p:cNvSpPr>
            <a:spLocks noGrp="1"/>
          </p:cNvSpPr>
          <p:nvPr/>
        </p:nvSpPr>
        <p:spPr>
          <a:xfrm>
            <a:off x="1181100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87ACE6-5A39-49BB-93A2-64EE96D2BD03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88AC523-9B75-4737-9597-A4C36662A7FB}"/>
              </a:ext>
            </a:extLst>
          </p:cNvPr>
          <p:cNvSpPr>
            <a:spLocks noGrp="1"/>
          </p:cNvSpPr>
          <p:nvPr/>
        </p:nvSpPr>
        <p:spPr>
          <a:xfrm>
            <a:off x="9953625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211C28-4F2B-4214-9E76-45A10D592AA1}"/>
              </a:ext>
            </a:extLst>
          </p:cNvPr>
          <p:cNvSpPr>
            <a:spLocks noGrp="1"/>
          </p:cNvSpPr>
          <p:nvPr/>
        </p:nvSpPr>
        <p:spPr>
          <a:xfrm>
            <a:off x="6810375" y="404812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85F7EB-BCDA-4FC8-845E-0B954D776AAF}"/>
              </a:ext>
            </a:extLst>
          </p:cNvPr>
          <p:cNvSpPr>
            <a:spLocks noGrp="1"/>
          </p:cNvSpPr>
          <p:nvPr/>
        </p:nvSpPr>
        <p:spPr>
          <a:xfrm>
            <a:off x="10001250" y="59531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955086E-479F-4AED-B065-7E0A36A33F92}"/>
              </a:ext>
            </a:extLst>
          </p:cNvPr>
          <p:cNvCxnSpPr/>
          <p:nvPr/>
        </p:nvCxnSpPr>
        <p:spPr>
          <a:xfrm>
            <a:off x="5429250" y="6762750"/>
            <a:ext cx="8858250" cy="0"/>
          </a:xfrm>
          <a:prstGeom prst="straightConnector1">
            <a:avLst/>
          </a:prstGeom>
          <a:ln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1F2F969-7457-4858-8ADC-F79449D046EF}"/>
              </a:ext>
            </a:extLst>
          </p:cNvPr>
          <p:cNvSpPr>
            <a:spLocks noGrp="1"/>
          </p:cNvSpPr>
          <p:nvPr/>
        </p:nvSpPr>
        <p:spPr>
          <a:xfrm>
            <a:off x="5429250" y="6953250"/>
            <a:ext cx="885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3275C9-F6F3-4C04-A0AD-A0724CC0CB92}"/>
              </a:ext>
            </a:extLst>
          </p:cNvPr>
          <p:cNvSpPr>
            <a:spLocks noGrp="1"/>
          </p:cNvSpPr>
          <p:nvPr/>
        </p:nvSpPr>
        <p:spPr>
          <a:xfrm>
            <a:off x="3476625" y="73437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3DC2F1-EBC7-418F-AC0A-DA528FB27EED}"/>
              </a:ext>
            </a:extLst>
          </p:cNvPr>
          <p:cNvSpPr>
            <a:spLocks noGrp="1"/>
          </p:cNvSpPr>
          <p:nvPr/>
        </p:nvSpPr>
        <p:spPr>
          <a:xfrm>
            <a:off x="4572000" y="7791450"/>
            <a:ext cx="68580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59DEB509-E761-4056-958B-67FC84B9DD2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64349F9-7B4A-45E9-9C55-AE7C5C7AFF8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3370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1C0A840-B71B-4D9F-8491-544F31D9EB3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572625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03790F-DE3C-4224-A131-919D6D1FC43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667250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99370D8-2FAB-448D-9857-E8012622386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29AE1D8-3C75-4936-A572-AB8E79534A47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8700356-0479-4863-8374-4A4AFA50C8B6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DAFC953-118F-47DD-BA63-F273AFF65CF0}"/>
              </a:ext>
            </a:extLst>
          </p:cNvPr>
          <p:cNvSpPr>
            <a:spLocks noGrp="1"/>
          </p:cNvSpPr>
          <p:nvPr/>
        </p:nvSpPr>
        <p:spPr>
          <a:xfrm>
            <a:off x="1123950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302011-4140-4CC1-B53B-849CF038C351}"/>
              </a:ext>
            </a:extLst>
          </p:cNvPr>
          <p:cNvSpPr>
            <a:spLocks noGrp="1"/>
          </p:cNvSpPr>
          <p:nvPr/>
        </p:nvSpPr>
        <p:spPr>
          <a:xfrm>
            <a:off x="109537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C900ED-2BB1-47F1-8939-00C76C7EECF4}"/>
              </a:ext>
            </a:extLst>
          </p:cNvPr>
          <p:cNvSpPr>
            <a:spLocks noGrp="1"/>
          </p:cNvSpPr>
          <p:nvPr/>
        </p:nvSpPr>
        <p:spPr>
          <a:xfrm>
            <a:off x="6000750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80CB92-ABC0-42A9-BFCB-D61E4E9B7261}"/>
              </a:ext>
            </a:extLst>
          </p:cNvPr>
          <p:cNvSpPr>
            <a:spLocks noGrp="1"/>
          </p:cNvSpPr>
          <p:nvPr/>
        </p:nvSpPr>
        <p:spPr>
          <a:xfrm>
            <a:off x="1090612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2B3C-0CE5-4EBD-8FA4-1DF00458CBEA}"/>
              </a:ext>
            </a:extLst>
          </p:cNvPr>
          <p:cNvSpPr>
            <a:spLocks noGrp="1"/>
          </p:cNvSpPr>
          <p:nvPr/>
        </p:nvSpPr>
        <p:spPr>
          <a:xfrm>
            <a:off x="3714750" y="66675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E5844C-9F00-43D9-B262-4F8EFA3F86D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96ABABF-5F57-47C7-BCCC-CF3E686461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8282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3D9996B-45FB-4C53-8780-AFC4F4E2025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CBB5E07-71B1-42AC-B5F3-7ACA805E8056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095750" cy="685800"/>
          </a:xfrm>
          <a:prstGeom prst="roundRect">
            <a:avLst>
              <a:gd name="adj" fmla="val 2222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A40BB3-6C18-4A68-ACA6-A35E1EBAE30F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EEF9F4D-1B31-49E7-BE7D-234941E69E8C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3810000" cy="685800"/>
          </a:xfrm>
          <a:prstGeom prst="roundRect">
            <a:avLst>
              <a:gd name="adj" fmla="val 2222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F93CC-0D2F-4663-B959-E4E6BAABA03D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A7BED50-AC0C-43EA-8AE7-1B877075B9D6}"/>
              </a:ext>
            </a:extLst>
          </p:cNvPr>
          <p:cNvSpPr>
            <a:spLocks noGrp="1"/>
          </p:cNvSpPr>
          <p:nvPr/>
        </p:nvSpPr>
        <p:spPr>
          <a:xfrm>
            <a:off x="11144250" y="2286000"/>
            <a:ext cx="3714750" cy="685800"/>
          </a:xfrm>
          <a:prstGeom prst="roundRect">
            <a:avLst>
              <a:gd name="adj" fmla="val 2222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95F832-9C74-44E1-9EDE-10A79BCDF7D7}"/>
              </a:ext>
            </a:extLst>
          </p:cNvPr>
          <p:cNvSpPr>
            <a:spLocks noGrp="1"/>
          </p:cNvSpPr>
          <p:nvPr/>
        </p:nvSpPr>
        <p:spPr>
          <a:xfrm>
            <a:off x="11144250" y="3143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6C039-9AFE-47E2-A199-D0A63499E1B1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9DD81-7A99-478B-8DD4-3166B3FECF0B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AF71C5-7D6A-488E-9314-B72040559993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7343CE-DF56-443E-8959-839CF836E990}"/>
              </a:ext>
            </a:extLst>
          </p:cNvPr>
          <p:cNvSpPr>
            <a:spLocks noGrp="1"/>
          </p:cNvSpPr>
          <p:nvPr/>
        </p:nvSpPr>
        <p:spPr>
          <a:xfrm>
            <a:off x="4857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DF7084-2A46-4943-B181-B88006CF1781}"/>
              </a:ext>
            </a:extLst>
          </p:cNvPr>
          <p:cNvSpPr>
            <a:spLocks noGrp="1"/>
          </p:cNvSpPr>
          <p:nvPr/>
        </p:nvSpPr>
        <p:spPr>
          <a:xfrm>
            <a:off x="8477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16EF1C-0562-44E9-AB0D-93B5C198BCD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3E89D9-113F-4494-A4DD-51EC640623FC}"/>
              </a:ext>
            </a:extLst>
          </p:cNvPr>
          <p:cNvSpPr>
            <a:spLocks noGrp="1"/>
          </p:cNvSpPr>
          <p:nvPr/>
        </p:nvSpPr>
        <p:spPr>
          <a:xfrm>
            <a:off x="12096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D9EE5-10BD-4A3A-8F25-F85A2E78988E}"/>
              </a:ext>
            </a:extLst>
          </p:cNvPr>
          <p:cNvSpPr>
            <a:spLocks noGrp="1"/>
          </p:cNvSpPr>
          <p:nvPr/>
        </p:nvSpPr>
        <p:spPr>
          <a:xfrm>
            <a:off x="12096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78CD558-CC09-492B-9EE2-489D6252506F}"/>
              </a:ext>
            </a:extLst>
          </p:cNvPr>
          <p:cNvSpPr>
            <a:spLocks noGrp="1"/>
          </p:cNvSpPr>
          <p:nvPr/>
        </p:nvSpPr>
        <p:spPr>
          <a:xfrm>
            <a:off x="2762250" y="6191250"/>
            <a:ext cx="10382250" cy="685800"/>
          </a:xfrm>
          <a:prstGeom prst="roundRect">
            <a:avLst>
              <a:gd name="adj" fmla="val 2222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1ECB657-1AC1-402C-88C2-555EA6BF71C7}"/>
              </a:ext>
            </a:extLst>
          </p:cNvPr>
          <p:cNvSpPr>
            <a:spLocks noGrp="1"/>
          </p:cNvSpPr>
          <p:nvPr/>
        </p:nvSpPr>
        <p:spPr>
          <a:xfrm>
            <a:off x="2667000" y="7219950"/>
            <a:ext cx="180975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6305777-9E92-428E-BBD9-AB07E3F51B93}"/>
              </a:ext>
            </a:extLst>
          </p:cNvPr>
          <p:cNvSpPr>
            <a:spLocks noGrp="1"/>
          </p:cNvSpPr>
          <p:nvPr/>
        </p:nvSpPr>
        <p:spPr>
          <a:xfrm>
            <a:off x="5238750" y="7219950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D416F3E-FEF6-45C5-A765-42204E5BDA4F}"/>
              </a:ext>
            </a:extLst>
          </p:cNvPr>
          <p:cNvSpPr>
            <a:spLocks noGrp="1"/>
          </p:cNvSpPr>
          <p:nvPr/>
        </p:nvSpPr>
        <p:spPr>
          <a:xfrm>
            <a:off x="8286750" y="7219950"/>
            <a:ext cx="2190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964DAA2-0439-41F0-8497-1ED3AA960045}"/>
              </a:ext>
            </a:extLst>
          </p:cNvPr>
          <p:cNvSpPr>
            <a:spLocks noGrp="1"/>
          </p:cNvSpPr>
          <p:nvPr/>
        </p:nvSpPr>
        <p:spPr>
          <a:xfrm>
            <a:off x="11049000" y="7219950"/>
            <a:ext cx="36195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F4CA9B-77A1-45A0-8FEE-305373A9F2E4}"/>
              </a:ext>
            </a:extLst>
          </p:cNvPr>
          <p:cNvSpPr>
            <a:spLocks noGrp="1"/>
          </p:cNvSpPr>
          <p:nvPr/>
        </p:nvSpPr>
        <p:spPr>
          <a:xfrm>
            <a:off x="4476750" y="77819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47004293-04B5-4D0B-89EA-904EBE66295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D1D5520-960A-4860-BFCC-BDC6DE84250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7331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DF4DBC8-A147-4A16-B5E4-4F85C96A5F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650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ADF5B4E-2BE6-4273-BD9B-806A2E170FC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85775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EC30320-9DEF-4390-A8A3-319F1432E4B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實驗批次與完成場數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45AB3-70F7-486B-8E9C-6ECC4C89C10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Pool｜兩批各 6 個 seed，12 個 run 均完成 G20 與 Final Test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71C4D-4633-47DB-8AE3-3C58CC37A26F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D7A74C8-5DC2-453B-A6BA-1AFEC53413FF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ADB5B3-C6DE-4B77-A2D5-243CF1C6AE01}"/>
              </a:ext>
            </a:extLst>
          </p:cNvPr>
          <p:cNvSpPr>
            <a:spLocks noGrp="1"/>
          </p:cNvSpPr>
          <p:nvPr/>
        </p:nvSpPr>
        <p:spPr>
          <a:xfrm>
            <a:off x="11239500" y="2238375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B6036-8ADA-40FF-816D-B82B8A140DF3}"/>
              </a:ext>
            </a:extLst>
          </p:cNvPr>
          <p:cNvSpPr>
            <a:spLocks noGrp="1"/>
          </p:cNvSpPr>
          <p:nvPr/>
        </p:nvSpPr>
        <p:spPr>
          <a:xfrm>
            <a:off x="714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D7AA5-934C-4653-BA0C-2A6DBFFDD2FE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0439C7-517A-47E6-BE00-A3D0C9B14463}"/>
              </a:ext>
            </a:extLst>
          </p:cNvPr>
          <p:cNvSpPr>
            <a:spLocks noGrp="1"/>
          </p:cNvSpPr>
          <p:nvPr/>
        </p:nvSpPr>
        <p:spPr>
          <a:xfrm>
            <a:off x="5667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1ABF7-0098-4CCD-B84B-F112E21EA21D}"/>
              </a:ext>
            </a:extLst>
          </p:cNvPr>
          <p:cNvSpPr>
            <a:spLocks noGrp="1"/>
          </p:cNvSpPr>
          <p:nvPr/>
        </p:nvSpPr>
        <p:spPr>
          <a:xfrm>
            <a:off x="5667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run 的 G20 對戰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162E8A-FA15-4E41-95F4-15E1B0CA46A7}"/>
              </a:ext>
            </a:extLst>
          </p:cNvPr>
          <p:cNvSpPr>
            <a:spLocks noGrp="1"/>
          </p:cNvSpPr>
          <p:nvPr/>
        </p:nvSpPr>
        <p:spPr>
          <a:xfrm>
            <a:off x="10620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ECF193-63B3-4A7C-BFEC-462B422C9F35}"/>
              </a:ext>
            </a:extLst>
          </p:cNvPr>
          <p:cNvSpPr>
            <a:spLocks noGrp="1"/>
          </p:cNvSpPr>
          <p:nvPr/>
        </p:nvSpPr>
        <p:spPr>
          <a:xfrm>
            <a:off x="10620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的 errors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70652B7-4CCD-45B4-A192-D781AB4666C5}"/>
              </a:ext>
            </a:extLst>
          </p:cNvPr>
          <p:cNvGraphicFramePr/>
          <p:nvPr/>
        </p:nvGraphicFramePr>
        <p:xfrm>
          <a:off x="762000" y="6076950"/>
          <a:ext cx="14382750" cy="16573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BA2F1B2-2827-4D6F-A518-2D38770A05D8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數據截點：2026-10-22；兩批各 3600 場 Final Test，合計 7200 場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83081B5-E60D-4EEB-B488-20F9FB51354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F07096C-40B6-4E6A-8F7B-A33DE026B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0353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98C0CE-FF54-4B93-8441-ABAE634E66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D3636-18CC-4B2D-B7BC-B57F79A3EB5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Performance；兩批均包含 seed 8–13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1279574-4196-4D8A-9EF1-080ACA592D33}"/>
              </a:ext>
            </a:extLst>
          </p:cNvPr>
          <p:cNvGraphicFramePr/>
          <p:nvPr/>
        </p:nvGraphicFramePr>
        <p:xfrm>
          <a:off x="714375" y="2143125"/>
          <a:ext cx="10763250" cy="500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599974C-9B6D-4379-B580-1AE8F36D4D05}"/>
              </a:ext>
            </a:extLst>
          </p:cNvPr>
          <p:cNvSpPr>
            <a:spLocks noGrp="1"/>
          </p:cNvSpPr>
          <p:nvPr/>
        </p:nvSpPr>
        <p:spPr>
          <a:xfrm>
            <a:off x="11906250" y="2333625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CBC37-A4F6-4BAC-8181-FAF01257E9BA}"/>
              </a:ext>
            </a:extLst>
          </p:cNvPr>
          <p:cNvSpPr>
            <a:spLocks noGrp="1"/>
          </p:cNvSpPr>
          <p:nvPr/>
        </p:nvSpPr>
        <p:spPr>
          <a:xfrm>
            <a:off x="11906250" y="3000375"/>
            <a:ext cx="3238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>
            <a:endParaRPr sz="23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5.375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D36720-4FA3-493B-9474-C626069FD0B1}"/>
              </a:ext>
            </a:extLst>
          </p:cNvPr>
          <p:cNvSpPr>
            <a:spLocks noGrp="1"/>
          </p:cNvSpPr>
          <p:nvPr/>
        </p:nvSpPr>
        <p:spPr>
          <a:xfrm>
            <a:off x="762000" y="7324725"/>
            <a:ext cx="1438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8→13）：-8.934、-2.733、+0.004、+2.130、+1.800、+4.682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9A33E-02C0-4894-81EF-88A8591A77AA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population best；跨 seed 平均的樣本數：每批 6 runs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B45608F-CDE1-4429-9D28-B3E12998FBA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62EAE5-6DA9-4088-AF95-6EFAB1F0101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90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180BDC-36E1-409E-8027-E5E56ACFF4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G0–G20 搜尋分數紀錄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04C78-CC59-4873-86AD-F364C4605C7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B8533E4-B581-4387-BDB3-C355E9AEF348}"/>
              </a:ext>
            </a:extLst>
          </p:cNvPr>
          <p:cNvCxnSpPr/>
          <p:nvPr/>
        </p:nvCxnSpPr>
        <p:spPr>
          <a:xfrm>
            <a:off x="10668000" y="1828800"/>
            <a:ext cx="476250" cy="0"/>
          </a:xfrm>
          <a:prstGeom prst="straightConnector1">
            <a:avLst/>
          </a:prstGeom>
          <a:ln w="38100">
            <a:solidFill>
              <a:srgbClr val="CF8792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6A9BB88-79B6-49C7-BD3E-D05F91C845B8}"/>
              </a:ext>
            </a:extLst>
          </p:cNvPr>
          <p:cNvSpPr>
            <a:spLocks noGrp="1"/>
          </p:cNvSpPr>
          <p:nvPr/>
        </p:nvSpPr>
        <p:spPr>
          <a:xfrm>
            <a:off x="11287125" y="163830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7D85CA2-0575-487B-AC06-EC35A60A8D1D}"/>
              </a:ext>
            </a:extLst>
          </p:cNvPr>
          <p:cNvCxnSpPr/>
          <p:nvPr/>
        </p:nvCxnSpPr>
        <p:spPr>
          <a:xfrm>
            <a:off x="12668250" y="1828800"/>
            <a:ext cx="476250" cy="0"/>
          </a:xfrm>
          <a:prstGeom prst="straightConnector1">
            <a:avLst/>
          </a:prstGeom>
          <a:ln w="38100">
            <a:solidFill>
              <a:srgbClr val="47171C"/>
            </a:solidFill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41DC85-BA56-4240-99DD-B443AAF42FB0}"/>
              </a:ext>
            </a:extLst>
          </p:cNvPr>
          <p:cNvSpPr>
            <a:spLocks noGrp="1"/>
          </p:cNvSpPr>
          <p:nvPr/>
        </p:nvSpPr>
        <p:spPr>
          <a:xfrm>
            <a:off x="13287375" y="163830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8CF83E-6C25-4222-896F-77F6BEE46B32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02C0BEF5-7E4B-41C5-BAAC-001CDEE31298}"/>
              </a:ext>
            </a:extLst>
          </p:cNvPr>
          <p:cNvGraphicFramePr/>
          <p:nvPr/>
        </p:nvGraphicFramePr>
        <p:xfrm>
          <a:off x="61912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3A3F66C-6AFF-47BD-99F8-1B56F9BB78A7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3AD3E0C8-8912-49EB-8412-7B06CE222E9D}"/>
              </a:ext>
            </a:extLst>
          </p:cNvPr>
          <p:cNvGraphicFramePr/>
          <p:nvPr/>
        </p:nvGraphicFramePr>
        <p:xfrm>
          <a:off x="5715000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7F10DB3-99AF-43F9-BA93-C28CA267F1F4}"/>
              </a:ext>
            </a:extLst>
          </p:cNvPr>
          <p:cNvSpPr>
            <a:spLocks noGrp="1"/>
          </p:cNvSpPr>
          <p:nvPr/>
        </p:nvSpPr>
        <p:spPr>
          <a:xfrm>
            <a:off x="1100137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E1D62A82-683F-40C4-BEA0-6A6D0CD4B692}"/>
              </a:ext>
            </a:extLst>
          </p:cNvPr>
          <p:cNvGraphicFramePr/>
          <p:nvPr/>
        </p:nvGraphicFramePr>
        <p:xfrm>
          <a:off x="1081087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EC0AE00-7DA3-4AFA-B73E-DE239FC70A74}"/>
              </a:ext>
            </a:extLst>
          </p:cNvPr>
          <p:cNvSpPr>
            <a:spLocks noGrp="1"/>
          </p:cNvSpPr>
          <p:nvPr/>
        </p:nvSpPr>
        <p:spPr>
          <a:xfrm>
            <a:off x="80962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9A2A3187-536F-4AFD-8FDE-789994AD9CC1}"/>
              </a:ext>
            </a:extLst>
          </p:cNvPr>
          <p:cNvGraphicFramePr/>
          <p:nvPr/>
        </p:nvGraphicFramePr>
        <p:xfrm>
          <a:off x="61912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7CD1D63-2F2C-4CAB-A549-13F9E6C88EC7}"/>
              </a:ext>
            </a:extLst>
          </p:cNvPr>
          <p:cNvSpPr>
            <a:spLocks noGrp="1"/>
          </p:cNvSpPr>
          <p:nvPr/>
        </p:nvSpPr>
        <p:spPr>
          <a:xfrm>
            <a:off x="5905500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31C98144-8B0A-425E-8B47-52174F4E74D4}"/>
              </a:ext>
            </a:extLst>
          </p:cNvPr>
          <p:cNvGraphicFramePr/>
          <p:nvPr/>
        </p:nvGraphicFramePr>
        <p:xfrm>
          <a:off x="5715000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5A1D58A-9904-4929-AD0E-BEE95B41BACA}"/>
              </a:ext>
            </a:extLst>
          </p:cNvPr>
          <p:cNvSpPr>
            <a:spLocks noGrp="1"/>
          </p:cNvSpPr>
          <p:nvPr/>
        </p:nvSpPr>
        <p:spPr>
          <a:xfrm>
            <a:off x="1100137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</a:t>
            </a:r>
          </a:p>
        </p:txBody>
      </p:sp>
      <p:graphicFrame>
        <p:nvGraphicFramePr>
          <p:cNvPr id="18" name="Chart">
            <a:extLst>
              <a:ext uri="{FF2B5EF4-FFF2-40B4-BE49-F238E27FC236}">
                <a16:creationId xmlns:a16="http://schemas.microsoft.com/office/drawing/2014/main" id="{9D1FE776-DBFC-4F55-BF40-6CA0AE89056B}"/>
              </a:ext>
            </a:extLst>
          </p:cNvPr>
          <p:cNvGraphicFramePr/>
          <p:nvPr/>
        </p:nvGraphicFramePr>
        <p:xfrm>
          <a:off x="1081087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EE14ACB-B906-44D6-A0CC-72D916595F6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兩批各 6 個 seed；各圖為 G0、G5、G10、G15、G20 的 population best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56B84F70-0E0D-4C4A-83DB-0494FBA6935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4CB4C-077C-49B8-A4B4-DD8F899E228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5484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E5F2C8-E4CA-4731-A915-425A12752A6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正式測試：勝、和、負與錯誤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55E519-B651-45CE-B8B0-EC401A4B1F7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 run 600 場；兩批各 6 runs。圖示 W／D／L 百分比，表列實際場數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C17606D-6713-442E-A13C-35C7F962640B}"/>
              </a:ext>
            </a:extLst>
          </p:cNvPr>
          <p:cNvGraphicFramePr/>
          <p:nvPr/>
        </p:nvGraphicFramePr>
        <p:xfrm>
          <a:off x="762000" y="2143125"/>
          <a:ext cx="1438275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2D2C90-118D-4B35-9BC4-BA67F3EC65F0}"/>
              </a:ext>
            </a:extLst>
          </p:cNvPr>
          <p:cNvGraphicFramePr/>
          <p:nvPr/>
        </p:nvGraphicFramePr>
        <p:xfrm>
          <a:off x="762000" y="6429375"/>
          <a:ext cx="14382750" cy="14287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6BDF727-65A1-45ED-A334-B4BA7E8262E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Test：10 對手 × 3 地圖 × 每邊 10 場＝600 場／run；勝率＝勝 W／總場數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DA7EA9B-B645-4124-91D2-6383EC4384D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BF5BF8D-E048-4918-ACB4-44CD9EBB1AC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95812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2D0CFB-2014-44DC-AEFA-518932B8980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對手別正式測試場數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6875E-0F93-4C09-8FA3-915630B229EB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兩批均為 seed 8–13；每個對手 6 runs × 60 場＝360 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9FF880-BA89-4A1D-9A51-C4BFBCE56C3F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上次｜6 runs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CD87F6-FF05-4D4C-B141-9320ABCFEC4E}"/>
              </a:ext>
            </a:extLst>
          </p:cNvPr>
          <p:cNvGraphicFramePr/>
          <p:nvPr/>
        </p:nvGraphicFramePr>
        <p:xfrm>
          <a:off x="76200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EA626DF-F99F-4820-BA5F-80962F631616}"/>
              </a:ext>
            </a:extLst>
          </p:cNvPr>
          <p:cNvSpPr>
            <a:spLocks noGrp="1"/>
          </p:cNvSpPr>
          <p:nvPr/>
        </p:nvSpPr>
        <p:spPr>
          <a:xfrm>
            <a:off x="809625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本次｜6 runs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67A98A-8E1C-4E9E-8BD7-963CFD035AAE}"/>
              </a:ext>
            </a:extLst>
          </p:cNvPr>
          <p:cNvGraphicFramePr/>
          <p:nvPr/>
        </p:nvGraphicFramePr>
        <p:xfrm>
          <a:off x="809625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90C6F3E-B110-4E9C-9699-19B691E966C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每批：10 個對手 × 360 場＝3600 場；W＝勝、D＝和、L＝負、E＝錯誤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0EBEA0B-46AB-4AB3-A62E-29B4F9CEA1F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E0EDB4F-1CA8-49FC-8262-8102929C26C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76975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00CB0C-994E-4AD3-9D33-BD917832C25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行為簽章數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9321EA-881F-4689-925A-CB90E357F497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E26D414-9A6D-48BD-851E-070E925791B7}"/>
              </a:ext>
            </a:extLst>
          </p:cNvPr>
          <p:cNvGraphicFramePr/>
          <p:nvPr/>
        </p:nvGraphicFramePr>
        <p:xfrm>
          <a:off x="714375" y="2286000"/>
          <a:ext cx="1076325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6A3E43-FCE3-4D2E-94E9-83D990996421}"/>
              </a:ext>
            </a:extLst>
          </p:cNvPr>
          <p:cNvGraphicFramePr/>
          <p:nvPr/>
        </p:nvGraphicFramePr>
        <p:xfrm>
          <a:off x="11811000" y="2667000"/>
          <a:ext cx="3333750" cy="4000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2256877-2170-4830-B9FF-263FFBFA465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semantic unique；兩批各 seed 8–13；每個 run 的 population＝10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414DE9-B659-41D1-9960-F4AF8BB773E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B8F6497-9699-4B1F-A621-E67E80BD6F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87055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70D1645-0C6D-4D0C-BC27-9D4EC01A019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seed 的耗時與勝負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E3A07-3D2A-40E7-82A3-E348F3C1A51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兩批各 seed 8–13｜時間單位 hh:mm:ss；勝／和／負為各 run 的 600 場 Final Test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658BE7-3E43-4B4A-9F66-9770D0B0F62F}"/>
              </a:ext>
            </a:extLst>
          </p:cNvPr>
          <p:cNvGraphicFramePr/>
          <p:nvPr/>
        </p:nvGraphicFramePr>
        <p:xfrm>
          <a:off x="762000" y="2238375"/>
          <a:ext cx="14382750" cy="54483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 wall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G1–20 合計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測試對戰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02:52:55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02:44:08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03:24:18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03:15:56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00:08:35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04:40:43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02:51:49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02:43:29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00:08:07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03:20:21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00:01:33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03:18:28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03:53:36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03:44:12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05:25:54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05:16:30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03:38:18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03:23:04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03:13:34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03:56:15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03:47:03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D9E73-DB8E-4A50-A3C1-56530A615B2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 wall：G0→G20；G1–20：世代耗時加總；測試對戰：600 場時間跨度，排除編譯與 Integration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52ED16F-CE03-44CF-9C5C-D9DE152651D7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BAC0FA6-7C69-45C2-9C69-62B5D3AB471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11555597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11404</Words>
  <Application>Microsoft Office PowerPoint</Application>
  <DocSecurity>0</DocSecurity>
  <PresentationFormat>自訂</PresentationFormat>
  <Paragraphs>1238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6" baseType="lpstr">
      <vt:lpstr>Source Han Serif TW</vt:lpstr>
      <vt:lpstr>EAGLE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2</cp:revision>
  <dcterms:created xsi:type="dcterms:W3CDTF">2026-10-21T16:35:41Z</dcterms:created>
  <dcterms:modified xsi:type="dcterms:W3CDTF">2026-10-22T03:39:36Z</dcterms:modified>
</cp:coreProperties>
</file>